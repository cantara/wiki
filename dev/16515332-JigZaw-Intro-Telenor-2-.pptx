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diagrams/quickStyle1.xml" ContentType="application/vnd.openxmlformats-officedocument.drawingml.diagramStyl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diagrams/layout2.xml" ContentType="application/vnd.openxmlformats-officedocument.drawingml.diagramLayout+xml"/>
  <Override PartName="/ppt/notesSlides/notesSlide20.xml" ContentType="application/vnd.openxmlformats-officedocument.presentationml.notesSlide+xml"/>
  <Default Extension="gif" ContentType="image/gif"/>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1"/>
  </p:notesMasterIdLst>
  <p:handoutMasterIdLst>
    <p:handoutMasterId r:id="rId32"/>
  </p:handoutMasterIdLst>
  <p:sldIdLst>
    <p:sldId id="300" r:id="rId2"/>
    <p:sldId id="258" r:id="rId3"/>
    <p:sldId id="301" r:id="rId4"/>
    <p:sldId id="302" r:id="rId5"/>
    <p:sldId id="259" r:id="rId6"/>
    <p:sldId id="303" r:id="rId7"/>
    <p:sldId id="261" r:id="rId8"/>
    <p:sldId id="262" r:id="rId9"/>
    <p:sldId id="304" r:id="rId10"/>
    <p:sldId id="305" r:id="rId11"/>
    <p:sldId id="267" r:id="rId12"/>
    <p:sldId id="306" r:id="rId13"/>
    <p:sldId id="268" r:id="rId14"/>
    <p:sldId id="265" r:id="rId15"/>
    <p:sldId id="307" r:id="rId16"/>
    <p:sldId id="308" r:id="rId17"/>
    <p:sldId id="309" r:id="rId18"/>
    <p:sldId id="272" r:id="rId19"/>
    <p:sldId id="273" r:id="rId20"/>
    <p:sldId id="310" r:id="rId21"/>
    <p:sldId id="276" r:id="rId22"/>
    <p:sldId id="311" r:id="rId23"/>
    <p:sldId id="279" r:id="rId24"/>
    <p:sldId id="312" r:id="rId25"/>
    <p:sldId id="313" r:id="rId26"/>
    <p:sldId id="314" r:id="rId27"/>
    <p:sldId id="315" r:id="rId28"/>
    <p:sldId id="317" r:id="rId29"/>
    <p:sldId id="316" r:id="rId30"/>
  </p:sldIdLst>
  <p:sldSz cx="10080625" cy="7559675"/>
  <p:notesSz cx="7559675" cy="10691813"/>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9BD7A6"/>
  </p:clrMru>
</p:presentationPr>
</file>

<file path=ppt/tableStyles.xml><?xml version="1.0" encoding="utf-8"?>
<a:tblStyleLst xmlns:a="http://schemas.openxmlformats.org/drawingml/2006/main" def="{5C22544A-7EE6-4342-B048-85BDC9FD1C3A}">
  <a:tblStyle styleId="{5C22544A-7EE6-4342-B048-85BDC9FD1C3A}" styleName="Middels stil 2 - aks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ddels stil 2 - aks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7" autoAdjust="0"/>
    <p:restoredTop sz="70429" autoAdjust="0"/>
  </p:normalViewPr>
  <p:slideViewPr>
    <p:cSldViewPr>
      <p:cViewPr varScale="1">
        <p:scale>
          <a:sx n="68" d="100"/>
          <a:sy n="68" d="100"/>
        </p:scale>
        <p:origin x="-540" y="-114"/>
      </p:cViewPr>
      <p:guideLst>
        <p:guide orient="horz" pos="2381"/>
        <p:guide pos="317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6"/>
    </p:cViewPr>
  </p:sorterViewPr>
  <p:notesViewPr>
    <p:cSldViewPr>
      <p:cViewPr varScale="1">
        <p:scale>
          <a:sx n="70" d="100"/>
          <a:sy n="70" d="100"/>
        </p:scale>
        <p:origin x="-2538" y="-114"/>
      </p:cViewPr>
      <p:guideLst>
        <p:guide orient="horz" pos="3367"/>
        <p:guide pos="2381"/>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DC99D-A48A-4A80-A74C-926FC394AF23}"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nb-NO"/>
        </a:p>
      </dgm:t>
    </dgm:pt>
    <dgm:pt modelId="{F8E1B48F-56D4-4895-8B12-ADABABBCE1C2}">
      <dgm:prSet/>
      <dgm:spPr>
        <a:solidFill>
          <a:schemeClr val="accent1"/>
        </a:solidFill>
      </dgm:spPr>
      <dgm:t>
        <a:bodyPr/>
        <a:lstStyle/>
        <a:p>
          <a:pPr rtl="0"/>
          <a:r>
            <a:rPr lang="nb-NO" b="0" i="0" dirty="0" smtClean="0"/>
            <a:t>Full isolasjon</a:t>
          </a:r>
          <a:endParaRPr lang="nb-NO" dirty="0"/>
        </a:p>
      </dgm:t>
    </dgm:pt>
    <dgm:pt modelId="{9171769C-CDA7-451B-81EC-D90BB0D2502B}" type="parTrans" cxnId="{AEC1978D-1B97-4BF2-88A5-2AF58C5EE4E8}">
      <dgm:prSet/>
      <dgm:spPr/>
      <dgm:t>
        <a:bodyPr/>
        <a:lstStyle/>
        <a:p>
          <a:endParaRPr lang="nb-NO"/>
        </a:p>
      </dgm:t>
    </dgm:pt>
    <dgm:pt modelId="{C3741F67-E017-4860-B1DD-FB4344CFE287}" type="sibTrans" cxnId="{AEC1978D-1B97-4BF2-88A5-2AF58C5EE4E8}">
      <dgm:prSet/>
      <dgm:spPr/>
      <dgm:t>
        <a:bodyPr/>
        <a:lstStyle/>
        <a:p>
          <a:endParaRPr lang="nb-NO"/>
        </a:p>
      </dgm:t>
    </dgm:pt>
    <dgm:pt modelId="{39B8D423-A421-4E05-8AF9-B955914C0C98}">
      <dgm:prSet/>
      <dgm:spPr/>
      <dgm:t>
        <a:bodyPr/>
        <a:lstStyle/>
        <a:p>
          <a:pPr rtl="0"/>
          <a:r>
            <a:rPr lang="nb-NO" b="0" i="0" dirty="0" smtClean="0"/>
            <a:t>Flere noder?</a:t>
          </a:r>
          <a:endParaRPr lang="nb-NO" dirty="0"/>
        </a:p>
      </dgm:t>
    </dgm:pt>
    <dgm:pt modelId="{0EAF378A-241E-4B75-8145-A8327FE01861}" type="parTrans" cxnId="{F82947D7-CED7-41F0-ADD3-1B8B73C7C694}">
      <dgm:prSet/>
      <dgm:spPr/>
      <dgm:t>
        <a:bodyPr/>
        <a:lstStyle/>
        <a:p>
          <a:endParaRPr lang="nb-NO"/>
        </a:p>
      </dgm:t>
    </dgm:pt>
    <dgm:pt modelId="{9CA91701-F3ED-4603-895D-57AB2B133EE3}" type="sibTrans" cxnId="{F82947D7-CED7-41F0-ADD3-1B8B73C7C694}">
      <dgm:prSet/>
      <dgm:spPr/>
      <dgm:t>
        <a:bodyPr/>
        <a:lstStyle/>
        <a:p>
          <a:endParaRPr lang="nb-NO"/>
        </a:p>
      </dgm:t>
    </dgm:pt>
    <dgm:pt modelId="{76543C4B-22B5-46D4-B598-81CD74AFBF20}">
      <dgm:prSet/>
      <dgm:spPr/>
      <dgm:t>
        <a:bodyPr/>
        <a:lstStyle/>
        <a:p>
          <a:pPr rtl="0"/>
          <a:r>
            <a:rPr lang="nb-NO" b="0" i="0" dirty="0" smtClean="0"/>
            <a:t>Med data</a:t>
          </a:r>
          <a:endParaRPr lang="nb-NO" dirty="0"/>
        </a:p>
      </dgm:t>
    </dgm:pt>
    <dgm:pt modelId="{8F609D13-6CF0-4C88-B454-A8F3203AFC51}" type="parTrans" cxnId="{DE4A2C51-200A-427B-B06F-C0E152FF65CB}">
      <dgm:prSet/>
      <dgm:spPr/>
      <dgm:t>
        <a:bodyPr/>
        <a:lstStyle/>
        <a:p>
          <a:endParaRPr lang="nb-NO"/>
        </a:p>
      </dgm:t>
    </dgm:pt>
    <dgm:pt modelId="{990B127B-7C92-4519-969E-32A1A1FACC56}" type="sibTrans" cxnId="{DE4A2C51-200A-427B-B06F-C0E152FF65CB}">
      <dgm:prSet/>
      <dgm:spPr/>
      <dgm:t>
        <a:bodyPr/>
        <a:lstStyle/>
        <a:p>
          <a:endParaRPr lang="nb-NO"/>
        </a:p>
      </dgm:t>
    </dgm:pt>
    <dgm:pt modelId="{622FE664-80F4-4268-9D69-C9CFBDC8575E}">
      <dgm:prSet/>
      <dgm:spPr/>
      <dgm:t>
        <a:bodyPr/>
        <a:lstStyle/>
        <a:p>
          <a:pPr rtl="0"/>
          <a:r>
            <a:rPr lang="nb-NO" b="0" i="0" dirty="0" smtClean="0"/>
            <a:t>Uten Data</a:t>
          </a:r>
          <a:endParaRPr lang="nb-NO" dirty="0"/>
        </a:p>
      </dgm:t>
    </dgm:pt>
    <dgm:pt modelId="{2196009C-D6A3-4437-9C6A-82B30CABFE81}" type="parTrans" cxnId="{AF0C793E-4C30-48A9-9B67-9A41B0000570}">
      <dgm:prSet/>
      <dgm:spPr/>
      <dgm:t>
        <a:bodyPr/>
        <a:lstStyle/>
        <a:p>
          <a:endParaRPr lang="nb-NO"/>
        </a:p>
      </dgm:t>
    </dgm:pt>
    <dgm:pt modelId="{0AE0EB91-547F-4C95-9B44-D3B7A8469E6E}" type="sibTrans" cxnId="{AF0C793E-4C30-48A9-9B67-9A41B0000570}">
      <dgm:prSet/>
      <dgm:spPr/>
      <dgm:t>
        <a:bodyPr/>
        <a:lstStyle/>
        <a:p>
          <a:endParaRPr lang="nb-NO"/>
        </a:p>
      </dgm:t>
    </dgm:pt>
    <dgm:pt modelId="{7435E2B1-7A97-419A-A63E-430377FDFCAE}">
      <dgm:prSet/>
      <dgm:spPr/>
      <dgm:t>
        <a:bodyPr/>
        <a:lstStyle/>
        <a:p>
          <a:pPr rtl="0"/>
          <a:r>
            <a:rPr lang="nb-NO" b="0" i="0" dirty="0" smtClean="0"/>
            <a:t>Med miljø</a:t>
          </a:r>
          <a:endParaRPr lang="nb-NO" dirty="0"/>
        </a:p>
      </dgm:t>
    </dgm:pt>
    <dgm:pt modelId="{22AAC961-B3C7-4A43-AABC-E4ABFF631928}" type="parTrans" cxnId="{6DE19C05-A97E-48E0-8C47-D3A1F627BC9D}">
      <dgm:prSet/>
      <dgm:spPr/>
      <dgm:t>
        <a:bodyPr/>
        <a:lstStyle/>
        <a:p>
          <a:endParaRPr lang="nb-NO"/>
        </a:p>
      </dgm:t>
    </dgm:pt>
    <dgm:pt modelId="{AF22E7AB-9D98-413B-8F5E-398F734C1140}" type="sibTrans" cxnId="{6DE19C05-A97E-48E0-8C47-D3A1F627BC9D}">
      <dgm:prSet/>
      <dgm:spPr/>
      <dgm:t>
        <a:bodyPr/>
        <a:lstStyle/>
        <a:p>
          <a:endParaRPr lang="nb-NO"/>
        </a:p>
      </dgm:t>
    </dgm:pt>
    <dgm:pt modelId="{DD6B9EE7-6D87-4EA5-984C-71463F3A1982}">
      <dgm:prSet/>
      <dgm:spPr/>
      <dgm:t>
        <a:bodyPr/>
        <a:lstStyle/>
        <a:p>
          <a:pPr rtl="0"/>
          <a:r>
            <a:rPr lang="nb-NO" b="0" i="0" dirty="0" smtClean="0"/>
            <a:t>Uten miljø</a:t>
          </a:r>
          <a:endParaRPr lang="nb-NO" dirty="0"/>
        </a:p>
      </dgm:t>
    </dgm:pt>
    <dgm:pt modelId="{CA4934AF-A5C1-4769-9BCB-1945152CABD4}" type="parTrans" cxnId="{11498B31-E8D2-4267-9052-FFF0347C5174}">
      <dgm:prSet/>
      <dgm:spPr/>
      <dgm:t>
        <a:bodyPr/>
        <a:lstStyle/>
        <a:p>
          <a:endParaRPr lang="nb-NO"/>
        </a:p>
      </dgm:t>
    </dgm:pt>
    <dgm:pt modelId="{E8658C72-BE88-4FC1-B1EC-0B9204183D2E}" type="sibTrans" cxnId="{11498B31-E8D2-4267-9052-FFF0347C5174}">
      <dgm:prSet/>
      <dgm:spPr/>
      <dgm:t>
        <a:bodyPr/>
        <a:lstStyle/>
        <a:p>
          <a:endParaRPr lang="nb-NO"/>
        </a:p>
      </dgm:t>
    </dgm:pt>
    <dgm:pt modelId="{18C50882-0EAD-471B-B9F0-C70F49E08FA4}">
      <dgm:prSet/>
      <dgm:spPr/>
      <dgm:t>
        <a:bodyPr/>
        <a:lstStyle/>
        <a:p>
          <a:pPr rtl="0"/>
          <a:r>
            <a:rPr lang="nb-NO" b="0" i="0" dirty="0" smtClean="0"/>
            <a:t>Rask test</a:t>
          </a:r>
          <a:endParaRPr lang="nb-NO" dirty="0"/>
        </a:p>
      </dgm:t>
    </dgm:pt>
    <dgm:pt modelId="{D2B783EE-AD1C-4872-AE64-1EEB3BDC1B2F}" type="parTrans" cxnId="{5BD0C79A-3328-4818-91F4-1CCA99F8EC2E}">
      <dgm:prSet/>
      <dgm:spPr/>
      <dgm:t>
        <a:bodyPr/>
        <a:lstStyle/>
        <a:p>
          <a:endParaRPr lang="nb-NO"/>
        </a:p>
      </dgm:t>
    </dgm:pt>
    <dgm:pt modelId="{A3EB56F7-A236-4D82-8480-5937CDB75B90}" type="sibTrans" cxnId="{5BD0C79A-3328-4818-91F4-1CCA99F8EC2E}">
      <dgm:prSet/>
      <dgm:spPr/>
      <dgm:t>
        <a:bodyPr/>
        <a:lstStyle/>
        <a:p>
          <a:endParaRPr lang="nb-NO"/>
        </a:p>
      </dgm:t>
    </dgm:pt>
    <dgm:pt modelId="{99FE9580-2D0D-477E-88B2-781A14B98931}">
      <dgm:prSet/>
      <dgm:spPr/>
      <dgm:t>
        <a:bodyPr/>
        <a:lstStyle/>
        <a:p>
          <a:pPr rtl="0"/>
          <a:r>
            <a:rPr lang="nb-NO" b="0" i="0" dirty="0" smtClean="0"/>
            <a:t>Treg test</a:t>
          </a:r>
          <a:endParaRPr lang="nb-NO" dirty="0"/>
        </a:p>
      </dgm:t>
    </dgm:pt>
    <dgm:pt modelId="{9199B6B8-BB4C-4DD5-9D6C-90EC6FFFF8CE}" type="parTrans" cxnId="{F42EEFB4-229E-4306-8C2D-3DB74C5870C6}">
      <dgm:prSet/>
      <dgm:spPr/>
      <dgm:t>
        <a:bodyPr/>
        <a:lstStyle/>
        <a:p>
          <a:endParaRPr lang="nb-NO"/>
        </a:p>
      </dgm:t>
    </dgm:pt>
    <dgm:pt modelId="{D4306DB7-CF32-4FC4-B462-F624A4AE8959}" type="sibTrans" cxnId="{F42EEFB4-229E-4306-8C2D-3DB74C5870C6}">
      <dgm:prSet/>
      <dgm:spPr/>
      <dgm:t>
        <a:bodyPr/>
        <a:lstStyle/>
        <a:p>
          <a:endParaRPr lang="nb-NO"/>
        </a:p>
      </dgm:t>
    </dgm:pt>
    <dgm:pt modelId="{8E6B523F-736C-4E9F-8F34-C3ECE7492B0D}">
      <dgm:prSet/>
      <dgm:spPr/>
      <dgm:t>
        <a:bodyPr/>
        <a:lstStyle/>
        <a:p>
          <a:pPr rtl="0"/>
          <a:r>
            <a:rPr lang="nb-NO" dirty="0" smtClean="0"/>
            <a:t>Manuell</a:t>
          </a:r>
          <a:endParaRPr lang="nb-NO" dirty="0"/>
        </a:p>
      </dgm:t>
    </dgm:pt>
    <dgm:pt modelId="{635EAD54-40A2-40CB-B56C-2C2B448907DC}" type="parTrans" cxnId="{EA253F54-CAA2-4960-BBE4-F310E4EE8023}">
      <dgm:prSet/>
      <dgm:spPr/>
      <dgm:t>
        <a:bodyPr/>
        <a:lstStyle/>
        <a:p>
          <a:endParaRPr lang="nb-NO"/>
        </a:p>
      </dgm:t>
    </dgm:pt>
    <dgm:pt modelId="{BCEA80B6-001A-49DD-AC94-7E6999528E06}" type="sibTrans" cxnId="{EA253F54-CAA2-4960-BBE4-F310E4EE8023}">
      <dgm:prSet/>
      <dgm:spPr/>
      <dgm:t>
        <a:bodyPr/>
        <a:lstStyle/>
        <a:p>
          <a:endParaRPr lang="nb-NO"/>
        </a:p>
      </dgm:t>
    </dgm:pt>
    <dgm:pt modelId="{EC9EC7F0-3ACE-4AB6-8D03-1084BC3B859B}" type="pres">
      <dgm:prSet presAssocID="{F0DDC99D-A48A-4A80-A74C-926FC394AF23}" presName="diagram" presStyleCnt="0">
        <dgm:presLayoutVars>
          <dgm:dir/>
          <dgm:resizeHandles val="exact"/>
        </dgm:presLayoutVars>
      </dgm:prSet>
      <dgm:spPr/>
      <dgm:t>
        <a:bodyPr/>
        <a:lstStyle/>
        <a:p>
          <a:endParaRPr lang="nb-NO"/>
        </a:p>
      </dgm:t>
    </dgm:pt>
    <dgm:pt modelId="{5D002501-1AB6-4D41-B8D9-9712B97DDC29}" type="pres">
      <dgm:prSet presAssocID="{F8E1B48F-56D4-4895-8B12-ADABABBCE1C2}" presName="node" presStyleLbl="node1" presStyleIdx="0" presStyleCnt="9">
        <dgm:presLayoutVars>
          <dgm:bulletEnabled val="1"/>
        </dgm:presLayoutVars>
      </dgm:prSet>
      <dgm:spPr/>
      <dgm:t>
        <a:bodyPr/>
        <a:lstStyle/>
        <a:p>
          <a:endParaRPr lang="nb-NO"/>
        </a:p>
      </dgm:t>
    </dgm:pt>
    <dgm:pt modelId="{73F9B9B5-1102-4B38-8F93-A254D5902E9A}" type="pres">
      <dgm:prSet presAssocID="{C3741F67-E017-4860-B1DD-FB4344CFE287}" presName="sibTrans" presStyleCnt="0"/>
      <dgm:spPr/>
    </dgm:pt>
    <dgm:pt modelId="{CF62115F-AD2E-45F8-821E-8F90EA70D306}" type="pres">
      <dgm:prSet presAssocID="{39B8D423-A421-4E05-8AF9-B955914C0C98}" presName="node" presStyleLbl="node1" presStyleIdx="1" presStyleCnt="9">
        <dgm:presLayoutVars>
          <dgm:bulletEnabled val="1"/>
        </dgm:presLayoutVars>
      </dgm:prSet>
      <dgm:spPr/>
      <dgm:t>
        <a:bodyPr/>
        <a:lstStyle/>
        <a:p>
          <a:endParaRPr lang="nb-NO"/>
        </a:p>
      </dgm:t>
    </dgm:pt>
    <dgm:pt modelId="{F967C874-5B29-4543-8C8B-F3E98B61B33C}" type="pres">
      <dgm:prSet presAssocID="{9CA91701-F3ED-4603-895D-57AB2B133EE3}" presName="sibTrans" presStyleCnt="0"/>
      <dgm:spPr/>
    </dgm:pt>
    <dgm:pt modelId="{54AAA58F-CBD7-4B08-992C-5CF576E405AF}" type="pres">
      <dgm:prSet presAssocID="{76543C4B-22B5-46D4-B598-81CD74AFBF20}" presName="node" presStyleLbl="node1" presStyleIdx="2" presStyleCnt="9">
        <dgm:presLayoutVars>
          <dgm:bulletEnabled val="1"/>
        </dgm:presLayoutVars>
      </dgm:prSet>
      <dgm:spPr/>
      <dgm:t>
        <a:bodyPr/>
        <a:lstStyle/>
        <a:p>
          <a:endParaRPr lang="nb-NO"/>
        </a:p>
      </dgm:t>
    </dgm:pt>
    <dgm:pt modelId="{91C66DE0-E7DE-4C4E-A6F4-2759462D604D}" type="pres">
      <dgm:prSet presAssocID="{990B127B-7C92-4519-969E-32A1A1FACC56}" presName="sibTrans" presStyleCnt="0"/>
      <dgm:spPr/>
    </dgm:pt>
    <dgm:pt modelId="{986349FC-6AAA-42A3-AE71-7F7DF823F95F}" type="pres">
      <dgm:prSet presAssocID="{622FE664-80F4-4268-9D69-C9CFBDC8575E}" presName="node" presStyleLbl="node1" presStyleIdx="3" presStyleCnt="9">
        <dgm:presLayoutVars>
          <dgm:bulletEnabled val="1"/>
        </dgm:presLayoutVars>
      </dgm:prSet>
      <dgm:spPr/>
      <dgm:t>
        <a:bodyPr/>
        <a:lstStyle/>
        <a:p>
          <a:endParaRPr lang="nb-NO"/>
        </a:p>
      </dgm:t>
    </dgm:pt>
    <dgm:pt modelId="{984B7536-102B-42F0-968D-3F82F5CFA082}" type="pres">
      <dgm:prSet presAssocID="{0AE0EB91-547F-4C95-9B44-D3B7A8469E6E}" presName="sibTrans" presStyleCnt="0"/>
      <dgm:spPr/>
    </dgm:pt>
    <dgm:pt modelId="{C6EABE65-8FEB-4580-9355-51D0634AD0C3}" type="pres">
      <dgm:prSet presAssocID="{7435E2B1-7A97-419A-A63E-430377FDFCAE}" presName="node" presStyleLbl="node1" presStyleIdx="4" presStyleCnt="9">
        <dgm:presLayoutVars>
          <dgm:bulletEnabled val="1"/>
        </dgm:presLayoutVars>
      </dgm:prSet>
      <dgm:spPr/>
      <dgm:t>
        <a:bodyPr/>
        <a:lstStyle/>
        <a:p>
          <a:endParaRPr lang="nb-NO"/>
        </a:p>
      </dgm:t>
    </dgm:pt>
    <dgm:pt modelId="{A41BF630-16D2-4BA6-8F93-B5CC2BE126B5}" type="pres">
      <dgm:prSet presAssocID="{AF22E7AB-9D98-413B-8F5E-398F734C1140}" presName="sibTrans" presStyleCnt="0"/>
      <dgm:spPr/>
    </dgm:pt>
    <dgm:pt modelId="{ACCE192B-337C-4326-9A3A-2113C71A9B6D}" type="pres">
      <dgm:prSet presAssocID="{DD6B9EE7-6D87-4EA5-984C-71463F3A1982}" presName="node" presStyleLbl="node1" presStyleIdx="5" presStyleCnt="9">
        <dgm:presLayoutVars>
          <dgm:bulletEnabled val="1"/>
        </dgm:presLayoutVars>
      </dgm:prSet>
      <dgm:spPr/>
      <dgm:t>
        <a:bodyPr/>
        <a:lstStyle/>
        <a:p>
          <a:endParaRPr lang="nb-NO"/>
        </a:p>
      </dgm:t>
    </dgm:pt>
    <dgm:pt modelId="{98186F95-2C71-4688-96CC-1AAEC93051DA}" type="pres">
      <dgm:prSet presAssocID="{E8658C72-BE88-4FC1-B1EC-0B9204183D2E}" presName="sibTrans" presStyleCnt="0"/>
      <dgm:spPr/>
    </dgm:pt>
    <dgm:pt modelId="{0650251E-4786-4C67-8AC5-66988AFE086C}" type="pres">
      <dgm:prSet presAssocID="{18C50882-0EAD-471B-B9F0-C70F49E08FA4}" presName="node" presStyleLbl="node1" presStyleIdx="6" presStyleCnt="9">
        <dgm:presLayoutVars>
          <dgm:bulletEnabled val="1"/>
        </dgm:presLayoutVars>
      </dgm:prSet>
      <dgm:spPr/>
      <dgm:t>
        <a:bodyPr/>
        <a:lstStyle/>
        <a:p>
          <a:endParaRPr lang="nb-NO"/>
        </a:p>
      </dgm:t>
    </dgm:pt>
    <dgm:pt modelId="{AF1D23BB-5421-4308-9C64-80713978A331}" type="pres">
      <dgm:prSet presAssocID="{A3EB56F7-A236-4D82-8480-5937CDB75B90}" presName="sibTrans" presStyleCnt="0"/>
      <dgm:spPr/>
    </dgm:pt>
    <dgm:pt modelId="{A824AA03-BF75-4C0A-B20D-214B05A2F524}" type="pres">
      <dgm:prSet presAssocID="{99FE9580-2D0D-477E-88B2-781A14B98931}" presName="node" presStyleLbl="node1" presStyleIdx="7" presStyleCnt="9">
        <dgm:presLayoutVars>
          <dgm:bulletEnabled val="1"/>
        </dgm:presLayoutVars>
      </dgm:prSet>
      <dgm:spPr/>
      <dgm:t>
        <a:bodyPr/>
        <a:lstStyle/>
        <a:p>
          <a:endParaRPr lang="nb-NO"/>
        </a:p>
      </dgm:t>
    </dgm:pt>
    <dgm:pt modelId="{9E2A5C9E-863F-4816-919D-A52F55D531EF}" type="pres">
      <dgm:prSet presAssocID="{D4306DB7-CF32-4FC4-B462-F624A4AE8959}" presName="sibTrans" presStyleCnt="0"/>
      <dgm:spPr/>
    </dgm:pt>
    <dgm:pt modelId="{827DA990-BFE4-4930-BE4E-CF2731E6E097}" type="pres">
      <dgm:prSet presAssocID="{8E6B523F-736C-4E9F-8F34-C3ECE7492B0D}" presName="node" presStyleLbl="node1" presStyleIdx="8" presStyleCnt="9">
        <dgm:presLayoutVars>
          <dgm:bulletEnabled val="1"/>
        </dgm:presLayoutVars>
      </dgm:prSet>
      <dgm:spPr/>
      <dgm:t>
        <a:bodyPr/>
        <a:lstStyle/>
        <a:p>
          <a:endParaRPr lang="nb-NO"/>
        </a:p>
      </dgm:t>
    </dgm:pt>
  </dgm:ptLst>
  <dgm:cxnLst>
    <dgm:cxn modelId="{AFB5243C-8A28-48EF-88C4-5F9EDC374239}" type="presOf" srcId="{F8E1B48F-56D4-4895-8B12-ADABABBCE1C2}" destId="{5D002501-1AB6-4D41-B8D9-9712B97DDC29}" srcOrd="0" destOrd="0" presId="urn:microsoft.com/office/officeart/2005/8/layout/default"/>
    <dgm:cxn modelId="{089906B1-9976-4455-A3C1-11C1F490CD30}" type="presOf" srcId="{F0DDC99D-A48A-4A80-A74C-926FC394AF23}" destId="{EC9EC7F0-3ACE-4AB6-8D03-1084BC3B859B}" srcOrd="0" destOrd="0" presId="urn:microsoft.com/office/officeart/2005/8/layout/default"/>
    <dgm:cxn modelId="{F42EEFB4-229E-4306-8C2D-3DB74C5870C6}" srcId="{F0DDC99D-A48A-4A80-A74C-926FC394AF23}" destId="{99FE9580-2D0D-477E-88B2-781A14B98931}" srcOrd="7" destOrd="0" parTransId="{9199B6B8-BB4C-4DD5-9D6C-90EC6FFFF8CE}" sibTransId="{D4306DB7-CF32-4FC4-B462-F624A4AE8959}"/>
    <dgm:cxn modelId="{5BD0C79A-3328-4818-91F4-1CCA99F8EC2E}" srcId="{F0DDC99D-A48A-4A80-A74C-926FC394AF23}" destId="{18C50882-0EAD-471B-B9F0-C70F49E08FA4}" srcOrd="6" destOrd="0" parTransId="{D2B783EE-AD1C-4872-AE64-1EEB3BDC1B2F}" sibTransId="{A3EB56F7-A236-4D82-8480-5937CDB75B90}"/>
    <dgm:cxn modelId="{72F012A1-6900-4A2E-9E01-706C8E3EE152}" type="presOf" srcId="{DD6B9EE7-6D87-4EA5-984C-71463F3A1982}" destId="{ACCE192B-337C-4326-9A3A-2113C71A9B6D}" srcOrd="0" destOrd="0" presId="urn:microsoft.com/office/officeart/2005/8/layout/default"/>
    <dgm:cxn modelId="{9594D557-CBE0-43D1-9253-EE0620E9D5E6}" type="presOf" srcId="{622FE664-80F4-4268-9D69-C9CFBDC8575E}" destId="{986349FC-6AAA-42A3-AE71-7F7DF823F95F}" srcOrd="0" destOrd="0" presId="urn:microsoft.com/office/officeart/2005/8/layout/default"/>
    <dgm:cxn modelId="{A1C44BF9-C281-4F81-B6FE-87EB13C69A31}" type="presOf" srcId="{18C50882-0EAD-471B-B9F0-C70F49E08FA4}" destId="{0650251E-4786-4C67-8AC5-66988AFE086C}" srcOrd="0" destOrd="0" presId="urn:microsoft.com/office/officeart/2005/8/layout/default"/>
    <dgm:cxn modelId="{B5270A03-79BC-48CC-8853-35094F934BAA}" type="presOf" srcId="{8E6B523F-736C-4E9F-8F34-C3ECE7492B0D}" destId="{827DA990-BFE4-4930-BE4E-CF2731E6E097}" srcOrd="0" destOrd="0" presId="urn:microsoft.com/office/officeart/2005/8/layout/default"/>
    <dgm:cxn modelId="{F82947D7-CED7-41F0-ADD3-1B8B73C7C694}" srcId="{F0DDC99D-A48A-4A80-A74C-926FC394AF23}" destId="{39B8D423-A421-4E05-8AF9-B955914C0C98}" srcOrd="1" destOrd="0" parTransId="{0EAF378A-241E-4B75-8145-A8327FE01861}" sibTransId="{9CA91701-F3ED-4603-895D-57AB2B133EE3}"/>
    <dgm:cxn modelId="{6DE19C05-A97E-48E0-8C47-D3A1F627BC9D}" srcId="{F0DDC99D-A48A-4A80-A74C-926FC394AF23}" destId="{7435E2B1-7A97-419A-A63E-430377FDFCAE}" srcOrd="4" destOrd="0" parTransId="{22AAC961-B3C7-4A43-AABC-E4ABFF631928}" sibTransId="{AF22E7AB-9D98-413B-8F5E-398F734C1140}"/>
    <dgm:cxn modelId="{5B5E2A3C-8BE3-4A54-AFBD-953F4C18F00E}" type="presOf" srcId="{39B8D423-A421-4E05-8AF9-B955914C0C98}" destId="{CF62115F-AD2E-45F8-821E-8F90EA70D306}" srcOrd="0" destOrd="0" presId="urn:microsoft.com/office/officeart/2005/8/layout/default"/>
    <dgm:cxn modelId="{7ADE9B44-0E9E-49BB-ABF1-BEF47AF4E234}" type="presOf" srcId="{76543C4B-22B5-46D4-B598-81CD74AFBF20}" destId="{54AAA58F-CBD7-4B08-992C-5CF576E405AF}" srcOrd="0" destOrd="0" presId="urn:microsoft.com/office/officeart/2005/8/layout/default"/>
    <dgm:cxn modelId="{AF0C793E-4C30-48A9-9B67-9A41B0000570}" srcId="{F0DDC99D-A48A-4A80-A74C-926FC394AF23}" destId="{622FE664-80F4-4268-9D69-C9CFBDC8575E}" srcOrd="3" destOrd="0" parTransId="{2196009C-D6A3-4437-9C6A-82B30CABFE81}" sibTransId="{0AE0EB91-547F-4C95-9B44-D3B7A8469E6E}"/>
    <dgm:cxn modelId="{48DD91D6-3F83-4484-A037-3294752CAC58}" type="presOf" srcId="{99FE9580-2D0D-477E-88B2-781A14B98931}" destId="{A824AA03-BF75-4C0A-B20D-214B05A2F524}" srcOrd="0" destOrd="0" presId="urn:microsoft.com/office/officeart/2005/8/layout/default"/>
    <dgm:cxn modelId="{11498B31-E8D2-4267-9052-FFF0347C5174}" srcId="{F0DDC99D-A48A-4A80-A74C-926FC394AF23}" destId="{DD6B9EE7-6D87-4EA5-984C-71463F3A1982}" srcOrd="5" destOrd="0" parTransId="{CA4934AF-A5C1-4769-9BCB-1945152CABD4}" sibTransId="{E8658C72-BE88-4FC1-B1EC-0B9204183D2E}"/>
    <dgm:cxn modelId="{DE4A2C51-200A-427B-B06F-C0E152FF65CB}" srcId="{F0DDC99D-A48A-4A80-A74C-926FC394AF23}" destId="{76543C4B-22B5-46D4-B598-81CD74AFBF20}" srcOrd="2" destOrd="0" parTransId="{8F609D13-6CF0-4C88-B454-A8F3203AFC51}" sibTransId="{990B127B-7C92-4519-969E-32A1A1FACC56}"/>
    <dgm:cxn modelId="{D87308FD-F52D-40DC-A243-0DDD3A8876AE}" type="presOf" srcId="{7435E2B1-7A97-419A-A63E-430377FDFCAE}" destId="{C6EABE65-8FEB-4580-9355-51D0634AD0C3}" srcOrd="0" destOrd="0" presId="urn:microsoft.com/office/officeart/2005/8/layout/default"/>
    <dgm:cxn modelId="{AEC1978D-1B97-4BF2-88A5-2AF58C5EE4E8}" srcId="{F0DDC99D-A48A-4A80-A74C-926FC394AF23}" destId="{F8E1B48F-56D4-4895-8B12-ADABABBCE1C2}" srcOrd="0" destOrd="0" parTransId="{9171769C-CDA7-451B-81EC-D90BB0D2502B}" sibTransId="{C3741F67-E017-4860-B1DD-FB4344CFE287}"/>
    <dgm:cxn modelId="{EA253F54-CAA2-4960-BBE4-F310E4EE8023}" srcId="{F0DDC99D-A48A-4A80-A74C-926FC394AF23}" destId="{8E6B523F-736C-4E9F-8F34-C3ECE7492B0D}" srcOrd="8" destOrd="0" parTransId="{635EAD54-40A2-40CB-B56C-2C2B448907DC}" sibTransId="{BCEA80B6-001A-49DD-AC94-7E6999528E06}"/>
    <dgm:cxn modelId="{E0A4AAE0-A42A-41AE-AE12-0D5D487EEFB5}" type="presParOf" srcId="{EC9EC7F0-3ACE-4AB6-8D03-1084BC3B859B}" destId="{5D002501-1AB6-4D41-B8D9-9712B97DDC29}" srcOrd="0" destOrd="0" presId="urn:microsoft.com/office/officeart/2005/8/layout/default"/>
    <dgm:cxn modelId="{8B4EACFB-EBA7-4F60-A5EE-95E929C80C48}" type="presParOf" srcId="{EC9EC7F0-3ACE-4AB6-8D03-1084BC3B859B}" destId="{73F9B9B5-1102-4B38-8F93-A254D5902E9A}" srcOrd="1" destOrd="0" presId="urn:microsoft.com/office/officeart/2005/8/layout/default"/>
    <dgm:cxn modelId="{3F91AC17-8B33-4448-B46E-8605C5E39EA1}" type="presParOf" srcId="{EC9EC7F0-3ACE-4AB6-8D03-1084BC3B859B}" destId="{CF62115F-AD2E-45F8-821E-8F90EA70D306}" srcOrd="2" destOrd="0" presId="urn:microsoft.com/office/officeart/2005/8/layout/default"/>
    <dgm:cxn modelId="{7F4BDF1C-FFA7-4629-9A24-03725CEBDED9}" type="presParOf" srcId="{EC9EC7F0-3ACE-4AB6-8D03-1084BC3B859B}" destId="{F967C874-5B29-4543-8C8B-F3E98B61B33C}" srcOrd="3" destOrd="0" presId="urn:microsoft.com/office/officeart/2005/8/layout/default"/>
    <dgm:cxn modelId="{B5DBCB97-65B5-4A10-8342-CDF11D6E0065}" type="presParOf" srcId="{EC9EC7F0-3ACE-4AB6-8D03-1084BC3B859B}" destId="{54AAA58F-CBD7-4B08-992C-5CF576E405AF}" srcOrd="4" destOrd="0" presId="urn:microsoft.com/office/officeart/2005/8/layout/default"/>
    <dgm:cxn modelId="{C4646356-6509-4BD9-80FA-F1F842EB4BB6}" type="presParOf" srcId="{EC9EC7F0-3ACE-4AB6-8D03-1084BC3B859B}" destId="{91C66DE0-E7DE-4C4E-A6F4-2759462D604D}" srcOrd="5" destOrd="0" presId="urn:microsoft.com/office/officeart/2005/8/layout/default"/>
    <dgm:cxn modelId="{662F8BA5-91F5-4420-82D7-47139D5E0F34}" type="presParOf" srcId="{EC9EC7F0-3ACE-4AB6-8D03-1084BC3B859B}" destId="{986349FC-6AAA-42A3-AE71-7F7DF823F95F}" srcOrd="6" destOrd="0" presId="urn:microsoft.com/office/officeart/2005/8/layout/default"/>
    <dgm:cxn modelId="{6A0C90EF-53A6-45D9-BEF0-0DEB7461F10C}" type="presParOf" srcId="{EC9EC7F0-3ACE-4AB6-8D03-1084BC3B859B}" destId="{984B7536-102B-42F0-968D-3F82F5CFA082}" srcOrd="7" destOrd="0" presId="urn:microsoft.com/office/officeart/2005/8/layout/default"/>
    <dgm:cxn modelId="{A0848D09-7C2F-43CA-B0F2-67F31F9DDF77}" type="presParOf" srcId="{EC9EC7F0-3ACE-4AB6-8D03-1084BC3B859B}" destId="{C6EABE65-8FEB-4580-9355-51D0634AD0C3}" srcOrd="8" destOrd="0" presId="urn:microsoft.com/office/officeart/2005/8/layout/default"/>
    <dgm:cxn modelId="{9CE82809-99EA-4FA5-BDA1-A3B057257EEF}" type="presParOf" srcId="{EC9EC7F0-3ACE-4AB6-8D03-1084BC3B859B}" destId="{A41BF630-16D2-4BA6-8F93-B5CC2BE126B5}" srcOrd="9" destOrd="0" presId="urn:microsoft.com/office/officeart/2005/8/layout/default"/>
    <dgm:cxn modelId="{453053CA-5DFE-4CBD-90BC-C85255994AE1}" type="presParOf" srcId="{EC9EC7F0-3ACE-4AB6-8D03-1084BC3B859B}" destId="{ACCE192B-337C-4326-9A3A-2113C71A9B6D}" srcOrd="10" destOrd="0" presId="urn:microsoft.com/office/officeart/2005/8/layout/default"/>
    <dgm:cxn modelId="{F72D868F-7331-4799-AFB3-6BBADBAF68E2}" type="presParOf" srcId="{EC9EC7F0-3ACE-4AB6-8D03-1084BC3B859B}" destId="{98186F95-2C71-4688-96CC-1AAEC93051DA}" srcOrd="11" destOrd="0" presId="urn:microsoft.com/office/officeart/2005/8/layout/default"/>
    <dgm:cxn modelId="{A666EDA6-869C-461A-A6AB-BC12211DE0D6}" type="presParOf" srcId="{EC9EC7F0-3ACE-4AB6-8D03-1084BC3B859B}" destId="{0650251E-4786-4C67-8AC5-66988AFE086C}" srcOrd="12" destOrd="0" presId="urn:microsoft.com/office/officeart/2005/8/layout/default"/>
    <dgm:cxn modelId="{6B552BA6-494A-427B-B351-72377D691671}" type="presParOf" srcId="{EC9EC7F0-3ACE-4AB6-8D03-1084BC3B859B}" destId="{AF1D23BB-5421-4308-9C64-80713978A331}" srcOrd="13" destOrd="0" presId="urn:microsoft.com/office/officeart/2005/8/layout/default"/>
    <dgm:cxn modelId="{1FD5F6F4-8D40-4073-A821-7390FC55D737}" type="presParOf" srcId="{EC9EC7F0-3ACE-4AB6-8D03-1084BC3B859B}" destId="{A824AA03-BF75-4C0A-B20D-214B05A2F524}" srcOrd="14" destOrd="0" presId="urn:microsoft.com/office/officeart/2005/8/layout/default"/>
    <dgm:cxn modelId="{CCCB5876-3DDE-4925-A732-FD09F41492B6}" type="presParOf" srcId="{EC9EC7F0-3ACE-4AB6-8D03-1084BC3B859B}" destId="{9E2A5C9E-863F-4816-919D-A52F55D531EF}" srcOrd="15" destOrd="0" presId="urn:microsoft.com/office/officeart/2005/8/layout/default"/>
    <dgm:cxn modelId="{61931935-EE77-437C-BF46-B749C0DC72BC}" type="presParOf" srcId="{EC9EC7F0-3ACE-4AB6-8D03-1084BC3B859B}" destId="{827DA990-BFE4-4930-BE4E-CF2731E6E097}" srcOrd="16"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FC9F03-7DD6-489A-B0F2-A35F20F4B0A1}" type="doc">
      <dgm:prSet loTypeId="urn:microsoft.com/office/officeart/2005/8/layout/hList1" loCatId="list" qsTypeId="urn:microsoft.com/office/officeart/2005/8/quickstyle/simple1" qsCatId="simple" csTypeId="urn:microsoft.com/office/officeart/2005/8/colors/accent2_2" csCatId="accent2" phldr="1"/>
      <dgm:spPr/>
      <dgm:t>
        <a:bodyPr/>
        <a:lstStyle/>
        <a:p>
          <a:endParaRPr lang="nb-NO"/>
        </a:p>
      </dgm:t>
    </dgm:pt>
    <dgm:pt modelId="{723BB8E8-F397-4FFB-B1FD-48D140289C10}">
      <dgm:prSet/>
      <dgm:spPr>
        <a:solidFill>
          <a:srgbClr val="FFC000"/>
        </a:solidFill>
      </dgm:spPr>
      <dgm:t>
        <a:bodyPr/>
        <a:lstStyle/>
        <a:p>
          <a:pPr rtl="0"/>
          <a:r>
            <a:rPr lang="nb-NO" b="1" dirty="0" smtClean="0"/>
            <a:t>Enhetstest (</a:t>
          </a:r>
          <a:r>
            <a:rPr lang="nb-NO" b="1" dirty="0" err="1" smtClean="0"/>
            <a:t>Unit</a:t>
          </a:r>
          <a:r>
            <a:rPr lang="nb-NO" b="1" dirty="0" smtClean="0"/>
            <a:t>)</a:t>
          </a:r>
          <a:endParaRPr lang="nb-NO" b="1" dirty="0"/>
        </a:p>
      </dgm:t>
    </dgm:pt>
    <dgm:pt modelId="{C6639A2B-1769-4A50-84E9-9D6D63A5665A}" type="parTrans" cxnId="{5071C872-623C-4D93-B84A-EB7ABA663010}">
      <dgm:prSet/>
      <dgm:spPr/>
      <dgm:t>
        <a:bodyPr/>
        <a:lstStyle/>
        <a:p>
          <a:endParaRPr lang="nb-NO"/>
        </a:p>
      </dgm:t>
    </dgm:pt>
    <dgm:pt modelId="{B0378CF8-17B3-4F5F-83DF-076EC8BC10E2}" type="sibTrans" cxnId="{5071C872-623C-4D93-B84A-EB7ABA663010}">
      <dgm:prSet/>
      <dgm:spPr/>
      <dgm:t>
        <a:bodyPr/>
        <a:lstStyle/>
        <a:p>
          <a:endParaRPr lang="nb-NO"/>
        </a:p>
      </dgm:t>
    </dgm:pt>
    <dgm:pt modelId="{65E3B278-50F2-4000-99F8-5DD0C9C8C3C4}">
      <dgm:prSet/>
      <dgm:spPr>
        <a:solidFill>
          <a:srgbClr val="FFC000"/>
        </a:solidFill>
      </dgm:spPr>
      <dgm:t>
        <a:bodyPr/>
        <a:lstStyle/>
        <a:p>
          <a:pPr rtl="0"/>
          <a:r>
            <a:rPr lang="nb-NO" b="1" dirty="0" smtClean="0"/>
            <a:t>Service test</a:t>
          </a:r>
          <a:endParaRPr lang="nb-NO" b="1" dirty="0"/>
        </a:p>
      </dgm:t>
    </dgm:pt>
    <dgm:pt modelId="{4918615D-D854-40D5-83F9-B473C6AB95C0}" type="parTrans" cxnId="{CB26A85E-1BBB-49D8-A78F-E3353AE7B2E2}">
      <dgm:prSet/>
      <dgm:spPr/>
      <dgm:t>
        <a:bodyPr/>
        <a:lstStyle/>
        <a:p>
          <a:endParaRPr lang="nb-NO"/>
        </a:p>
      </dgm:t>
    </dgm:pt>
    <dgm:pt modelId="{0D72A7A7-4C8B-4351-AA9F-675E26CBE8B9}" type="sibTrans" cxnId="{CB26A85E-1BBB-49D8-A78F-E3353AE7B2E2}">
      <dgm:prSet/>
      <dgm:spPr/>
      <dgm:t>
        <a:bodyPr/>
        <a:lstStyle/>
        <a:p>
          <a:endParaRPr lang="nb-NO"/>
        </a:p>
      </dgm:t>
    </dgm:pt>
    <dgm:pt modelId="{9068ABFC-8DFC-4DDF-8FE0-2762CA1C4210}">
      <dgm:prSet/>
      <dgm:spPr>
        <a:solidFill>
          <a:srgbClr val="FFC000"/>
        </a:solidFill>
      </dgm:spPr>
      <dgm:t>
        <a:bodyPr/>
        <a:lstStyle/>
        <a:p>
          <a:pPr rtl="0"/>
          <a:r>
            <a:rPr lang="nb-NO" b="1" dirty="0" err="1" smtClean="0"/>
            <a:t>Multi-service</a:t>
          </a:r>
          <a:r>
            <a:rPr lang="nb-NO" b="1" dirty="0" smtClean="0"/>
            <a:t> test</a:t>
          </a:r>
          <a:endParaRPr lang="nb-NO" b="1" dirty="0"/>
        </a:p>
      </dgm:t>
    </dgm:pt>
    <dgm:pt modelId="{24985BCA-9776-4F24-89EF-27E641911ABF}" type="parTrans" cxnId="{D78C011C-F68B-497A-84C2-A3D08491B3ED}">
      <dgm:prSet/>
      <dgm:spPr/>
      <dgm:t>
        <a:bodyPr/>
        <a:lstStyle/>
        <a:p>
          <a:endParaRPr lang="nb-NO"/>
        </a:p>
      </dgm:t>
    </dgm:pt>
    <dgm:pt modelId="{7C075397-F3A3-4A80-9A91-B4185D5CF767}" type="sibTrans" cxnId="{D78C011C-F68B-497A-84C2-A3D08491B3ED}">
      <dgm:prSet/>
      <dgm:spPr/>
      <dgm:t>
        <a:bodyPr/>
        <a:lstStyle/>
        <a:p>
          <a:endParaRPr lang="nb-NO"/>
        </a:p>
      </dgm:t>
    </dgm:pt>
    <dgm:pt modelId="{4720CE55-C903-469C-BC40-A03F231D308E}">
      <dgm:prSet/>
      <dgm:spPr>
        <a:solidFill>
          <a:srgbClr val="FFC000"/>
        </a:solidFill>
      </dgm:spPr>
      <dgm:t>
        <a:bodyPr/>
        <a:lstStyle/>
        <a:p>
          <a:pPr rtl="0"/>
          <a:r>
            <a:rPr lang="nb-NO" b="1" dirty="0" smtClean="0"/>
            <a:t>System </a:t>
          </a:r>
          <a:r>
            <a:rPr lang="nb-NO" b="1" dirty="0" err="1" smtClean="0"/>
            <a:t>multi-node</a:t>
          </a:r>
          <a:r>
            <a:rPr lang="nb-NO" b="1" dirty="0" smtClean="0"/>
            <a:t> test</a:t>
          </a:r>
          <a:endParaRPr lang="nb-NO" b="1" dirty="0"/>
        </a:p>
      </dgm:t>
    </dgm:pt>
    <dgm:pt modelId="{A0A195AF-E176-4C48-B86C-1F5B8FF18FD4}" type="parTrans" cxnId="{9B5FBA5A-A4A8-42EB-B071-FF6AD1CA2CA6}">
      <dgm:prSet/>
      <dgm:spPr/>
      <dgm:t>
        <a:bodyPr/>
        <a:lstStyle/>
        <a:p>
          <a:endParaRPr lang="nb-NO"/>
        </a:p>
      </dgm:t>
    </dgm:pt>
    <dgm:pt modelId="{CB3DADBA-B154-4878-9F23-1367CD5CC1FF}" type="sibTrans" cxnId="{9B5FBA5A-A4A8-42EB-B071-FF6AD1CA2CA6}">
      <dgm:prSet/>
      <dgm:spPr/>
      <dgm:t>
        <a:bodyPr/>
        <a:lstStyle/>
        <a:p>
          <a:endParaRPr lang="nb-NO"/>
        </a:p>
      </dgm:t>
    </dgm:pt>
    <dgm:pt modelId="{C67CB8FA-86F7-4303-AA59-34CB2C0AAE4F}">
      <dgm:prSet/>
      <dgm:spPr/>
      <dgm:t>
        <a:bodyPr/>
        <a:lstStyle/>
        <a:p>
          <a:pPr rtl="0"/>
          <a:r>
            <a:rPr lang="nb-NO" dirty="0" smtClean="0"/>
            <a:t>Full isolasjon</a:t>
          </a:r>
          <a:endParaRPr lang="nb-NO" dirty="0"/>
        </a:p>
      </dgm:t>
    </dgm:pt>
    <dgm:pt modelId="{1497B5CD-638F-4140-B8FB-7CF25F564862}" type="parTrans" cxnId="{554FB08E-745E-4D37-96CC-18061615DEFA}">
      <dgm:prSet/>
      <dgm:spPr/>
      <dgm:t>
        <a:bodyPr/>
        <a:lstStyle/>
        <a:p>
          <a:endParaRPr lang="nb-NO"/>
        </a:p>
      </dgm:t>
    </dgm:pt>
    <dgm:pt modelId="{48CFC1D3-15A3-493C-8E12-ECF9CA9A4DC9}" type="sibTrans" cxnId="{554FB08E-745E-4D37-96CC-18061615DEFA}">
      <dgm:prSet/>
      <dgm:spPr/>
      <dgm:t>
        <a:bodyPr/>
        <a:lstStyle/>
        <a:p>
          <a:endParaRPr lang="nb-NO"/>
        </a:p>
      </dgm:t>
    </dgm:pt>
    <dgm:pt modelId="{1869F917-5046-44BF-A8A8-8BF4CE0A7061}">
      <dgm:prSet/>
      <dgm:spPr/>
      <dgm:t>
        <a:bodyPr/>
        <a:lstStyle/>
        <a:p>
          <a:pPr rtl="0"/>
          <a:r>
            <a:rPr lang="nb-NO" dirty="0" smtClean="0"/>
            <a:t>Kode nær</a:t>
          </a:r>
          <a:endParaRPr lang="nb-NO" dirty="0"/>
        </a:p>
      </dgm:t>
    </dgm:pt>
    <dgm:pt modelId="{6F4F3E13-EE2B-43E3-A64E-F0E85761B328}" type="parTrans" cxnId="{11C5FA34-5604-49DF-889F-6419C369C7AB}">
      <dgm:prSet/>
      <dgm:spPr/>
      <dgm:t>
        <a:bodyPr/>
        <a:lstStyle/>
        <a:p>
          <a:endParaRPr lang="nb-NO"/>
        </a:p>
      </dgm:t>
    </dgm:pt>
    <dgm:pt modelId="{818ADD10-6AB7-4485-99B3-0833C0E4F1A6}" type="sibTrans" cxnId="{11C5FA34-5604-49DF-889F-6419C369C7AB}">
      <dgm:prSet/>
      <dgm:spPr/>
      <dgm:t>
        <a:bodyPr/>
        <a:lstStyle/>
        <a:p>
          <a:endParaRPr lang="nb-NO"/>
        </a:p>
      </dgm:t>
    </dgm:pt>
    <dgm:pt modelId="{4FCBABA6-2BA5-4286-AC87-BC0FF203C6B8}">
      <dgm:prSet/>
      <dgm:spPr/>
      <dgm:t>
        <a:bodyPr/>
        <a:lstStyle/>
        <a:p>
          <a:pPr rtl="0"/>
          <a:r>
            <a:rPr lang="nb-NO" dirty="0" smtClean="0"/>
            <a:t>White </a:t>
          </a:r>
          <a:r>
            <a:rPr lang="nb-NO" dirty="0" err="1" smtClean="0"/>
            <a:t>box</a:t>
          </a:r>
          <a:r>
            <a:rPr lang="nb-NO" dirty="0" smtClean="0"/>
            <a:t> (åpent innhold)</a:t>
          </a:r>
          <a:endParaRPr lang="nb-NO" dirty="0"/>
        </a:p>
      </dgm:t>
    </dgm:pt>
    <dgm:pt modelId="{E0038CF8-5D5E-4D26-82AA-491BDD2AEA3F}" type="parTrans" cxnId="{0F09AA6E-5E26-4292-A592-D2484607221E}">
      <dgm:prSet/>
      <dgm:spPr/>
      <dgm:t>
        <a:bodyPr/>
        <a:lstStyle/>
        <a:p>
          <a:endParaRPr lang="nb-NO"/>
        </a:p>
      </dgm:t>
    </dgm:pt>
    <dgm:pt modelId="{6B04EA6F-EF1B-445E-ADB8-A61552E9C88A}" type="sibTrans" cxnId="{0F09AA6E-5E26-4292-A592-D2484607221E}">
      <dgm:prSet/>
      <dgm:spPr/>
      <dgm:t>
        <a:bodyPr/>
        <a:lstStyle/>
        <a:p>
          <a:endParaRPr lang="nb-NO"/>
        </a:p>
      </dgm:t>
    </dgm:pt>
    <dgm:pt modelId="{1E848303-196E-4697-938E-4D981C60A4DB}">
      <dgm:prSet/>
      <dgm:spPr/>
      <dgm:t>
        <a:bodyPr/>
        <a:lstStyle/>
        <a:p>
          <a:pPr rtl="0"/>
          <a:r>
            <a:rPr lang="nb-NO" dirty="0" smtClean="0"/>
            <a:t>Flere prosesser</a:t>
          </a:r>
          <a:endParaRPr lang="nb-NO" dirty="0"/>
        </a:p>
      </dgm:t>
    </dgm:pt>
    <dgm:pt modelId="{C05C3605-1405-44B3-BF45-00AC319028CE}" type="parTrans" cxnId="{C8F4648F-34B5-4A19-A1B6-E947D85E8CFE}">
      <dgm:prSet/>
      <dgm:spPr/>
      <dgm:t>
        <a:bodyPr/>
        <a:lstStyle/>
        <a:p>
          <a:endParaRPr lang="nb-NO"/>
        </a:p>
      </dgm:t>
    </dgm:pt>
    <dgm:pt modelId="{465AD3A1-ADB2-4427-9E05-55843409EA9B}" type="sibTrans" cxnId="{C8F4648F-34B5-4A19-A1B6-E947D85E8CFE}">
      <dgm:prSet/>
      <dgm:spPr/>
      <dgm:t>
        <a:bodyPr/>
        <a:lstStyle/>
        <a:p>
          <a:endParaRPr lang="nb-NO"/>
        </a:p>
      </dgm:t>
    </dgm:pt>
    <dgm:pt modelId="{EE45828E-4C18-483C-87B1-4DC6E4381153}">
      <dgm:prSet/>
      <dgm:spPr>
        <a:solidFill>
          <a:srgbClr val="FFC000"/>
        </a:solidFill>
      </dgm:spPr>
      <dgm:t>
        <a:bodyPr/>
        <a:lstStyle/>
        <a:p>
          <a:pPr rtl="0"/>
          <a:r>
            <a:rPr lang="nb-NO" b="1" dirty="0" smtClean="0"/>
            <a:t>System test</a:t>
          </a:r>
          <a:endParaRPr lang="nb-NO" b="1" dirty="0"/>
        </a:p>
      </dgm:t>
    </dgm:pt>
    <dgm:pt modelId="{0BB8F722-A5D1-44E1-8983-45E1D2C3DECA}" type="parTrans" cxnId="{E175D769-916B-4C6C-8A55-1F04B19673DE}">
      <dgm:prSet/>
      <dgm:spPr/>
      <dgm:t>
        <a:bodyPr/>
        <a:lstStyle/>
        <a:p>
          <a:endParaRPr lang="nb-NO"/>
        </a:p>
      </dgm:t>
    </dgm:pt>
    <dgm:pt modelId="{11DD9897-7E7C-4A29-B595-9B0F5CFB518E}" type="sibTrans" cxnId="{E175D769-916B-4C6C-8A55-1F04B19673DE}">
      <dgm:prSet/>
      <dgm:spPr/>
      <dgm:t>
        <a:bodyPr/>
        <a:lstStyle/>
        <a:p>
          <a:endParaRPr lang="nb-NO"/>
        </a:p>
      </dgm:t>
    </dgm:pt>
    <dgm:pt modelId="{B145191C-CDFC-455E-A447-40C7DF16821C}">
      <dgm:prSet/>
      <dgm:spPr/>
      <dgm:t>
        <a:bodyPr/>
        <a:lstStyle/>
        <a:p>
          <a:pPr rtl="0"/>
          <a:r>
            <a:rPr lang="nb-NO" dirty="0" smtClean="0"/>
            <a:t>En node</a:t>
          </a:r>
          <a:endParaRPr lang="nb-NO" dirty="0"/>
        </a:p>
      </dgm:t>
    </dgm:pt>
    <dgm:pt modelId="{D63954DB-ACD5-4C23-B447-F25E042ECB65}" type="parTrans" cxnId="{E8A46969-82B5-4C0E-AEBF-C0EEBD1ABF34}">
      <dgm:prSet/>
      <dgm:spPr/>
      <dgm:t>
        <a:bodyPr/>
        <a:lstStyle/>
        <a:p>
          <a:endParaRPr lang="nb-NO"/>
        </a:p>
      </dgm:t>
    </dgm:pt>
    <dgm:pt modelId="{951F8F05-7D1C-4238-BFF2-5635F2F207AB}" type="sibTrans" cxnId="{E8A46969-82B5-4C0E-AEBF-C0EEBD1ABF34}">
      <dgm:prSet/>
      <dgm:spPr/>
      <dgm:t>
        <a:bodyPr/>
        <a:lstStyle/>
        <a:p>
          <a:endParaRPr lang="nb-NO"/>
        </a:p>
      </dgm:t>
    </dgm:pt>
    <dgm:pt modelId="{FA2EE6FB-2E91-445D-B721-17AAD0B8E054}">
      <dgm:prSet/>
      <dgm:spPr/>
      <dgm:t>
        <a:bodyPr/>
        <a:lstStyle/>
        <a:p>
          <a:pPr rtl="0"/>
          <a:r>
            <a:rPr lang="nb-NO" dirty="0" smtClean="0"/>
            <a:t>Funksjonelle krav</a:t>
          </a:r>
          <a:endParaRPr lang="nb-NO" dirty="0"/>
        </a:p>
      </dgm:t>
    </dgm:pt>
    <dgm:pt modelId="{A920331C-8C83-4EAF-B71E-471EA87C05A7}" type="parTrans" cxnId="{8E9E5CA4-8085-4189-893C-BB6C35A8D571}">
      <dgm:prSet/>
      <dgm:spPr/>
      <dgm:t>
        <a:bodyPr/>
        <a:lstStyle/>
        <a:p>
          <a:endParaRPr lang="nb-NO"/>
        </a:p>
      </dgm:t>
    </dgm:pt>
    <dgm:pt modelId="{F0652333-CFE8-4044-A134-56AE344622F1}" type="sibTrans" cxnId="{8E9E5CA4-8085-4189-893C-BB6C35A8D571}">
      <dgm:prSet/>
      <dgm:spPr/>
      <dgm:t>
        <a:bodyPr/>
        <a:lstStyle/>
        <a:p>
          <a:endParaRPr lang="nb-NO"/>
        </a:p>
      </dgm:t>
    </dgm:pt>
    <dgm:pt modelId="{CAED38B9-30D8-43A2-ACD4-845BD304EBA6}">
      <dgm:prSet/>
      <dgm:spPr/>
      <dgm:t>
        <a:bodyPr/>
        <a:lstStyle/>
        <a:p>
          <a:pPr rtl="0"/>
          <a:r>
            <a:rPr lang="nb-NO" dirty="0" smtClean="0"/>
            <a:t>Ikke-funksjonelle krav</a:t>
          </a:r>
          <a:endParaRPr lang="nb-NO" dirty="0"/>
        </a:p>
      </dgm:t>
    </dgm:pt>
    <dgm:pt modelId="{B65DA5CE-C298-4974-A219-AAD59CB2FCE9}" type="parTrans" cxnId="{1BE369E9-689A-4B44-83D6-DCFB62D8CBF7}">
      <dgm:prSet/>
      <dgm:spPr/>
      <dgm:t>
        <a:bodyPr/>
        <a:lstStyle/>
        <a:p>
          <a:endParaRPr lang="nb-NO"/>
        </a:p>
      </dgm:t>
    </dgm:pt>
    <dgm:pt modelId="{A4C34E13-3C3E-4C66-B4BC-710BA09B77F4}" type="sibTrans" cxnId="{1BE369E9-689A-4B44-83D6-DCFB62D8CBF7}">
      <dgm:prSet/>
      <dgm:spPr/>
      <dgm:t>
        <a:bodyPr/>
        <a:lstStyle/>
        <a:p>
          <a:endParaRPr lang="nb-NO"/>
        </a:p>
      </dgm:t>
    </dgm:pt>
    <dgm:pt modelId="{9AD226F3-8B8B-42BB-A5E0-24601DCB24AA}">
      <dgm:prSet/>
      <dgm:spPr/>
      <dgm:t>
        <a:bodyPr/>
        <a:lstStyle/>
        <a:p>
          <a:pPr rtl="0"/>
          <a:r>
            <a:rPr lang="nb-NO" dirty="0" smtClean="0"/>
            <a:t>Black </a:t>
          </a:r>
          <a:r>
            <a:rPr lang="nb-NO" dirty="0" err="1" smtClean="0"/>
            <a:t>box</a:t>
          </a:r>
          <a:r>
            <a:rPr lang="nb-NO" dirty="0" smtClean="0"/>
            <a:t> (lukket kode)</a:t>
          </a:r>
          <a:endParaRPr lang="nb-NO" dirty="0"/>
        </a:p>
      </dgm:t>
    </dgm:pt>
    <dgm:pt modelId="{A7670A77-BFCB-4B88-919C-F2FA7FA3F0AB}" type="parTrans" cxnId="{03312753-216E-455C-B1CE-972FB951D61C}">
      <dgm:prSet/>
      <dgm:spPr/>
      <dgm:t>
        <a:bodyPr/>
        <a:lstStyle/>
        <a:p>
          <a:endParaRPr lang="nb-NO"/>
        </a:p>
      </dgm:t>
    </dgm:pt>
    <dgm:pt modelId="{4F7678B4-3D2F-4D3E-9E51-128D81EF9D48}" type="sibTrans" cxnId="{03312753-216E-455C-B1CE-972FB951D61C}">
      <dgm:prSet/>
      <dgm:spPr/>
      <dgm:t>
        <a:bodyPr/>
        <a:lstStyle/>
        <a:p>
          <a:endParaRPr lang="nb-NO"/>
        </a:p>
      </dgm:t>
    </dgm:pt>
    <dgm:pt modelId="{94ED0389-55E1-4BA3-A53C-A703D2008D57}">
      <dgm:prSet/>
      <dgm:spPr/>
      <dgm:t>
        <a:bodyPr/>
        <a:lstStyle/>
        <a:p>
          <a:pPr rtl="0"/>
          <a:r>
            <a:rPr lang="nb-NO" dirty="0" smtClean="0"/>
            <a:t>Flere fysiske noder</a:t>
          </a:r>
          <a:endParaRPr lang="nb-NO" dirty="0"/>
        </a:p>
      </dgm:t>
    </dgm:pt>
    <dgm:pt modelId="{B000C78B-E9C1-4429-84C2-98864A1B608D}" type="parTrans" cxnId="{94B25FAC-2418-447F-A2BA-0856269DE37E}">
      <dgm:prSet/>
      <dgm:spPr/>
      <dgm:t>
        <a:bodyPr/>
        <a:lstStyle/>
        <a:p>
          <a:endParaRPr lang="nb-NO"/>
        </a:p>
      </dgm:t>
    </dgm:pt>
    <dgm:pt modelId="{B1D85062-2B4C-4406-92D8-BECDB880847E}" type="sibTrans" cxnId="{94B25FAC-2418-447F-A2BA-0856269DE37E}">
      <dgm:prSet/>
      <dgm:spPr/>
      <dgm:t>
        <a:bodyPr/>
        <a:lstStyle/>
        <a:p>
          <a:endParaRPr lang="nb-NO"/>
        </a:p>
      </dgm:t>
    </dgm:pt>
    <dgm:pt modelId="{CAE991B8-ACF8-4B4D-A64E-427875D4002D}">
      <dgm:prSet/>
      <dgm:spPr/>
      <dgm:t>
        <a:bodyPr/>
        <a:lstStyle/>
        <a:p>
          <a:pPr rtl="0"/>
          <a:r>
            <a:rPr lang="nb-NO" dirty="0" smtClean="0"/>
            <a:t>Enkelte metoder</a:t>
          </a:r>
          <a:endParaRPr lang="nb-NO" dirty="0"/>
        </a:p>
      </dgm:t>
    </dgm:pt>
    <dgm:pt modelId="{0CA1A1E2-C7A8-4455-81B1-52946C0CEB72}" type="parTrans" cxnId="{F559113C-FD29-4AD9-ACBE-7F14C8F05B4E}">
      <dgm:prSet/>
      <dgm:spPr/>
      <dgm:t>
        <a:bodyPr/>
        <a:lstStyle/>
        <a:p>
          <a:endParaRPr lang="nb-NO"/>
        </a:p>
      </dgm:t>
    </dgm:pt>
    <dgm:pt modelId="{25A18F99-E2A0-4BFA-BC6E-C36FBB6087B5}" type="sibTrans" cxnId="{F559113C-FD29-4AD9-ACBE-7F14C8F05B4E}">
      <dgm:prSet/>
      <dgm:spPr/>
      <dgm:t>
        <a:bodyPr/>
        <a:lstStyle/>
        <a:p>
          <a:endParaRPr lang="nb-NO"/>
        </a:p>
      </dgm:t>
    </dgm:pt>
    <dgm:pt modelId="{7AA4A5AC-387E-48CE-8978-2584056C2E0E}">
      <dgm:prSet/>
      <dgm:spPr/>
      <dgm:t>
        <a:bodyPr/>
        <a:lstStyle/>
        <a:p>
          <a:pPr rtl="0"/>
          <a:r>
            <a:rPr lang="nb-NO" dirty="0" smtClean="0"/>
            <a:t>Public tjeneste </a:t>
          </a:r>
          <a:endParaRPr lang="nb-NO" dirty="0"/>
        </a:p>
      </dgm:t>
    </dgm:pt>
    <dgm:pt modelId="{1E93F3C5-4D4A-446D-8923-50DD70D678D1}" type="parTrans" cxnId="{1C0801B1-7131-4225-8C17-6968204EBEBA}">
      <dgm:prSet/>
      <dgm:spPr/>
      <dgm:t>
        <a:bodyPr/>
        <a:lstStyle/>
        <a:p>
          <a:endParaRPr lang="nb-NO"/>
        </a:p>
      </dgm:t>
    </dgm:pt>
    <dgm:pt modelId="{FF7A9261-714C-4FD5-9480-CB69A1DF3EDD}" type="sibTrans" cxnId="{1C0801B1-7131-4225-8C17-6968204EBEBA}">
      <dgm:prSet/>
      <dgm:spPr/>
      <dgm:t>
        <a:bodyPr/>
        <a:lstStyle/>
        <a:p>
          <a:endParaRPr lang="nb-NO"/>
        </a:p>
      </dgm:t>
    </dgm:pt>
    <dgm:pt modelId="{F681A9A8-444A-4447-9AB3-606A3A1663F2}" type="pres">
      <dgm:prSet presAssocID="{8BFC9F03-7DD6-489A-B0F2-A35F20F4B0A1}" presName="Name0" presStyleCnt="0">
        <dgm:presLayoutVars>
          <dgm:dir/>
          <dgm:animLvl val="lvl"/>
          <dgm:resizeHandles val="exact"/>
        </dgm:presLayoutVars>
      </dgm:prSet>
      <dgm:spPr/>
      <dgm:t>
        <a:bodyPr/>
        <a:lstStyle/>
        <a:p>
          <a:endParaRPr lang="nb-NO"/>
        </a:p>
      </dgm:t>
    </dgm:pt>
    <dgm:pt modelId="{CB60099E-FC4B-4CE3-9267-B48413078A9A}" type="pres">
      <dgm:prSet presAssocID="{723BB8E8-F397-4FFB-B1FD-48D140289C10}" presName="composite" presStyleCnt="0"/>
      <dgm:spPr/>
      <dgm:t>
        <a:bodyPr/>
        <a:lstStyle/>
        <a:p>
          <a:endParaRPr lang="nb-NO"/>
        </a:p>
      </dgm:t>
    </dgm:pt>
    <dgm:pt modelId="{CECDFE10-A2EE-4C1A-A252-010C86FC547D}" type="pres">
      <dgm:prSet presAssocID="{723BB8E8-F397-4FFB-B1FD-48D140289C10}" presName="parTx" presStyleLbl="alignNode1" presStyleIdx="0" presStyleCnt="5">
        <dgm:presLayoutVars>
          <dgm:chMax val="0"/>
          <dgm:chPref val="0"/>
          <dgm:bulletEnabled val="1"/>
        </dgm:presLayoutVars>
      </dgm:prSet>
      <dgm:spPr/>
      <dgm:t>
        <a:bodyPr/>
        <a:lstStyle/>
        <a:p>
          <a:endParaRPr lang="nb-NO"/>
        </a:p>
      </dgm:t>
    </dgm:pt>
    <dgm:pt modelId="{FA351766-DB63-4E32-A059-30D3B2731B1F}" type="pres">
      <dgm:prSet presAssocID="{723BB8E8-F397-4FFB-B1FD-48D140289C10}" presName="desTx" presStyleLbl="alignAccFollowNode1" presStyleIdx="0" presStyleCnt="5">
        <dgm:presLayoutVars>
          <dgm:bulletEnabled val="1"/>
        </dgm:presLayoutVars>
      </dgm:prSet>
      <dgm:spPr/>
      <dgm:t>
        <a:bodyPr/>
        <a:lstStyle/>
        <a:p>
          <a:endParaRPr lang="nb-NO"/>
        </a:p>
      </dgm:t>
    </dgm:pt>
    <dgm:pt modelId="{CDA1684F-4EC5-4D68-B911-C4F8FFAABF0C}" type="pres">
      <dgm:prSet presAssocID="{B0378CF8-17B3-4F5F-83DF-076EC8BC10E2}" presName="space" presStyleCnt="0"/>
      <dgm:spPr/>
      <dgm:t>
        <a:bodyPr/>
        <a:lstStyle/>
        <a:p>
          <a:endParaRPr lang="nb-NO"/>
        </a:p>
      </dgm:t>
    </dgm:pt>
    <dgm:pt modelId="{9637FBF7-3EF6-4AB9-8FD1-F18F382D3829}" type="pres">
      <dgm:prSet presAssocID="{65E3B278-50F2-4000-99F8-5DD0C9C8C3C4}" presName="composite" presStyleCnt="0"/>
      <dgm:spPr/>
      <dgm:t>
        <a:bodyPr/>
        <a:lstStyle/>
        <a:p>
          <a:endParaRPr lang="nb-NO"/>
        </a:p>
      </dgm:t>
    </dgm:pt>
    <dgm:pt modelId="{4F237F38-8539-466C-8522-135FA704D2F9}" type="pres">
      <dgm:prSet presAssocID="{65E3B278-50F2-4000-99F8-5DD0C9C8C3C4}" presName="parTx" presStyleLbl="alignNode1" presStyleIdx="1" presStyleCnt="5">
        <dgm:presLayoutVars>
          <dgm:chMax val="0"/>
          <dgm:chPref val="0"/>
          <dgm:bulletEnabled val="1"/>
        </dgm:presLayoutVars>
      </dgm:prSet>
      <dgm:spPr/>
      <dgm:t>
        <a:bodyPr/>
        <a:lstStyle/>
        <a:p>
          <a:endParaRPr lang="nb-NO"/>
        </a:p>
      </dgm:t>
    </dgm:pt>
    <dgm:pt modelId="{B3FD05A8-81BC-4B72-A71E-2341C0FC86D8}" type="pres">
      <dgm:prSet presAssocID="{65E3B278-50F2-4000-99F8-5DD0C9C8C3C4}" presName="desTx" presStyleLbl="alignAccFollowNode1" presStyleIdx="1" presStyleCnt="5">
        <dgm:presLayoutVars>
          <dgm:bulletEnabled val="1"/>
        </dgm:presLayoutVars>
      </dgm:prSet>
      <dgm:spPr/>
      <dgm:t>
        <a:bodyPr/>
        <a:lstStyle/>
        <a:p>
          <a:endParaRPr lang="nb-NO"/>
        </a:p>
      </dgm:t>
    </dgm:pt>
    <dgm:pt modelId="{DE1A3D29-C04A-468E-B04B-84CCFA136371}" type="pres">
      <dgm:prSet presAssocID="{0D72A7A7-4C8B-4351-AA9F-675E26CBE8B9}" presName="space" presStyleCnt="0"/>
      <dgm:spPr/>
      <dgm:t>
        <a:bodyPr/>
        <a:lstStyle/>
        <a:p>
          <a:endParaRPr lang="nb-NO"/>
        </a:p>
      </dgm:t>
    </dgm:pt>
    <dgm:pt modelId="{08847BA4-B183-448C-9D8F-38461170F417}" type="pres">
      <dgm:prSet presAssocID="{9068ABFC-8DFC-4DDF-8FE0-2762CA1C4210}" presName="composite" presStyleCnt="0"/>
      <dgm:spPr/>
      <dgm:t>
        <a:bodyPr/>
        <a:lstStyle/>
        <a:p>
          <a:endParaRPr lang="nb-NO"/>
        </a:p>
      </dgm:t>
    </dgm:pt>
    <dgm:pt modelId="{DC1CB3A6-B248-4F6A-8A8B-13FA3CB40814}" type="pres">
      <dgm:prSet presAssocID="{9068ABFC-8DFC-4DDF-8FE0-2762CA1C4210}" presName="parTx" presStyleLbl="alignNode1" presStyleIdx="2" presStyleCnt="5">
        <dgm:presLayoutVars>
          <dgm:chMax val="0"/>
          <dgm:chPref val="0"/>
          <dgm:bulletEnabled val="1"/>
        </dgm:presLayoutVars>
      </dgm:prSet>
      <dgm:spPr/>
      <dgm:t>
        <a:bodyPr/>
        <a:lstStyle/>
        <a:p>
          <a:endParaRPr lang="nb-NO"/>
        </a:p>
      </dgm:t>
    </dgm:pt>
    <dgm:pt modelId="{C180CF0F-C170-4375-8BE8-3561E845DBB7}" type="pres">
      <dgm:prSet presAssocID="{9068ABFC-8DFC-4DDF-8FE0-2762CA1C4210}" presName="desTx" presStyleLbl="alignAccFollowNode1" presStyleIdx="2" presStyleCnt="5">
        <dgm:presLayoutVars>
          <dgm:bulletEnabled val="1"/>
        </dgm:presLayoutVars>
      </dgm:prSet>
      <dgm:spPr/>
      <dgm:t>
        <a:bodyPr/>
        <a:lstStyle/>
        <a:p>
          <a:endParaRPr lang="nb-NO"/>
        </a:p>
      </dgm:t>
    </dgm:pt>
    <dgm:pt modelId="{BDF7C400-7158-44F8-A205-E6A2766C676E}" type="pres">
      <dgm:prSet presAssocID="{7C075397-F3A3-4A80-9A91-B4185D5CF767}" presName="space" presStyleCnt="0"/>
      <dgm:spPr/>
      <dgm:t>
        <a:bodyPr/>
        <a:lstStyle/>
        <a:p>
          <a:endParaRPr lang="nb-NO"/>
        </a:p>
      </dgm:t>
    </dgm:pt>
    <dgm:pt modelId="{130BB49A-6CF8-4FE5-91A4-CB0D08218F09}" type="pres">
      <dgm:prSet presAssocID="{EE45828E-4C18-483C-87B1-4DC6E4381153}" presName="composite" presStyleCnt="0"/>
      <dgm:spPr/>
      <dgm:t>
        <a:bodyPr/>
        <a:lstStyle/>
        <a:p>
          <a:endParaRPr lang="nb-NO"/>
        </a:p>
      </dgm:t>
    </dgm:pt>
    <dgm:pt modelId="{E87716DD-5A2A-4F3D-B7FA-2F5C0D6D6A60}" type="pres">
      <dgm:prSet presAssocID="{EE45828E-4C18-483C-87B1-4DC6E4381153}" presName="parTx" presStyleLbl="alignNode1" presStyleIdx="3" presStyleCnt="5">
        <dgm:presLayoutVars>
          <dgm:chMax val="0"/>
          <dgm:chPref val="0"/>
          <dgm:bulletEnabled val="1"/>
        </dgm:presLayoutVars>
      </dgm:prSet>
      <dgm:spPr/>
      <dgm:t>
        <a:bodyPr/>
        <a:lstStyle/>
        <a:p>
          <a:endParaRPr lang="nb-NO"/>
        </a:p>
      </dgm:t>
    </dgm:pt>
    <dgm:pt modelId="{F67C8C95-E886-433E-9FCF-BD501F32209E}" type="pres">
      <dgm:prSet presAssocID="{EE45828E-4C18-483C-87B1-4DC6E4381153}" presName="desTx" presStyleLbl="alignAccFollowNode1" presStyleIdx="3" presStyleCnt="5">
        <dgm:presLayoutVars>
          <dgm:bulletEnabled val="1"/>
        </dgm:presLayoutVars>
      </dgm:prSet>
      <dgm:spPr/>
      <dgm:t>
        <a:bodyPr/>
        <a:lstStyle/>
        <a:p>
          <a:endParaRPr lang="nb-NO"/>
        </a:p>
      </dgm:t>
    </dgm:pt>
    <dgm:pt modelId="{88D53A0D-46D7-4838-B31E-99B8E88FB373}" type="pres">
      <dgm:prSet presAssocID="{11DD9897-7E7C-4A29-B595-9B0F5CFB518E}" presName="space" presStyleCnt="0"/>
      <dgm:spPr/>
      <dgm:t>
        <a:bodyPr/>
        <a:lstStyle/>
        <a:p>
          <a:endParaRPr lang="nb-NO"/>
        </a:p>
      </dgm:t>
    </dgm:pt>
    <dgm:pt modelId="{50A82D61-BE75-408D-B309-EF6FF3DBB115}" type="pres">
      <dgm:prSet presAssocID="{4720CE55-C903-469C-BC40-A03F231D308E}" presName="composite" presStyleCnt="0"/>
      <dgm:spPr/>
      <dgm:t>
        <a:bodyPr/>
        <a:lstStyle/>
        <a:p>
          <a:endParaRPr lang="nb-NO"/>
        </a:p>
      </dgm:t>
    </dgm:pt>
    <dgm:pt modelId="{B15ED14B-61D5-4C4D-BB83-A0FD57200F55}" type="pres">
      <dgm:prSet presAssocID="{4720CE55-C903-469C-BC40-A03F231D308E}" presName="parTx" presStyleLbl="alignNode1" presStyleIdx="4" presStyleCnt="5">
        <dgm:presLayoutVars>
          <dgm:chMax val="0"/>
          <dgm:chPref val="0"/>
          <dgm:bulletEnabled val="1"/>
        </dgm:presLayoutVars>
      </dgm:prSet>
      <dgm:spPr/>
      <dgm:t>
        <a:bodyPr/>
        <a:lstStyle/>
        <a:p>
          <a:endParaRPr lang="nb-NO"/>
        </a:p>
      </dgm:t>
    </dgm:pt>
    <dgm:pt modelId="{8268E103-FEFC-460A-8D4C-DB072A97EA84}" type="pres">
      <dgm:prSet presAssocID="{4720CE55-C903-469C-BC40-A03F231D308E}" presName="desTx" presStyleLbl="alignAccFollowNode1" presStyleIdx="4" presStyleCnt="5">
        <dgm:presLayoutVars>
          <dgm:bulletEnabled val="1"/>
        </dgm:presLayoutVars>
      </dgm:prSet>
      <dgm:spPr/>
      <dgm:t>
        <a:bodyPr/>
        <a:lstStyle/>
        <a:p>
          <a:endParaRPr lang="nb-NO"/>
        </a:p>
      </dgm:t>
    </dgm:pt>
  </dgm:ptLst>
  <dgm:cxnLst>
    <dgm:cxn modelId="{84398583-AEFF-4F74-8235-868A1233B293}" type="presOf" srcId="{EE45828E-4C18-483C-87B1-4DC6E4381153}" destId="{E87716DD-5A2A-4F3D-B7FA-2F5C0D6D6A60}" srcOrd="0" destOrd="0" presId="urn:microsoft.com/office/officeart/2005/8/layout/hList1"/>
    <dgm:cxn modelId="{FC92DD6B-722C-4E7E-A337-E8E488AA3BEE}" type="presOf" srcId="{4FCBABA6-2BA5-4286-AC87-BC0FF203C6B8}" destId="{B3FD05A8-81BC-4B72-A71E-2341C0FC86D8}" srcOrd="0" destOrd="2" presId="urn:microsoft.com/office/officeart/2005/8/layout/hList1"/>
    <dgm:cxn modelId="{554FB08E-745E-4D37-96CC-18061615DEFA}" srcId="{723BB8E8-F397-4FFB-B1FD-48D140289C10}" destId="{C67CB8FA-86F7-4303-AA59-34CB2C0AAE4F}" srcOrd="0" destOrd="0" parTransId="{1497B5CD-638F-4140-B8FB-7CF25F564862}" sibTransId="{48CFC1D3-15A3-493C-8E12-ECF9CA9A4DC9}"/>
    <dgm:cxn modelId="{1C0801B1-7131-4225-8C17-6968204EBEBA}" srcId="{65E3B278-50F2-4000-99F8-5DD0C9C8C3C4}" destId="{7AA4A5AC-387E-48CE-8978-2584056C2E0E}" srcOrd="0" destOrd="0" parTransId="{1E93F3C5-4D4A-446D-8923-50DD70D678D1}" sibTransId="{FF7A9261-714C-4FD5-9480-CB69A1DF3EDD}"/>
    <dgm:cxn modelId="{C8F4648F-34B5-4A19-A1B6-E947D85E8CFE}" srcId="{9068ABFC-8DFC-4DDF-8FE0-2762CA1C4210}" destId="{1E848303-196E-4697-938E-4D981C60A4DB}" srcOrd="0" destOrd="0" parTransId="{C05C3605-1405-44B3-BF45-00AC319028CE}" sibTransId="{465AD3A1-ADB2-4427-9E05-55843409EA9B}"/>
    <dgm:cxn modelId="{4709ED69-AAC8-42AD-88DE-B1C388CCA745}" type="presOf" srcId="{1E848303-196E-4697-938E-4D981C60A4DB}" destId="{C180CF0F-C170-4375-8BE8-3561E845DBB7}" srcOrd="0" destOrd="0" presId="urn:microsoft.com/office/officeart/2005/8/layout/hList1"/>
    <dgm:cxn modelId="{5071C872-623C-4D93-B84A-EB7ABA663010}" srcId="{8BFC9F03-7DD6-489A-B0F2-A35F20F4B0A1}" destId="{723BB8E8-F397-4FFB-B1FD-48D140289C10}" srcOrd="0" destOrd="0" parTransId="{C6639A2B-1769-4A50-84E9-9D6D63A5665A}" sibTransId="{B0378CF8-17B3-4F5F-83DF-076EC8BC10E2}"/>
    <dgm:cxn modelId="{11C5FA34-5604-49DF-889F-6419C369C7AB}" srcId="{65E3B278-50F2-4000-99F8-5DD0C9C8C3C4}" destId="{1869F917-5046-44BF-A8A8-8BF4CE0A7061}" srcOrd="1" destOrd="0" parTransId="{6F4F3E13-EE2B-43E3-A64E-F0E85761B328}" sibTransId="{818ADD10-6AB7-4485-99B3-0833C0E4F1A6}"/>
    <dgm:cxn modelId="{710FB635-1FC7-4DC1-9895-3487EAEA05DF}" type="presOf" srcId="{9AD226F3-8B8B-42BB-A5E0-24601DCB24AA}" destId="{F67C8C95-E886-433E-9FCF-BD501F32209E}" srcOrd="0" destOrd="2" presId="urn:microsoft.com/office/officeart/2005/8/layout/hList1"/>
    <dgm:cxn modelId="{D9B1992D-87ED-4324-B1D4-3AFD79EFC170}" type="presOf" srcId="{7AA4A5AC-387E-48CE-8978-2584056C2E0E}" destId="{B3FD05A8-81BC-4B72-A71E-2341C0FC86D8}" srcOrd="0" destOrd="0" presId="urn:microsoft.com/office/officeart/2005/8/layout/hList1"/>
    <dgm:cxn modelId="{E175D769-916B-4C6C-8A55-1F04B19673DE}" srcId="{8BFC9F03-7DD6-489A-B0F2-A35F20F4B0A1}" destId="{EE45828E-4C18-483C-87B1-4DC6E4381153}" srcOrd="3" destOrd="0" parTransId="{0BB8F722-A5D1-44E1-8983-45E1D2C3DECA}" sibTransId="{11DD9897-7E7C-4A29-B595-9B0F5CFB518E}"/>
    <dgm:cxn modelId="{F0FEF70E-8954-481C-BE81-394AE4808314}" type="presOf" srcId="{94ED0389-55E1-4BA3-A53C-A703D2008D57}" destId="{8268E103-FEFC-460A-8D4C-DB072A97EA84}" srcOrd="0" destOrd="0" presId="urn:microsoft.com/office/officeart/2005/8/layout/hList1"/>
    <dgm:cxn modelId="{8E9E5CA4-8085-4189-893C-BB6C35A8D571}" srcId="{EE45828E-4C18-483C-87B1-4DC6E4381153}" destId="{FA2EE6FB-2E91-445D-B721-17AAD0B8E054}" srcOrd="0" destOrd="0" parTransId="{A920331C-8C83-4EAF-B71E-471EA87C05A7}" sibTransId="{F0652333-CFE8-4044-A134-56AE344622F1}"/>
    <dgm:cxn modelId="{F0B8CF17-9BAB-48CD-B4A0-7101940517E2}" type="presOf" srcId="{723BB8E8-F397-4FFB-B1FD-48D140289C10}" destId="{CECDFE10-A2EE-4C1A-A252-010C86FC547D}" srcOrd="0" destOrd="0" presId="urn:microsoft.com/office/officeart/2005/8/layout/hList1"/>
    <dgm:cxn modelId="{87E573E0-804E-45C6-83BC-6690882F10BF}" type="presOf" srcId="{8BFC9F03-7DD6-489A-B0F2-A35F20F4B0A1}" destId="{F681A9A8-444A-4447-9AB3-606A3A1663F2}" srcOrd="0" destOrd="0" presId="urn:microsoft.com/office/officeart/2005/8/layout/hList1"/>
    <dgm:cxn modelId="{0F09AA6E-5E26-4292-A592-D2484607221E}" srcId="{65E3B278-50F2-4000-99F8-5DD0C9C8C3C4}" destId="{4FCBABA6-2BA5-4286-AC87-BC0FF203C6B8}" srcOrd="2" destOrd="0" parTransId="{E0038CF8-5D5E-4D26-82AA-491BDD2AEA3F}" sibTransId="{6B04EA6F-EF1B-445E-ADB8-A61552E9C88A}"/>
    <dgm:cxn modelId="{2995DC51-C243-46D1-87AE-5B11F65C8B4F}" type="presOf" srcId="{FA2EE6FB-2E91-445D-B721-17AAD0B8E054}" destId="{F67C8C95-E886-433E-9FCF-BD501F32209E}" srcOrd="0" destOrd="0" presId="urn:microsoft.com/office/officeart/2005/8/layout/hList1"/>
    <dgm:cxn modelId="{F559113C-FD29-4AD9-ACBE-7F14C8F05B4E}" srcId="{723BB8E8-F397-4FFB-B1FD-48D140289C10}" destId="{CAE991B8-ACF8-4B4D-A64E-427875D4002D}" srcOrd="1" destOrd="0" parTransId="{0CA1A1E2-C7A8-4455-81B1-52946C0CEB72}" sibTransId="{25A18F99-E2A0-4BFA-BC6E-C36FBB6087B5}"/>
    <dgm:cxn modelId="{D78C011C-F68B-497A-84C2-A3D08491B3ED}" srcId="{8BFC9F03-7DD6-489A-B0F2-A35F20F4B0A1}" destId="{9068ABFC-8DFC-4DDF-8FE0-2762CA1C4210}" srcOrd="2" destOrd="0" parTransId="{24985BCA-9776-4F24-89EF-27E641911ABF}" sibTransId="{7C075397-F3A3-4A80-9A91-B4185D5CF767}"/>
    <dgm:cxn modelId="{BC6B2B3B-4020-4E13-AEB8-50D72C6B6B67}" type="presOf" srcId="{4720CE55-C903-469C-BC40-A03F231D308E}" destId="{B15ED14B-61D5-4C4D-BB83-A0FD57200F55}" srcOrd="0" destOrd="0" presId="urn:microsoft.com/office/officeart/2005/8/layout/hList1"/>
    <dgm:cxn modelId="{1BE369E9-689A-4B44-83D6-DCFB62D8CBF7}" srcId="{EE45828E-4C18-483C-87B1-4DC6E4381153}" destId="{CAED38B9-30D8-43A2-ACD4-845BD304EBA6}" srcOrd="1" destOrd="0" parTransId="{B65DA5CE-C298-4974-A219-AAD59CB2FCE9}" sibTransId="{A4C34E13-3C3E-4C66-B4BC-710BA09B77F4}"/>
    <dgm:cxn modelId="{CD7EC187-2BBC-479E-961F-5883750F635F}" type="presOf" srcId="{1869F917-5046-44BF-A8A8-8BF4CE0A7061}" destId="{B3FD05A8-81BC-4B72-A71E-2341C0FC86D8}" srcOrd="0" destOrd="1" presId="urn:microsoft.com/office/officeart/2005/8/layout/hList1"/>
    <dgm:cxn modelId="{CB26A85E-1BBB-49D8-A78F-E3353AE7B2E2}" srcId="{8BFC9F03-7DD6-489A-B0F2-A35F20F4B0A1}" destId="{65E3B278-50F2-4000-99F8-5DD0C9C8C3C4}" srcOrd="1" destOrd="0" parTransId="{4918615D-D854-40D5-83F9-B473C6AB95C0}" sibTransId="{0D72A7A7-4C8B-4351-AA9F-675E26CBE8B9}"/>
    <dgm:cxn modelId="{9B5FBA5A-A4A8-42EB-B071-FF6AD1CA2CA6}" srcId="{8BFC9F03-7DD6-489A-B0F2-A35F20F4B0A1}" destId="{4720CE55-C903-469C-BC40-A03F231D308E}" srcOrd="4" destOrd="0" parTransId="{A0A195AF-E176-4C48-B86C-1F5B8FF18FD4}" sibTransId="{CB3DADBA-B154-4878-9F23-1367CD5CC1FF}"/>
    <dgm:cxn modelId="{03312753-216E-455C-B1CE-972FB951D61C}" srcId="{EE45828E-4C18-483C-87B1-4DC6E4381153}" destId="{9AD226F3-8B8B-42BB-A5E0-24601DCB24AA}" srcOrd="2" destOrd="0" parTransId="{A7670A77-BFCB-4B88-919C-F2FA7FA3F0AB}" sibTransId="{4F7678B4-3D2F-4D3E-9E51-128D81EF9D48}"/>
    <dgm:cxn modelId="{94B25FAC-2418-447F-A2BA-0856269DE37E}" srcId="{4720CE55-C903-469C-BC40-A03F231D308E}" destId="{94ED0389-55E1-4BA3-A53C-A703D2008D57}" srcOrd="0" destOrd="0" parTransId="{B000C78B-E9C1-4429-84C2-98864A1B608D}" sibTransId="{B1D85062-2B4C-4406-92D8-BECDB880847E}"/>
    <dgm:cxn modelId="{6EB0EAAD-4668-466F-91BE-C99F01CB2309}" type="presOf" srcId="{65E3B278-50F2-4000-99F8-5DD0C9C8C3C4}" destId="{4F237F38-8539-466C-8522-135FA704D2F9}" srcOrd="0" destOrd="0" presId="urn:microsoft.com/office/officeart/2005/8/layout/hList1"/>
    <dgm:cxn modelId="{40387893-94AE-4382-BFA1-E9AFC5BA7F61}" type="presOf" srcId="{CAED38B9-30D8-43A2-ACD4-845BD304EBA6}" destId="{F67C8C95-E886-433E-9FCF-BD501F32209E}" srcOrd="0" destOrd="1" presId="urn:microsoft.com/office/officeart/2005/8/layout/hList1"/>
    <dgm:cxn modelId="{971CE47D-DBD2-4960-A0D8-0576EB214777}" type="presOf" srcId="{9068ABFC-8DFC-4DDF-8FE0-2762CA1C4210}" destId="{DC1CB3A6-B248-4F6A-8A8B-13FA3CB40814}" srcOrd="0" destOrd="0" presId="urn:microsoft.com/office/officeart/2005/8/layout/hList1"/>
    <dgm:cxn modelId="{C2F252FE-0875-41DC-8D1C-0D9942F8C59E}" type="presOf" srcId="{B145191C-CDFC-455E-A447-40C7DF16821C}" destId="{C180CF0F-C170-4375-8BE8-3561E845DBB7}" srcOrd="0" destOrd="1" presId="urn:microsoft.com/office/officeart/2005/8/layout/hList1"/>
    <dgm:cxn modelId="{E8A46969-82B5-4C0E-AEBF-C0EEBD1ABF34}" srcId="{9068ABFC-8DFC-4DDF-8FE0-2762CA1C4210}" destId="{B145191C-CDFC-455E-A447-40C7DF16821C}" srcOrd="1" destOrd="0" parTransId="{D63954DB-ACD5-4C23-B447-F25E042ECB65}" sibTransId="{951F8F05-7D1C-4238-BFF2-5635F2F207AB}"/>
    <dgm:cxn modelId="{67C75955-366B-42D6-9008-CD3B5D199DE5}" type="presOf" srcId="{C67CB8FA-86F7-4303-AA59-34CB2C0AAE4F}" destId="{FA351766-DB63-4E32-A059-30D3B2731B1F}" srcOrd="0" destOrd="0" presId="urn:microsoft.com/office/officeart/2005/8/layout/hList1"/>
    <dgm:cxn modelId="{AB21BA67-5B70-49D4-8BE8-E6E431EFC6DB}" type="presOf" srcId="{CAE991B8-ACF8-4B4D-A64E-427875D4002D}" destId="{FA351766-DB63-4E32-A059-30D3B2731B1F}" srcOrd="0" destOrd="1" presId="urn:microsoft.com/office/officeart/2005/8/layout/hList1"/>
    <dgm:cxn modelId="{E7E1B3E9-18D6-4B58-ACA3-91C933EAB53F}" type="presParOf" srcId="{F681A9A8-444A-4447-9AB3-606A3A1663F2}" destId="{CB60099E-FC4B-4CE3-9267-B48413078A9A}" srcOrd="0" destOrd="0" presId="urn:microsoft.com/office/officeart/2005/8/layout/hList1"/>
    <dgm:cxn modelId="{F7EBEAC0-6DDB-4255-8102-0C084B04D795}" type="presParOf" srcId="{CB60099E-FC4B-4CE3-9267-B48413078A9A}" destId="{CECDFE10-A2EE-4C1A-A252-010C86FC547D}" srcOrd="0" destOrd="0" presId="urn:microsoft.com/office/officeart/2005/8/layout/hList1"/>
    <dgm:cxn modelId="{8F1E1193-61B9-4739-AFD0-9B7382729738}" type="presParOf" srcId="{CB60099E-FC4B-4CE3-9267-B48413078A9A}" destId="{FA351766-DB63-4E32-A059-30D3B2731B1F}" srcOrd="1" destOrd="0" presId="urn:microsoft.com/office/officeart/2005/8/layout/hList1"/>
    <dgm:cxn modelId="{937F9E96-6852-4ACE-B0BA-D6CD3C65F4AF}" type="presParOf" srcId="{F681A9A8-444A-4447-9AB3-606A3A1663F2}" destId="{CDA1684F-4EC5-4D68-B911-C4F8FFAABF0C}" srcOrd="1" destOrd="0" presId="urn:microsoft.com/office/officeart/2005/8/layout/hList1"/>
    <dgm:cxn modelId="{27AB927F-B3C6-406D-948E-C630E8D979FF}" type="presParOf" srcId="{F681A9A8-444A-4447-9AB3-606A3A1663F2}" destId="{9637FBF7-3EF6-4AB9-8FD1-F18F382D3829}" srcOrd="2" destOrd="0" presId="urn:microsoft.com/office/officeart/2005/8/layout/hList1"/>
    <dgm:cxn modelId="{A24387FA-C0D2-498F-BB47-0344CE7B23D7}" type="presParOf" srcId="{9637FBF7-3EF6-4AB9-8FD1-F18F382D3829}" destId="{4F237F38-8539-466C-8522-135FA704D2F9}" srcOrd="0" destOrd="0" presId="urn:microsoft.com/office/officeart/2005/8/layout/hList1"/>
    <dgm:cxn modelId="{8492B28F-2DE9-45CC-ABD6-4E3F7A56D189}" type="presParOf" srcId="{9637FBF7-3EF6-4AB9-8FD1-F18F382D3829}" destId="{B3FD05A8-81BC-4B72-A71E-2341C0FC86D8}" srcOrd="1" destOrd="0" presId="urn:microsoft.com/office/officeart/2005/8/layout/hList1"/>
    <dgm:cxn modelId="{A51A49B9-1B20-4162-838A-3E8E27677BE3}" type="presParOf" srcId="{F681A9A8-444A-4447-9AB3-606A3A1663F2}" destId="{DE1A3D29-C04A-468E-B04B-84CCFA136371}" srcOrd="3" destOrd="0" presId="urn:microsoft.com/office/officeart/2005/8/layout/hList1"/>
    <dgm:cxn modelId="{901CEBEF-2D43-4498-8E39-50A99D440823}" type="presParOf" srcId="{F681A9A8-444A-4447-9AB3-606A3A1663F2}" destId="{08847BA4-B183-448C-9D8F-38461170F417}" srcOrd="4" destOrd="0" presId="urn:microsoft.com/office/officeart/2005/8/layout/hList1"/>
    <dgm:cxn modelId="{83D8B483-7263-4B5D-AB79-026160776F2A}" type="presParOf" srcId="{08847BA4-B183-448C-9D8F-38461170F417}" destId="{DC1CB3A6-B248-4F6A-8A8B-13FA3CB40814}" srcOrd="0" destOrd="0" presId="urn:microsoft.com/office/officeart/2005/8/layout/hList1"/>
    <dgm:cxn modelId="{D6E33E52-EB6E-4642-A027-B937F6432DB3}" type="presParOf" srcId="{08847BA4-B183-448C-9D8F-38461170F417}" destId="{C180CF0F-C170-4375-8BE8-3561E845DBB7}" srcOrd="1" destOrd="0" presId="urn:microsoft.com/office/officeart/2005/8/layout/hList1"/>
    <dgm:cxn modelId="{2296B578-3503-481B-8D76-F73212432A5A}" type="presParOf" srcId="{F681A9A8-444A-4447-9AB3-606A3A1663F2}" destId="{BDF7C400-7158-44F8-A205-E6A2766C676E}" srcOrd="5" destOrd="0" presId="urn:microsoft.com/office/officeart/2005/8/layout/hList1"/>
    <dgm:cxn modelId="{D06A0425-ECE3-4046-907B-C2FD2139E03D}" type="presParOf" srcId="{F681A9A8-444A-4447-9AB3-606A3A1663F2}" destId="{130BB49A-6CF8-4FE5-91A4-CB0D08218F09}" srcOrd="6" destOrd="0" presId="urn:microsoft.com/office/officeart/2005/8/layout/hList1"/>
    <dgm:cxn modelId="{10D05921-08C8-4CCF-A917-222C8EADF408}" type="presParOf" srcId="{130BB49A-6CF8-4FE5-91A4-CB0D08218F09}" destId="{E87716DD-5A2A-4F3D-B7FA-2F5C0D6D6A60}" srcOrd="0" destOrd="0" presId="urn:microsoft.com/office/officeart/2005/8/layout/hList1"/>
    <dgm:cxn modelId="{B2F7F60D-C4CF-4BF2-847E-626C135694F4}" type="presParOf" srcId="{130BB49A-6CF8-4FE5-91A4-CB0D08218F09}" destId="{F67C8C95-E886-433E-9FCF-BD501F32209E}" srcOrd="1" destOrd="0" presId="urn:microsoft.com/office/officeart/2005/8/layout/hList1"/>
    <dgm:cxn modelId="{F1B25401-6478-48D1-A767-5F298AF654A7}" type="presParOf" srcId="{F681A9A8-444A-4447-9AB3-606A3A1663F2}" destId="{88D53A0D-46D7-4838-B31E-99B8E88FB373}" srcOrd="7" destOrd="0" presId="urn:microsoft.com/office/officeart/2005/8/layout/hList1"/>
    <dgm:cxn modelId="{E8EE3666-54E7-4C04-8E92-032CB579C5C8}" type="presParOf" srcId="{F681A9A8-444A-4447-9AB3-606A3A1663F2}" destId="{50A82D61-BE75-408D-B309-EF6FF3DBB115}" srcOrd="8" destOrd="0" presId="urn:microsoft.com/office/officeart/2005/8/layout/hList1"/>
    <dgm:cxn modelId="{93539FE3-BE98-4EEE-BD96-85FE85D89178}" type="presParOf" srcId="{50A82D61-BE75-408D-B309-EF6FF3DBB115}" destId="{B15ED14B-61D5-4C4D-BB83-A0FD57200F55}" srcOrd="0" destOrd="0" presId="urn:microsoft.com/office/officeart/2005/8/layout/hList1"/>
    <dgm:cxn modelId="{34940131-A20B-422D-B0F9-5DF434D26EA3}" type="presParOf" srcId="{50A82D61-BE75-408D-B309-EF6FF3DBB115}" destId="{8268E103-FEFC-460A-8D4C-DB072A97EA84}"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D002501-1AB6-4D41-B8D9-9712B97DDC29}">
      <dsp:nvSpPr>
        <dsp:cNvPr id="0" name=""/>
        <dsp:cNvSpPr/>
      </dsp:nvSpPr>
      <dsp:spPr>
        <a:xfrm>
          <a:off x="475048" y="3713"/>
          <a:ext cx="2306098" cy="1383659"/>
        </a:xfrm>
        <a:prstGeom prst="rect">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Full isolasjon</a:t>
          </a:r>
          <a:endParaRPr lang="nb-NO" sz="3600" kern="1200" dirty="0"/>
        </a:p>
      </dsp:txBody>
      <dsp:txXfrm>
        <a:off x="475048" y="3713"/>
        <a:ext cx="2306098" cy="1383659"/>
      </dsp:txXfrm>
    </dsp:sp>
    <dsp:sp modelId="{CF62115F-AD2E-45F8-821E-8F90EA70D306}">
      <dsp:nvSpPr>
        <dsp:cNvPr id="0" name=""/>
        <dsp:cNvSpPr/>
      </dsp:nvSpPr>
      <dsp:spPr>
        <a:xfrm>
          <a:off x="3011756" y="3713"/>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Flere noder?</a:t>
          </a:r>
          <a:endParaRPr lang="nb-NO" sz="3600" kern="1200" dirty="0"/>
        </a:p>
      </dsp:txBody>
      <dsp:txXfrm>
        <a:off x="3011756" y="3713"/>
        <a:ext cx="2306098" cy="1383659"/>
      </dsp:txXfrm>
    </dsp:sp>
    <dsp:sp modelId="{54AAA58F-CBD7-4B08-992C-5CF576E405AF}">
      <dsp:nvSpPr>
        <dsp:cNvPr id="0" name=""/>
        <dsp:cNvSpPr/>
      </dsp:nvSpPr>
      <dsp:spPr>
        <a:xfrm>
          <a:off x="5548465" y="3713"/>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Med data</a:t>
          </a:r>
          <a:endParaRPr lang="nb-NO" sz="3600" kern="1200" dirty="0"/>
        </a:p>
      </dsp:txBody>
      <dsp:txXfrm>
        <a:off x="5548465" y="3713"/>
        <a:ext cx="2306098" cy="1383659"/>
      </dsp:txXfrm>
    </dsp:sp>
    <dsp:sp modelId="{986349FC-6AAA-42A3-AE71-7F7DF823F95F}">
      <dsp:nvSpPr>
        <dsp:cNvPr id="0" name=""/>
        <dsp:cNvSpPr/>
      </dsp:nvSpPr>
      <dsp:spPr>
        <a:xfrm>
          <a:off x="475048" y="1617982"/>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Uten Data</a:t>
          </a:r>
          <a:endParaRPr lang="nb-NO" sz="3600" kern="1200" dirty="0"/>
        </a:p>
      </dsp:txBody>
      <dsp:txXfrm>
        <a:off x="475048" y="1617982"/>
        <a:ext cx="2306098" cy="1383659"/>
      </dsp:txXfrm>
    </dsp:sp>
    <dsp:sp modelId="{C6EABE65-8FEB-4580-9355-51D0634AD0C3}">
      <dsp:nvSpPr>
        <dsp:cNvPr id="0" name=""/>
        <dsp:cNvSpPr/>
      </dsp:nvSpPr>
      <dsp:spPr>
        <a:xfrm>
          <a:off x="3011756" y="1617982"/>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Med miljø</a:t>
          </a:r>
          <a:endParaRPr lang="nb-NO" sz="3600" kern="1200" dirty="0"/>
        </a:p>
      </dsp:txBody>
      <dsp:txXfrm>
        <a:off x="3011756" y="1617982"/>
        <a:ext cx="2306098" cy="1383659"/>
      </dsp:txXfrm>
    </dsp:sp>
    <dsp:sp modelId="{ACCE192B-337C-4326-9A3A-2113C71A9B6D}">
      <dsp:nvSpPr>
        <dsp:cNvPr id="0" name=""/>
        <dsp:cNvSpPr/>
      </dsp:nvSpPr>
      <dsp:spPr>
        <a:xfrm>
          <a:off x="5548465" y="1617982"/>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Uten miljø</a:t>
          </a:r>
          <a:endParaRPr lang="nb-NO" sz="3600" kern="1200" dirty="0"/>
        </a:p>
      </dsp:txBody>
      <dsp:txXfrm>
        <a:off x="5548465" y="1617982"/>
        <a:ext cx="2306098" cy="1383659"/>
      </dsp:txXfrm>
    </dsp:sp>
    <dsp:sp modelId="{0650251E-4786-4C67-8AC5-66988AFE086C}">
      <dsp:nvSpPr>
        <dsp:cNvPr id="0" name=""/>
        <dsp:cNvSpPr/>
      </dsp:nvSpPr>
      <dsp:spPr>
        <a:xfrm>
          <a:off x="475048" y="3232251"/>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Rask test</a:t>
          </a:r>
          <a:endParaRPr lang="nb-NO" sz="3600" kern="1200" dirty="0"/>
        </a:p>
      </dsp:txBody>
      <dsp:txXfrm>
        <a:off x="475048" y="3232251"/>
        <a:ext cx="2306098" cy="1383659"/>
      </dsp:txXfrm>
    </dsp:sp>
    <dsp:sp modelId="{A824AA03-BF75-4C0A-B20D-214B05A2F524}">
      <dsp:nvSpPr>
        <dsp:cNvPr id="0" name=""/>
        <dsp:cNvSpPr/>
      </dsp:nvSpPr>
      <dsp:spPr>
        <a:xfrm>
          <a:off x="3011756" y="3232251"/>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b="0" i="0" kern="1200" dirty="0" smtClean="0"/>
            <a:t>Treg test</a:t>
          </a:r>
          <a:endParaRPr lang="nb-NO" sz="3600" kern="1200" dirty="0"/>
        </a:p>
      </dsp:txBody>
      <dsp:txXfrm>
        <a:off x="3011756" y="3232251"/>
        <a:ext cx="2306098" cy="1383659"/>
      </dsp:txXfrm>
    </dsp:sp>
    <dsp:sp modelId="{827DA990-BFE4-4930-BE4E-CF2731E6E097}">
      <dsp:nvSpPr>
        <dsp:cNvPr id="0" name=""/>
        <dsp:cNvSpPr/>
      </dsp:nvSpPr>
      <dsp:spPr>
        <a:xfrm>
          <a:off x="5548465" y="3232251"/>
          <a:ext cx="2306098" cy="138365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rtl="0">
            <a:lnSpc>
              <a:spcPct val="90000"/>
            </a:lnSpc>
            <a:spcBef>
              <a:spcPct val="0"/>
            </a:spcBef>
            <a:spcAft>
              <a:spcPct val="35000"/>
            </a:spcAft>
          </a:pPr>
          <a:r>
            <a:rPr lang="nb-NO" sz="3600" kern="1200" dirty="0" smtClean="0"/>
            <a:t>Manuell</a:t>
          </a:r>
          <a:endParaRPr lang="nb-NO" sz="3600" kern="1200" dirty="0"/>
        </a:p>
      </dsp:txBody>
      <dsp:txXfrm>
        <a:off x="5548465" y="3232251"/>
        <a:ext cx="2306098" cy="1383659"/>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ECDFE10-A2EE-4C1A-A252-010C86FC547D}">
      <dsp:nvSpPr>
        <dsp:cNvPr id="0" name=""/>
        <dsp:cNvSpPr/>
      </dsp:nvSpPr>
      <dsp:spPr>
        <a:xfrm>
          <a:off x="3904" y="1320504"/>
          <a:ext cx="1496727" cy="472527"/>
        </a:xfrm>
        <a:prstGeom prst="rect">
          <a:avLst/>
        </a:prstGeom>
        <a:solidFill>
          <a:srgbClr val="FFC000"/>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lvl="0" algn="ctr" defTabSz="577850" rtl="0">
            <a:lnSpc>
              <a:spcPct val="90000"/>
            </a:lnSpc>
            <a:spcBef>
              <a:spcPct val="0"/>
            </a:spcBef>
            <a:spcAft>
              <a:spcPct val="35000"/>
            </a:spcAft>
          </a:pPr>
          <a:r>
            <a:rPr lang="nb-NO" sz="1300" b="1" kern="1200" dirty="0" smtClean="0"/>
            <a:t>Enhetstest (</a:t>
          </a:r>
          <a:r>
            <a:rPr lang="nb-NO" sz="1300" b="1" kern="1200" dirty="0" err="1" smtClean="0"/>
            <a:t>Unit</a:t>
          </a:r>
          <a:r>
            <a:rPr lang="nb-NO" sz="1300" b="1" kern="1200" dirty="0" smtClean="0"/>
            <a:t>)</a:t>
          </a:r>
          <a:endParaRPr lang="nb-NO" sz="1300" b="1" kern="1200" dirty="0"/>
        </a:p>
      </dsp:txBody>
      <dsp:txXfrm>
        <a:off x="3904" y="1320504"/>
        <a:ext cx="1496727" cy="472527"/>
      </dsp:txXfrm>
    </dsp:sp>
    <dsp:sp modelId="{FA351766-DB63-4E32-A059-30D3B2731B1F}">
      <dsp:nvSpPr>
        <dsp:cNvPr id="0" name=""/>
        <dsp:cNvSpPr/>
      </dsp:nvSpPr>
      <dsp:spPr>
        <a:xfrm>
          <a:off x="3904" y="1793032"/>
          <a:ext cx="1496727" cy="1506088"/>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rtl="0">
            <a:lnSpc>
              <a:spcPct val="90000"/>
            </a:lnSpc>
            <a:spcBef>
              <a:spcPct val="0"/>
            </a:spcBef>
            <a:spcAft>
              <a:spcPct val="15000"/>
            </a:spcAft>
            <a:buChar char="••"/>
          </a:pPr>
          <a:r>
            <a:rPr lang="nb-NO" sz="1300" kern="1200" dirty="0" smtClean="0"/>
            <a:t>Full isolasjon</a:t>
          </a:r>
          <a:endParaRPr lang="nb-NO" sz="1300" kern="1200" dirty="0"/>
        </a:p>
        <a:p>
          <a:pPr marL="114300" lvl="1" indent="-114300" algn="l" defTabSz="577850" rtl="0">
            <a:lnSpc>
              <a:spcPct val="90000"/>
            </a:lnSpc>
            <a:spcBef>
              <a:spcPct val="0"/>
            </a:spcBef>
            <a:spcAft>
              <a:spcPct val="15000"/>
            </a:spcAft>
            <a:buChar char="••"/>
          </a:pPr>
          <a:r>
            <a:rPr lang="nb-NO" sz="1300" kern="1200" dirty="0" smtClean="0"/>
            <a:t>Enkelte metoder</a:t>
          </a:r>
          <a:endParaRPr lang="nb-NO" sz="1300" kern="1200" dirty="0"/>
        </a:p>
      </dsp:txBody>
      <dsp:txXfrm>
        <a:off x="3904" y="1793032"/>
        <a:ext cx="1496727" cy="1506088"/>
      </dsp:txXfrm>
    </dsp:sp>
    <dsp:sp modelId="{4F237F38-8539-466C-8522-135FA704D2F9}">
      <dsp:nvSpPr>
        <dsp:cNvPr id="0" name=""/>
        <dsp:cNvSpPr/>
      </dsp:nvSpPr>
      <dsp:spPr>
        <a:xfrm>
          <a:off x="1710173" y="1320504"/>
          <a:ext cx="1496727" cy="472527"/>
        </a:xfrm>
        <a:prstGeom prst="rect">
          <a:avLst/>
        </a:prstGeom>
        <a:solidFill>
          <a:srgbClr val="FFC000"/>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lvl="0" algn="ctr" defTabSz="577850" rtl="0">
            <a:lnSpc>
              <a:spcPct val="90000"/>
            </a:lnSpc>
            <a:spcBef>
              <a:spcPct val="0"/>
            </a:spcBef>
            <a:spcAft>
              <a:spcPct val="35000"/>
            </a:spcAft>
          </a:pPr>
          <a:r>
            <a:rPr lang="nb-NO" sz="1300" b="1" kern="1200" dirty="0" smtClean="0"/>
            <a:t>Service test</a:t>
          </a:r>
          <a:endParaRPr lang="nb-NO" sz="1300" b="1" kern="1200" dirty="0"/>
        </a:p>
      </dsp:txBody>
      <dsp:txXfrm>
        <a:off x="1710173" y="1320504"/>
        <a:ext cx="1496727" cy="472527"/>
      </dsp:txXfrm>
    </dsp:sp>
    <dsp:sp modelId="{B3FD05A8-81BC-4B72-A71E-2341C0FC86D8}">
      <dsp:nvSpPr>
        <dsp:cNvPr id="0" name=""/>
        <dsp:cNvSpPr/>
      </dsp:nvSpPr>
      <dsp:spPr>
        <a:xfrm>
          <a:off x="1710173" y="1793032"/>
          <a:ext cx="1496727" cy="1506088"/>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rtl="0">
            <a:lnSpc>
              <a:spcPct val="90000"/>
            </a:lnSpc>
            <a:spcBef>
              <a:spcPct val="0"/>
            </a:spcBef>
            <a:spcAft>
              <a:spcPct val="15000"/>
            </a:spcAft>
            <a:buChar char="••"/>
          </a:pPr>
          <a:r>
            <a:rPr lang="nb-NO" sz="1300" kern="1200" dirty="0" smtClean="0"/>
            <a:t>Public tjeneste </a:t>
          </a:r>
          <a:endParaRPr lang="nb-NO" sz="1300" kern="1200" dirty="0"/>
        </a:p>
        <a:p>
          <a:pPr marL="114300" lvl="1" indent="-114300" algn="l" defTabSz="577850" rtl="0">
            <a:lnSpc>
              <a:spcPct val="90000"/>
            </a:lnSpc>
            <a:spcBef>
              <a:spcPct val="0"/>
            </a:spcBef>
            <a:spcAft>
              <a:spcPct val="15000"/>
            </a:spcAft>
            <a:buChar char="••"/>
          </a:pPr>
          <a:r>
            <a:rPr lang="nb-NO" sz="1300" kern="1200" dirty="0" smtClean="0"/>
            <a:t>Kode nær</a:t>
          </a:r>
          <a:endParaRPr lang="nb-NO" sz="1300" kern="1200" dirty="0"/>
        </a:p>
        <a:p>
          <a:pPr marL="114300" lvl="1" indent="-114300" algn="l" defTabSz="577850" rtl="0">
            <a:lnSpc>
              <a:spcPct val="90000"/>
            </a:lnSpc>
            <a:spcBef>
              <a:spcPct val="0"/>
            </a:spcBef>
            <a:spcAft>
              <a:spcPct val="15000"/>
            </a:spcAft>
            <a:buChar char="••"/>
          </a:pPr>
          <a:r>
            <a:rPr lang="nb-NO" sz="1300" kern="1200" dirty="0" smtClean="0"/>
            <a:t>White </a:t>
          </a:r>
          <a:r>
            <a:rPr lang="nb-NO" sz="1300" kern="1200" dirty="0" err="1" smtClean="0"/>
            <a:t>box</a:t>
          </a:r>
          <a:r>
            <a:rPr lang="nb-NO" sz="1300" kern="1200" dirty="0" smtClean="0"/>
            <a:t> (åpent innhold)</a:t>
          </a:r>
          <a:endParaRPr lang="nb-NO" sz="1300" kern="1200" dirty="0"/>
        </a:p>
      </dsp:txBody>
      <dsp:txXfrm>
        <a:off x="1710173" y="1793032"/>
        <a:ext cx="1496727" cy="1506088"/>
      </dsp:txXfrm>
    </dsp:sp>
    <dsp:sp modelId="{DC1CB3A6-B248-4F6A-8A8B-13FA3CB40814}">
      <dsp:nvSpPr>
        <dsp:cNvPr id="0" name=""/>
        <dsp:cNvSpPr/>
      </dsp:nvSpPr>
      <dsp:spPr>
        <a:xfrm>
          <a:off x="3416442" y="1320504"/>
          <a:ext cx="1496727" cy="472527"/>
        </a:xfrm>
        <a:prstGeom prst="rect">
          <a:avLst/>
        </a:prstGeom>
        <a:solidFill>
          <a:srgbClr val="FFC000"/>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lvl="0" algn="ctr" defTabSz="577850" rtl="0">
            <a:lnSpc>
              <a:spcPct val="90000"/>
            </a:lnSpc>
            <a:spcBef>
              <a:spcPct val="0"/>
            </a:spcBef>
            <a:spcAft>
              <a:spcPct val="35000"/>
            </a:spcAft>
          </a:pPr>
          <a:r>
            <a:rPr lang="nb-NO" sz="1300" b="1" kern="1200" dirty="0" err="1" smtClean="0"/>
            <a:t>Multi-service</a:t>
          </a:r>
          <a:r>
            <a:rPr lang="nb-NO" sz="1300" b="1" kern="1200" dirty="0" smtClean="0"/>
            <a:t> test</a:t>
          </a:r>
          <a:endParaRPr lang="nb-NO" sz="1300" b="1" kern="1200" dirty="0"/>
        </a:p>
      </dsp:txBody>
      <dsp:txXfrm>
        <a:off x="3416442" y="1320504"/>
        <a:ext cx="1496727" cy="472527"/>
      </dsp:txXfrm>
    </dsp:sp>
    <dsp:sp modelId="{C180CF0F-C170-4375-8BE8-3561E845DBB7}">
      <dsp:nvSpPr>
        <dsp:cNvPr id="0" name=""/>
        <dsp:cNvSpPr/>
      </dsp:nvSpPr>
      <dsp:spPr>
        <a:xfrm>
          <a:off x="3416442" y="1793032"/>
          <a:ext cx="1496727" cy="1506088"/>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rtl="0">
            <a:lnSpc>
              <a:spcPct val="90000"/>
            </a:lnSpc>
            <a:spcBef>
              <a:spcPct val="0"/>
            </a:spcBef>
            <a:spcAft>
              <a:spcPct val="15000"/>
            </a:spcAft>
            <a:buChar char="••"/>
          </a:pPr>
          <a:r>
            <a:rPr lang="nb-NO" sz="1300" kern="1200" dirty="0" smtClean="0"/>
            <a:t>Flere prosesser</a:t>
          </a:r>
          <a:endParaRPr lang="nb-NO" sz="1300" kern="1200" dirty="0"/>
        </a:p>
        <a:p>
          <a:pPr marL="114300" lvl="1" indent="-114300" algn="l" defTabSz="577850" rtl="0">
            <a:lnSpc>
              <a:spcPct val="90000"/>
            </a:lnSpc>
            <a:spcBef>
              <a:spcPct val="0"/>
            </a:spcBef>
            <a:spcAft>
              <a:spcPct val="15000"/>
            </a:spcAft>
            <a:buChar char="••"/>
          </a:pPr>
          <a:r>
            <a:rPr lang="nb-NO" sz="1300" kern="1200" dirty="0" smtClean="0"/>
            <a:t>En node</a:t>
          </a:r>
          <a:endParaRPr lang="nb-NO" sz="1300" kern="1200" dirty="0"/>
        </a:p>
      </dsp:txBody>
      <dsp:txXfrm>
        <a:off x="3416442" y="1793032"/>
        <a:ext cx="1496727" cy="1506088"/>
      </dsp:txXfrm>
    </dsp:sp>
    <dsp:sp modelId="{E87716DD-5A2A-4F3D-B7FA-2F5C0D6D6A60}">
      <dsp:nvSpPr>
        <dsp:cNvPr id="0" name=""/>
        <dsp:cNvSpPr/>
      </dsp:nvSpPr>
      <dsp:spPr>
        <a:xfrm>
          <a:off x="5122711" y="1320504"/>
          <a:ext cx="1496727" cy="472527"/>
        </a:xfrm>
        <a:prstGeom prst="rect">
          <a:avLst/>
        </a:prstGeom>
        <a:solidFill>
          <a:srgbClr val="FFC000"/>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lvl="0" algn="ctr" defTabSz="577850" rtl="0">
            <a:lnSpc>
              <a:spcPct val="90000"/>
            </a:lnSpc>
            <a:spcBef>
              <a:spcPct val="0"/>
            </a:spcBef>
            <a:spcAft>
              <a:spcPct val="35000"/>
            </a:spcAft>
          </a:pPr>
          <a:r>
            <a:rPr lang="nb-NO" sz="1300" b="1" kern="1200" dirty="0" smtClean="0"/>
            <a:t>System test</a:t>
          </a:r>
          <a:endParaRPr lang="nb-NO" sz="1300" b="1" kern="1200" dirty="0"/>
        </a:p>
      </dsp:txBody>
      <dsp:txXfrm>
        <a:off x="5122711" y="1320504"/>
        <a:ext cx="1496727" cy="472527"/>
      </dsp:txXfrm>
    </dsp:sp>
    <dsp:sp modelId="{F67C8C95-E886-433E-9FCF-BD501F32209E}">
      <dsp:nvSpPr>
        <dsp:cNvPr id="0" name=""/>
        <dsp:cNvSpPr/>
      </dsp:nvSpPr>
      <dsp:spPr>
        <a:xfrm>
          <a:off x="5122711" y="1793032"/>
          <a:ext cx="1496727" cy="1506088"/>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rtl="0">
            <a:lnSpc>
              <a:spcPct val="90000"/>
            </a:lnSpc>
            <a:spcBef>
              <a:spcPct val="0"/>
            </a:spcBef>
            <a:spcAft>
              <a:spcPct val="15000"/>
            </a:spcAft>
            <a:buChar char="••"/>
          </a:pPr>
          <a:r>
            <a:rPr lang="nb-NO" sz="1300" kern="1200" dirty="0" smtClean="0"/>
            <a:t>Funksjonelle krav</a:t>
          </a:r>
          <a:endParaRPr lang="nb-NO" sz="1300" kern="1200" dirty="0"/>
        </a:p>
        <a:p>
          <a:pPr marL="114300" lvl="1" indent="-114300" algn="l" defTabSz="577850" rtl="0">
            <a:lnSpc>
              <a:spcPct val="90000"/>
            </a:lnSpc>
            <a:spcBef>
              <a:spcPct val="0"/>
            </a:spcBef>
            <a:spcAft>
              <a:spcPct val="15000"/>
            </a:spcAft>
            <a:buChar char="••"/>
          </a:pPr>
          <a:r>
            <a:rPr lang="nb-NO" sz="1300" kern="1200" dirty="0" smtClean="0"/>
            <a:t>Ikke-funksjonelle krav</a:t>
          </a:r>
          <a:endParaRPr lang="nb-NO" sz="1300" kern="1200" dirty="0"/>
        </a:p>
        <a:p>
          <a:pPr marL="114300" lvl="1" indent="-114300" algn="l" defTabSz="577850" rtl="0">
            <a:lnSpc>
              <a:spcPct val="90000"/>
            </a:lnSpc>
            <a:spcBef>
              <a:spcPct val="0"/>
            </a:spcBef>
            <a:spcAft>
              <a:spcPct val="15000"/>
            </a:spcAft>
            <a:buChar char="••"/>
          </a:pPr>
          <a:r>
            <a:rPr lang="nb-NO" sz="1300" kern="1200" dirty="0" smtClean="0"/>
            <a:t>Black </a:t>
          </a:r>
          <a:r>
            <a:rPr lang="nb-NO" sz="1300" kern="1200" dirty="0" err="1" smtClean="0"/>
            <a:t>box</a:t>
          </a:r>
          <a:r>
            <a:rPr lang="nb-NO" sz="1300" kern="1200" dirty="0" smtClean="0"/>
            <a:t> (lukket kode)</a:t>
          </a:r>
          <a:endParaRPr lang="nb-NO" sz="1300" kern="1200" dirty="0"/>
        </a:p>
      </dsp:txBody>
      <dsp:txXfrm>
        <a:off x="5122711" y="1793032"/>
        <a:ext cx="1496727" cy="1506088"/>
      </dsp:txXfrm>
    </dsp:sp>
    <dsp:sp modelId="{B15ED14B-61D5-4C4D-BB83-A0FD57200F55}">
      <dsp:nvSpPr>
        <dsp:cNvPr id="0" name=""/>
        <dsp:cNvSpPr/>
      </dsp:nvSpPr>
      <dsp:spPr>
        <a:xfrm>
          <a:off x="6828980" y="1320504"/>
          <a:ext cx="1496727" cy="472527"/>
        </a:xfrm>
        <a:prstGeom prst="rect">
          <a:avLst/>
        </a:prstGeom>
        <a:solidFill>
          <a:srgbClr val="FFC000"/>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lvl="0" algn="ctr" defTabSz="577850" rtl="0">
            <a:lnSpc>
              <a:spcPct val="90000"/>
            </a:lnSpc>
            <a:spcBef>
              <a:spcPct val="0"/>
            </a:spcBef>
            <a:spcAft>
              <a:spcPct val="35000"/>
            </a:spcAft>
          </a:pPr>
          <a:r>
            <a:rPr lang="nb-NO" sz="1300" b="1" kern="1200" dirty="0" smtClean="0"/>
            <a:t>System </a:t>
          </a:r>
          <a:r>
            <a:rPr lang="nb-NO" sz="1300" b="1" kern="1200" dirty="0" err="1" smtClean="0"/>
            <a:t>multi-node</a:t>
          </a:r>
          <a:r>
            <a:rPr lang="nb-NO" sz="1300" b="1" kern="1200" dirty="0" smtClean="0"/>
            <a:t> test</a:t>
          </a:r>
          <a:endParaRPr lang="nb-NO" sz="1300" b="1" kern="1200" dirty="0"/>
        </a:p>
      </dsp:txBody>
      <dsp:txXfrm>
        <a:off x="6828980" y="1320504"/>
        <a:ext cx="1496727" cy="472527"/>
      </dsp:txXfrm>
    </dsp:sp>
    <dsp:sp modelId="{8268E103-FEFC-460A-8D4C-DB072A97EA84}">
      <dsp:nvSpPr>
        <dsp:cNvPr id="0" name=""/>
        <dsp:cNvSpPr/>
      </dsp:nvSpPr>
      <dsp:spPr>
        <a:xfrm>
          <a:off x="6828980" y="1793032"/>
          <a:ext cx="1496727" cy="1506088"/>
        </a:xfrm>
        <a:prstGeom prst="rect">
          <a:avLst/>
        </a:prstGeom>
        <a:solidFill>
          <a:schemeClr val="accent2">
            <a:alpha val="90000"/>
            <a:tint val="40000"/>
            <a:hueOff val="0"/>
            <a:satOff val="0"/>
            <a:lumOff val="0"/>
            <a:alphaOff val="0"/>
          </a:schemeClr>
        </a:solidFill>
        <a:ln w="254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rtl="0">
            <a:lnSpc>
              <a:spcPct val="90000"/>
            </a:lnSpc>
            <a:spcBef>
              <a:spcPct val="0"/>
            </a:spcBef>
            <a:spcAft>
              <a:spcPct val="15000"/>
            </a:spcAft>
            <a:buChar char="••"/>
          </a:pPr>
          <a:r>
            <a:rPr lang="nb-NO" sz="1300" kern="1200" dirty="0" smtClean="0"/>
            <a:t>Flere fysiske noder</a:t>
          </a:r>
          <a:endParaRPr lang="nb-NO" sz="1300" kern="1200" dirty="0"/>
        </a:p>
      </dsp:txBody>
      <dsp:txXfrm>
        <a:off x="6828980" y="1793032"/>
        <a:ext cx="1496727" cy="150608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Plassholder for topptekst 1"/>
          <p:cNvSpPr txBox="1">
            <a:spLocks noGrp="1"/>
          </p:cNvSpPr>
          <p:nvPr>
            <p:ph type="hdr" sz="quarter"/>
          </p:nvPr>
        </p:nvSpPr>
        <p:spPr>
          <a:xfrm>
            <a:off x="0" y="0"/>
            <a:ext cx="3280680" cy="534240"/>
          </a:xfrm>
          <a:prstGeom prst="rect">
            <a:avLst/>
          </a:prstGeom>
          <a:noFill/>
          <a:ln>
            <a:noFill/>
          </a:ln>
        </p:spPr>
        <p:txBody>
          <a:bodyPr vert="horz" lIns="90000" tIns="45000" rIns="90000" bIns="4500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rtl="0" hangingPunct="0">
              <a:lnSpc>
                <a:spcPct val="100000"/>
              </a:lnSpc>
              <a:spcBef>
                <a:spcPts val="0"/>
              </a:spcBef>
              <a:spcAft>
                <a:spcPts val="0"/>
              </a:spcAft>
              <a:buNone/>
              <a:tabLst/>
              <a:defRPr sz="1400"/>
            </a:pPr>
            <a:endParaRPr lang="nb-NO" sz="1400" b="0" i="0" u="none" strike="noStrike" kern="1200">
              <a:ln>
                <a:noFill/>
              </a:ln>
              <a:latin typeface="Arial" pitchFamily="18"/>
              <a:ea typeface="MS Gothic" pitchFamily="2"/>
              <a:cs typeface="Tahoma" pitchFamily="2"/>
            </a:endParaRPr>
          </a:p>
        </p:txBody>
      </p:sp>
      <p:sp>
        <p:nvSpPr>
          <p:cNvPr id="3" name="Plassholder for dato 2"/>
          <p:cNvSpPr txBox="1">
            <a:spLocks noGrp="1"/>
          </p:cNvSpPr>
          <p:nvPr>
            <p:ph type="dt" sz="quarter" idx="1"/>
          </p:nvPr>
        </p:nvSpPr>
        <p:spPr>
          <a:xfrm>
            <a:off x="4278960" y="0"/>
            <a:ext cx="3280680" cy="534240"/>
          </a:xfrm>
          <a:prstGeom prst="rect">
            <a:avLst/>
          </a:prstGeom>
          <a:noFill/>
          <a:ln>
            <a:noFill/>
          </a:ln>
        </p:spPr>
        <p:txBody>
          <a:bodyPr vert="horz" lIns="90000" tIns="45000" rIns="90000" bIns="45000"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r" rtl="0" hangingPunct="0">
              <a:lnSpc>
                <a:spcPct val="100000"/>
              </a:lnSpc>
              <a:spcBef>
                <a:spcPts val="0"/>
              </a:spcBef>
              <a:spcAft>
                <a:spcPts val="0"/>
              </a:spcAft>
              <a:buNone/>
              <a:tabLst/>
              <a:defRPr sz="1400"/>
            </a:pPr>
            <a:endParaRPr lang="nb-NO" sz="1400" b="0" i="0" u="none" strike="noStrike" kern="1200">
              <a:ln>
                <a:noFill/>
              </a:ln>
              <a:latin typeface="Arial" pitchFamily="18"/>
              <a:ea typeface="MS Gothic" pitchFamily="2"/>
              <a:cs typeface="Tahoma" pitchFamily="2"/>
            </a:endParaRPr>
          </a:p>
        </p:txBody>
      </p:sp>
      <p:sp>
        <p:nvSpPr>
          <p:cNvPr id="4" name="Plassholder for bunntekst 3"/>
          <p:cNvSpPr txBox="1">
            <a:spLocks noGrp="1"/>
          </p:cNvSpPr>
          <p:nvPr>
            <p:ph type="ftr" sz="quarter" idx="2"/>
          </p:nvPr>
        </p:nvSpPr>
        <p:spPr>
          <a:xfrm>
            <a:off x="0" y="10157400"/>
            <a:ext cx="3280680" cy="534240"/>
          </a:xfrm>
          <a:prstGeom prst="rect">
            <a:avLst/>
          </a:prstGeom>
          <a:noFill/>
          <a:ln>
            <a:noFill/>
          </a:ln>
        </p:spPr>
        <p:txBody>
          <a:bodyPr vert="horz" lIns="90000" tIns="45000" rIns="90000" bIns="45000" anchor="b"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rtl="0" hangingPunct="0">
              <a:lnSpc>
                <a:spcPct val="100000"/>
              </a:lnSpc>
              <a:spcBef>
                <a:spcPts val="0"/>
              </a:spcBef>
              <a:spcAft>
                <a:spcPts val="0"/>
              </a:spcAft>
              <a:buNone/>
              <a:tabLst/>
              <a:defRPr sz="1400"/>
            </a:pPr>
            <a:endParaRPr lang="nb-NO" sz="1400" b="0" i="0" u="none" strike="noStrike" kern="1200">
              <a:ln>
                <a:noFill/>
              </a:ln>
              <a:latin typeface="Arial" pitchFamily="18"/>
              <a:ea typeface="MS Gothic" pitchFamily="2"/>
              <a:cs typeface="Tahoma" pitchFamily="2"/>
            </a:endParaRPr>
          </a:p>
        </p:txBody>
      </p:sp>
      <p:sp>
        <p:nvSpPr>
          <p:cNvPr id="5" name="Plassholder for lysbildenummer 4"/>
          <p:cNvSpPr txBox="1">
            <a:spLocks noGrp="1"/>
          </p:cNvSpPr>
          <p:nvPr>
            <p:ph type="sldNum" sz="quarter" idx="3"/>
          </p:nvPr>
        </p:nvSpPr>
        <p:spPr>
          <a:xfrm>
            <a:off x="4278960" y="10157400"/>
            <a:ext cx="3280680" cy="534240"/>
          </a:xfrm>
          <a:prstGeom prst="rect">
            <a:avLst/>
          </a:prstGeom>
          <a:noFill/>
          <a:ln>
            <a:noFill/>
          </a:ln>
        </p:spPr>
        <p:txBody>
          <a:bodyPr vert="horz" lIns="90000" tIns="45000" rIns="90000" bIns="45000" anchor="b" compatLnSpc="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marR="0" lvl="0" indent="0" algn="r" rtl="0" hangingPunct="0">
              <a:lnSpc>
                <a:spcPct val="100000"/>
              </a:lnSpc>
              <a:spcBef>
                <a:spcPts val="0"/>
              </a:spcBef>
              <a:spcAft>
                <a:spcPts val="0"/>
              </a:spcAft>
              <a:buNone/>
              <a:tabLst/>
              <a:defRPr sz="1400"/>
            </a:pPr>
            <a:fld id="{0F90E691-F884-4236-8391-45F064492E4E}" type="slidenum">
              <a:rPr/>
              <a:pPr marL="0" marR="0" lvl="0" indent="0" algn="r" rtl="0" hangingPunct="0">
                <a:lnSpc>
                  <a:spcPct val="100000"/>
                </a:lnSpc>
                <a:spcBef>
                  <a:spcPts val="0"/>
                </a:spcBef>
                <a:spcAft>
                  <a:spcPts val="0"/>
                </a:spcAft>
                <a:buNone/>
                <a:tabLst/>
                <a:defRPr sz="1400"/>
              </a:pPr>
              <a:t>‹#›</a:t>
            </a:fld>
            <a:endParaRPr lang="nb-NO" sz="1400" b="0" i="0" u="none" strike="noStrike" kern="1200">
              <a:ln>
                <a:noFill/>
              </a:ln>
              <a:latin typeface="Arial" pitchFamily="18"/>
              <a:ea typeface="MS Gothic" pitchFamily="2"/>
              <a:cs typeface="Tahoma" pitchFamily="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lysbilde 1"/>
          <p:cNvSpPr>
            <a:spLocks noGrp="1" noRot="1" noChangeAspect="1"/>
          </p:cNvSpPr>
          <p:nvPr>
            <p:ph type="sldImg" idx="2"/>
          </p:nvPr>
        </p:nvSpPr>
        <p:spPr>
          <a:xfrm>
            <a:off x="1107000" y="812520"/>
            <a:ext cx="5345280" cy="4008959"/>
          </a:xfrm>
          <a:prstGeom prst="rect">
            <a:avLst/>
          </a:prstGeom>
          <a:noFill/>
          <a:ln>
            <a:noFill/>
            <a:prstDash val="solid"/>
          </a:ln>
        </p:spPr>
      </p:sp>
      <p:sp>
        <p:nvSpPr>
          <p:cNvPr id="3" name="Plassholder for notater 2"/>
          <p:cNvSpPr txBox="1">
            <a:spLocks noGrp="1"/>
          </p:cNvSpPr>
          <p:nvPr>
            <p:ph type="body" sz="quarter" idx="3"/>
          </p:nvPr>
        </p:nvSpPr>
        <p:spPr>
          <a:xfrm>
            <a:off x="756000" y="5078520"/>
            <a:ext cx="6047640" cy="4811040"/>
          </a:xfrm>
          <a:prstGeom prst="rect">
            <a:avLst/>
          </a:prstGeom>
          <a:noFill/>
          <a:ln>
            <a:noFill/>
          </a:ln>
        </p:spPr>
        <p:txBody>
          <a:bodyPr lIns="0" tIns="0" rIns="0" bIns="0"/>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nb-NO" dirty="0"/>
          </a:p>
        </p:txBody>
      </p:sp>
      <p:sp>
        <p:nvSpPr>
          <p:cNvPr id="4" name="Plassholder for topptekst 3"/>
          <p:cNvSpPr txBox="1">
            <a:spLocks noGrp="1"/>
          </p:cNvSpPr>
          <p:nvPr>
            <p:ph type="hdr" sz="quarter"/>
          </p:nvPr>
        </p:nvSpPr>
        <p:spPr>
          <a:xfrm>
            <a:off x="0" y="0"/>
            <a:ext cx="3280680" cy="534240"/>
          </a:xfrm>
          <a:prstGeom prst="rect">
            <a:avLst/>
          </a:prstGeom>
          <a:noFill/>
          <a:ln>
            <a:noFill/>
          </a:ln>
        </p:spPr>
        <p:txBody>
          <a:bodyPr lIns="0" tIns="0" rIns="0" bIns="0"/>
          <a:lstStyle>
            <a:lvl1pPr marL="0" marR="0" lvl="0" indent="0" rtl="0" hangingPunct="0">
              <a:buNone/>
              <a:tabLst/>
              <a:defRPr lang="nb-NO" sz="1400">
                <a:latin typeface="Times New Roman" pitchFamily="18"/>
                <a:ea typeface="Arial Unicode MS" pitchFamily="2"/>
                <a:cs typeface="Tahoma" pitchFamily="2"/>
              </a:defRPr>
            </a:lvl1pPr>
          </a:lstStyle>
          <a:p>
            <a:pPr lvl="0"/>
            <a:endParaRPr lang="nb-NO"/>
          </a:p>
        </p:txBody>
      </p:sp>
      <p:sp>
        <p:nvSpPr>
          <p:cNvPr id="5" name="Plassholder for dato 4"/>
          <p:cNvSpPr txBox="1">
            <a:spLocks noGrp="1"/>
          </p:cNvSpPr>
          <p:nvPr>
            <p:ph type="dt" idx="1"/>
          </p:nvPr>
        </p:nvSpPr>
        <p:spPr>
          <a:xfrm>
            <a:off x="4278960" y="0"/>
            <a:ext cx="3280680" cy="534240"/>
          </a:xfrm>
          <a:prstGeom prst="rect">
            <a:avLst/>
          </a:prstGeom>
          <a:noFill/>
          <a:ln>
            <a:noFill/>
          </a:ln>
        </p:spPr>
        <p:txBody>
          <a:bodyPr lIns="0" tIns="0" rIns="0" bIns="0"/>
          <a:lstStyle>
            <a:lvl1pPr marL="0" marR="0" lvl="0" indent="0" algn="r" rtl="0" hangingPunct="0">
              <a:buNone/>
              <a:tabLst/>
              <a:defRPr lang="nb-NO" sz="1400">
                <a:latin typeface="Times New Roman" pitchFamily="18"/>
                <a:ea typeface="Arial Unicode MS" pitchFamily="2"/>
                <a:cs typeface="Tahoma" pitchFamily="2"/>
              </a:defRPr>
            </a:lvl1pPr>
          </a:lstStyle>
          <a:p>
            <a:pPr lvl="0"/>
            <a:endParaRPr lang="nb-NO"/>
          </a:p>
        </p:txBody>
      </p:sp>
      <p:sp>
        <p:nvSpPr>
          <p:cNvPr id="6" name="Plassholder for bunntekst 5"/>
          <p:cNvSpPr txBox="1">
            <a:spLocks noGrp="1"/>
          </p:cNvSpPr>
          <p:nvPr>
            <p:ph type="ftr" sz="quarter" idx="4"/>
          </p:nvPr>
        </p:nvSpPr>
        <p:spPr>
          <a:xfrm>
            <a:off x="0" y="10157400"/>
            <a:ext cx="3280680" cy="534240"/>
          </a:xfrm>
          <a:prstGeom prst="rect">
            <a:avLst/>
          </a:prstGeom>
          <a:noFill/>
          <a:ln>
            <a:noFill/>
          </a:ln>
        </p:spPr>
        <p:txBody>
          <a:bodyPr lIns="0" tIns="0" rIns="0" bIns="0" anchor="b"/>
          <a:lstStyle>
            <a:lvl1pPr marL="0" marR="0" lvl="0" indent="0" rtl="0" hangingPunct="0">
              <a:buNone/>
              <a:tabLst/>
              <a:defRPr lang="nb-NO" sz="1400">
                <a:latin typeface="Times New Roman" pitchFamily="18"/>
                <a:ea typeface="Arial Unicode MS" pitchFamily="2"/>
                <a:cs typeface="Tahoma" pitchFamily="2"/>
              </a:defRPr>
            </a:lvl1pPr>
          </a:lstStyle>
          <a:p>
            <a:pPr lvl="0"/>
            <a:endParaRPr lang="nb-NO"/>
          </a:p>
        </p:txBody>
      </p:sp>
      <p:sp>
        <p:nvSpPr>
          <p:cNvPr id="7" name="Plassholder for lysbildenummer 6"/>
          <p:cNvSpPr txBox="1">
            <a:spLocks noGrp="1"/>
          </p:cNvSpPr>
          <p:nvPr>
            <p:ph type="sldNum" sz="quarter" idx="5"/>
          </p:nvPr>
        </p:nvSpPr>
        <p:spPr>
          <a:xfrm>
            <a:off x="4278960" y="10157400"/>
            <a:ext cx="3280680" cy="534240"/>
          </a:xfrm>
          <a:prstGeom prst="rect">
            <a:avLst/>
          </a:prstGeom>
          <a:noFill/>
          <a:ln>
            <a:noFill/>
          </a:ln>
        </p:spPr>
        <p:txBody>
          <a:bodyPr lIns="0" tIns="0" rIns="0" bIns="0" anchor="b"/>
          <a:lstStyle>
            <a:lvl1pPr marL="0" marR="0" lvl="0" indent="0" algn="r" rtl="0" hangingPunct="0">
              <a:buNone/>
              <a:tabLst/>
              <a:defRPr lang="nb-NO" sz="1400">
                <a:latin typeface="Times New Roman" pitchFamily="18"/>
                <a:ea typeface="Arial Unicode MS" pitchFamily="2"/>
                <a:cs typeface="Tahoma" pitchFamily="2"/>
              </a:defRPr>
            </a:lvl1pPr>
          </a:lstStyle>
          <a:p>
            <a:pPr lvl="0"/>
            <a:fld id="{1A1D7B32-A205-4C72-890C-FDFCDD6F4F7D}" type="slidenum">
              <a:rPr/>
              <a:pPr lvl="0"/>
              <a:t>‹#›</a:t>
            </a:fld>
            <a:endParaRPr lang="nb-NO"/>
          </a:p>
        </p:txBody>
      </p:sp>
    </p:spTree>
  </p:cSld>
  <p:clrMap bg1="lt1" tx1="dk1" bg2="lt2" tx2="dk2" accent1="accent1" accent2="accent2" accent3="accent3" accent4="accent4" accent5="accent5" accent6="accent6" hlink="hlink" folHlink="folHlink"/>
  <p:notesStyle>
    <a:lvl1pPr marL="216000" marR="0" indent="-216000" rtl="0" hangingPunct="0">
      <a:tabLst/>
      <a:defRPr lang="nb-NO" sz="2000" b="0" i="0" u="none" strike="noStrike">
        <a:ln>
          <a:noFill/>
        </a:ln>
        <a:latin typeface="Albany" pitchFamily="18"/>
        <a:cs typeface="Tahoma"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endParaRPr lang="nb-NO"/>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a:t>
            </a:fld>
            <a:endParaRPr lang="nb-N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Plassholder for notater 2"/>
          <p:cNvSpPr txBox="1">
            <a:spLocks noGrp="1"/>
          </p:cNvSpPr>
          <p:nvPr>
            <p:ph type="body" sz="quarter" idx="1"/>
          </p:nvPr>
        </p:nvSpPr>
        <p:spPr>
          <a:xfrm>
            <a:off x="756000" y="5078520"/>
            <a:ext cx="6047640" cy="4721040"/>
          </a:xfrm>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nb-N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a:buNone/>
            </a:pPr>
            <a:r>
              <a:rPr lang="nb-NO" sz="1400" dirty="0" smtClean="0"/>
              <a:t>2. Utspørring</a:t>
            </a:r>
          </a:p>
          <a:p>
            <a:pPr>
              <a:buNone/>
            </a:pPr>
            <a:endParaRPr lang="nb-NO" sz="1400" dirty="0" smtClean="0"/>
          </a:p>
          <a:p>
            <a:pPr>
              <a:buNone/>
            </a:pPr>
            <a:r>
              <a:rPr lang="nb-NO" sz="1400" dirty="0" smtClean="0"/>
              <a:t>Erfaring </a:t>
            </a:r>
            <a:r>
              <a:rPr lang="nb-NO" sz="1400" dirty="0" smtClean="0"/>
              <a:t>med mange </a:t>
            </a:r>
            <a:r>
              <a:rPr lang="nb-NO" sz="1400" dirty="0" smtClean="0"/>
              <a:t>databaser</a:t>
            </a:r>
          </a:p>
          <a:p>
            <a:pPr>
              <a:buNone/>
            </a:pPr>
            <a:r>
              <a:rPr lang="nb-NO" sz="1400" dirty="0" smtClean="0"/>
              <a:t>Erfaring </a:t>
            </a:r>
            <a:r>
              <a:rPr lang="nb-NO" sz="1400" dirty="0" smtClean="0"/>
              <a:t>med annet enn klassisk 3 lags </a:t>
            </a:r>
            <a:r>
              <a:rPr lang="nb-NO" sz="1400" dirty="0" smtClean="0"/>
              <a:t>arkitektur</a:t>
            </a:r>
            <a:endParaRPr lang="nb-NO" sz="1400" dirty="0" smtClean="0"/>
          </a:p>
          <a:p>
            <a:pPr>
              <a:buNone/>
            </a:pPr>
            <a:r>
              <a:rPr lang="nb-NO" sz="1400" dirty="0" smtClean="0"/>
              <a:t>Frustrert </a:t>
            </a:r>
            <a:r>
              <a:rPr lang="nb-NO" sz="1400" dirty="0" smtClean="0"/>
              <a:t>over at det tar for lang tid å sette ting i </a:t>
            </a:r>
            <a:r>
              <a:rPr lang="nb-NO" sz="1400" dirty="0" err="1" smtClean="0"/>
              <a:t>prod</a:t>
            </a:r>
            <a:endParaRPr lang="nb-NO" sz="1400" dirty="0" smtClean="0"/>
          </a:p>
          <a:p>
            <a:pPr lvl="1">
              <a:buNone/>
            </a:pPr>
            <a:r>
              <a:rPr lang="nb-NO" sz="1400" dirty="0" smtClean="0"/>
              <a:t>2.3.1 Hvorfor tar det så lang tid</a:t>
            </a:r>
            <a:r>
              <a:rPr lang="nb-NO" sz="1400" dirty="0" smtClean="0"/>
              <a:t>?</a:t>
            </a:r>
            <a:endParaRPr lang="nb-NO" sz="1400" dirty="0" smtClean="0"/>
          </a:p>
          <a:p>
            <a:pPr>
              <a:buNone/>
            </a:pPr>
            <a:r>
              <a:rPr lang="nb-NO" sz="1400" dirty="0" smtClean="0"/>
              <a:t>Erfaring </a:t>
            </a:r>
            <a:r>
              <a:rPr lang="nb-NO" sz="1400" dirty="0" smtClean="0"/>
              <a:t>med at det tar greit med tid fra </a:t>
            </a:r>
            <a:r>
              <a:rPr lang="nb-NO" sz="1400" dirty="0" err="1" smtClean="0"/>
              <a:t>idee</a:t>
            </a:r>
            <a:r>
              <a:rPr lang="nb-NO" sz="1400" dirty="0" smtClean="0"/>
              <a:t> til </a:t>
            </a:r>
            <a:r>
              <a:rPr lang="nb-NO" sz="1400" dirty="0" err="1" smtClean="0"/>
              <a:t>prod</a:t>
            </a:r>
            <a:endParaRPr lang="nb-NO" sz="1400" dirty="0" smtClean="0"/>
          </a:p>
          <a:p>
            <a:pPr>
              <a:buNone/>
            </a:pPr>
            <a:r>
              <a:rPr lang="nb-NO" sz="1400" dirty="0" smtClean="0"/>
              <a:t>2.4.1 Hvorfor?</a:t>
            </a:r>
            <a:endParaRPr lang="nb-NO" sz="14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3</a:t>
            </a:fld>
            <a:endParaRPr lang="nb-N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Autofit/>
          </a:bodyPr>
          <a:lstStyle/>
          <a:p>
            <a:pPr>
              <a:buFont typeface="Arial" pitchFamily="34" charset="0"/>
              <a:buChar char="•"/>
            </a:pPr>
            <a:r>
              <a:rPr lang="nb-NO" sz="1400" dirty="0" smtClean="0">
                <a:latin typeface="Albany"/>
              </a:rPr>
              <a:t>Det </a:t>
            </a:r>
            <a:r>
              <a:rPr lang="nb-NO" sz="1400" dirty="0" err="1" smtClean="0">
                <a:latin typeface="Albany"/>
              </a:rPr>
              <a:t>ultimate</a:t>
            </a:r>
            <a:r>
              <a:rPr lang="nb-NO" sz="1400" dirty="0" smtClean="0">
                <a:latin typeface="Albany"/>
              </a:rPr>
              <a:t> målet er å bruke kortere kalendertid fra </a:t>
            </a:r>
            <a:r>
              <a:rPr lang="nb-NO" sz="1400" dirty="0" err="1" smtClean="0">
                <a:latin typeface="Albany"/>
              </a:rPr>
              <a:t>idee</a:t>
            </a:r>
            <a:r>
              <a:rPr lang="nb-NO" sz="1400" dirty="0" smtClean="0">
                <a:latin typeface="Albany"/>
              </a:rPr>
              <a:t> oppstår,</a:t>
            </a:r>
            <a:r>
              <a:rPr lang="nb-NO" sz="1400" baseline="0" dirty="0" smtClean="0">
                <a:latin typeface="Albany"/>
              </a:rPr>
              <a:t> til funksjonaliteten er implementert i produksjon.</a:t>
            </a:r>
          </a:p>
          <a:p>
            <a:pPr lvl="1">
              <a:buFont typeface="Arial" pitchFamily="34" charset="0"/>
              <a:buChar char="•"/>
            </a:pPr>
            <a:r>
              <a:rPr lang="nb-NO" sz="1400" baseline="0" dirty="0" smtClean="0">
                <a:latin typeface="Albany"/>
              </a:rPr>
              <a:t> Lang </a:t>
            </a:r>
            <a:r>
              <a:rPr lang="nb-NO" sz="1400" baseline="0" dirty="0" smtClean="0">
                <a:latin typeface="Albany"/>
              </a:rPr>
              <a:t>kalendertid er </a:t>
            </a:r>
            <a:r>
              <a:rPr lang="nb-NO" sz="1400" baseline="0" dirty="0" err="1" smtClean="0">
                <a:latin typeface="Albany"/>
              </a:rPr>
              <a:t>demotiverende</a:t>
            </a:r>
            <a:r>
              <a:rPr lang="nb-NO" sz="1400" baseline="0" dirty="0" smtClean="0">
                <a:latin typeface="Albany"/>
              </a:rPr>
              <a:t> for </a:t>
            </a:r>
            <a:r>
              <a:rPr lang="nb-NO" sz="1400" baseline="0" dirty="0" err="1" smtClean="0">
                <a:latin typeface="Albany"/>
              </a:rPr>
              <a:t>ideeskaper</a:t>
            </a:r>
            <a:r>
              <a:rPr lang="nb-NO" sz="1400" baseline="0" dirty="0" smtClean="0">
                <a:latin typeface="Albany"/>
              </a:rPr>
              <a:t>, </a:t>
            </a:r>
            <a:r>
              <a:rPr lang="nb-NO" sz="1400" dirty="0" smtClean="0">
                <a:latin typeface="Albany"/>
              </a:rPr>
              <a:t>kunden/brukeren </a:t>
            </a:r>
            <a:r>
              <a:rPr lang="nb-NO" sz="1400" smtClean="0">
                <a:latin typeface="Albany"/>
              </a:rPr>
              <a:t>mister eierskap </a:t>
            </a:r>
            <a:r>
              <a:rPr lang="nb-NO" sz="1400" dirty="0" smtClean="0">
                <a:latin typeface="Albany"/>
              </a:rPr>
              <a:t>til å jobbe frem gode beslutninger </a:t>
            </a:r>
            <a:r>
              <a:rPr lang="nb-NO" sz="1400" smtClean="0">
                <a:latin typeface="Albany"/>
              </a:rPr>
              <a:t>tidlig nok til </a:t>
            </a:r>
            <a:r>
              <a:rPr lang="nb-NO" sz="1400" baseline="0" dirty="0" smtClean="0">
                <a:latin typeface="Albany"/>
              </a:rPr>
              <a:t>å </a:t>
            </a:r>
            <a:r>
              <a:rPr lang="nb-NO" sz="1400" baseline="0" dirty="0" smtClean="0">
                <a:latin typeface="Albany"/>
              </a:rPr>
              <a:t>skape rett funksjonalitet.</a:t>
            </a:r>
          </a:p>
          <a:p>
            <a:pPr lvl="1">
              <a:buFont typeface="Arial" pitchFamily="34" charset="0"/>
              <a:buChar char="•"/>
            </a:pPr>
            <a:r>
              <a:rPr lang="nb-NO" sz="1400" baseline="0" dirty="0" smtClean="0">
                <a:latin typeface="Albany"/>
              </a:rPr>
              <a:t> Koster </a:t>
            </a:r>
            <a:r>
              <a:rPr lang="nb-NO" sz="1400" baseline="0" dirty="0" smtClean="0">
                <a:latin typeface="Albany"/>
              </a:rPr>
              <a:t>penger gjennom omfattende </a:t>
            </a:r>
            <a:r>
              <a:rPr lang="nb-NO" sz="1400" baseline="0" dirty="0" err="1" smtClean="0">
                <a:latin typeface="Albany"/>
              </a:rPr>
              <a:t>prod.settings</a:t>
            </a:r>
            <a:r>
              <a:rPr lang="nb-NO" sz="1400" baseline="0" dirty="0" smtClean="0">
                <a:latin typeface="Albany"/>
              </a:rPr>
              <a:t> rutiner.</a:t>
            </a:r>
          </a:p>
          <a:p>
            <a:endParaRPr lang="nb-NO" sz="1400" baseline="0" dirty="0" smtClean="0">
              <a:latin typeface="Albany"/>
            </a:endParaRPr>
          </a:p>
          <a:p>
            <a:pPr marL="342900" indent="-342900"/>
            <a:r>
              <a:rPr lang="nb-NO" sz="1400" baseline="0" dirty="0" smtClean="0">
                <a:latin typeface="Albany"/>
              </a:rPr>
              <a:t>I denne settingen (</a:t>
            </a:r>
            <a:r>
              <a:rPr lang="nb-NO" sz="1400" baseline="0" dirty="0" err="1" smtClean="0">
                <a:latin typeface="Albany"/>
              </a:rPr>
              <a:t>context</a:t>
            </a:r>
            <a:r>
              <a:rPr lang="nb-NO" sz="1400" baseline="0" dirty="0" smtClean="0">
                <a:latin typeface="Albany"/>
              </a:rPr>
              <a:t>) så går det ut på å bruke mindre tid på testing totalt </a:t>
            </a:r>
            <a:r>
              <a:rPr lang="nb-NO" sz="1400" baseline="0" dirty="0" smtClean="0">
                <a:latin typeface="Albany"/>
              </a:rPr>
              <a:t>sett</a:t>
            </a:r>
            <a:endParaRPr lang="nb-NO" sz="1400" baseline="0" dirty="0" smtClean="0">
              <a:latin typeface="Albany"/>
            </a:endParaRPr>
          </a:p>
          <a:p>
            <a:pPr marL="800100" lvl="1" indent="-342900"/>
            <a:r>
              <a:rPr lang="nb-NO" sz="1400" baseline="0" dirty="0" smtClean="0">
                <a:latin typeface="Albany"/>
              </a:rPr>
              <a:t> Kortere </a:t>
            </a:r>
            <a:r>
              <a:rPr lang="nb-NO" sz="1400" baseline="0" dirty="0" smtClean="0">
                <a:latin typeface="Albany"/>
              </a:rPr>
              <a:t>sykluser.</a:t>
            </a:r>
          </a:p>
          <a:p>
            <a:pPr marL="800100" lvl="1" indent="-342900"/>
            <a:r>
              <a:rPr lang="nb-NO" sz="1400" baseline="0" dirty="0" smtClean="0">
                <a:latin typeface="Albany"/>
              </a:rPr>
              <a:t> Verifiserer </a:t>
            </a:r>
            <a:r>
              <a:rPr lang="nb-NO" sz="1400" baseline="0" dirty="0" smtClean="0">
                <a:latin typeface="Albany"/>
              </a:rPr>
              <a:t>og gir trygghet til at funksjonaliteten er god nok.</a:t>
            </a:r>
          </a:p>
          <a:p>
            <a:pPr marL="800100" lvl="1" indent="-342900"/>
            <a:r>
              <a:rPr lang="nb-NO" sz="1400" baseline="0" dirty="0" smtClean="0">
                <a:latin typeface="Albany"/>
              </a:rPr>
              <a:t> Bruker </a:t>
            </a:r>
            <a:r>
              <a:rPr lang="nb-NO" sz="1400" baseline="0" dirty="0" smtClean="0">
                <a:latin typeface="Albany"/>
              </a:rPr>
              <a:t>ikke tid på å teste alle cornercases, fokus på at rett funksjonalitet oppnås. </a:t>
            </a:r>
            <a:r>
              <a:rPr lang="nb-NO" sz="1400" baseline="0" dirty="0" smtClean="0">
                <a:latin typeface="Albany"/>
              </a:rPr>
              <a:t>Eksempel: Ikke forventet oppførsel fra bruker av </a:t>
            </a:r>
            <a:r>
              <a:rPr lang="nb-NO" sz="1400" baseline="0" dirty="0" err="1" smtClean="0">
                <a:latin typeface="Albany"/>
              </a:rPr>
              <a:t>app</a:t>
            </a:r>
            <a:r>
              <a:rPr lang="nb-NO" sz="1400" baseline="0" dirty="0" smtClean="0">
                <a:latin typeface="Albany"/>
              </a:rPr>
              <a:t>.</a:t>
            </a:r>
          </a:p>
          <a:p>
            <a:pPr marL="800100" lvl="1" indent="-342900"/>
            <a:endParaRPr lang="nb-NO" sz="1400" dirty="0" smtClean="0">
              <a:latin typeface="Albany"/>
            </a:endParaRPr>
          </a:p>
          <a:p>
            <a:pPr marL="216000" marR="0" lvl="0" indent="-216000" defTabSz="914400" rtl="0" eaLnBrk="1" fontAlgn="auto" latinLnBrk="0" hangingPunct="0">
              <a:lnSpc>
                <a:spcPct val="100000"/>
              </a:lnSpc>
              <a:spcBef>
                <a:spcPts val="0"/>
              </a:spcBef>
              <a:spcAft>
                <a:spcPts val="0"/>
              </a:spcAft>
              <a:buClrTx/>
              <a:buSzPct val="45000"/>
              <a:buFont typeface="StarSymbol"/>
              <a:buChar char="●"/>
              <a:tabLst/>
              <a:defRPr/>
            </a:pPr>
            <a:r>
              <a:rPr lang="nb-NO" sz="1400" dirty="0" smtClean="0">
                <a:latin typeface="Albany"/>
              </a:rPr>
              <a:t>Verifisere det vi i dag ikke kan verifisere. Pga </a:t>
            </a:r>
            <a:r>
              <a:rPr lang="nb-NO" sz="1400" dirty="0" err="1" smtClean="0">
                <a:latin typeface="Albany"/>
              </a:rPr>
              <a:t>prob</a:t>
            </a:r>
            <a:r>
              <a:rPr lang="nb-NO" sz="1400" dirty="0" smtClean="0">
                <a:latin typeface="Albany"/>
              </a:rPr>
              <a:t>. Med datainnhold eller ressurser.</a:t>
            </a:r>
          </a:p>
          <a:p>
            <a:pPr lvl="1"/>
            <a:r>
              <a:rPr lang="nb-NO" sz="1400" dirty="0" smtClean="0">
                <a:latin typeface="Albany"/>
              </a:rPr>
              <a:t> Erfaring </a:t>
            </a:r>
            <a:r>
              <a:rPr lang="nb-NO" sz="1400" dirty="0" smtClean="0">
                <a:latin typeface="Albany"/>
              </a:rPr>
              <a:t>fra Western </a:t>
            </a:r>
            <a:r>
              <a:rPr lang="nb-NO" sz="1400" dirty="0" err="1" smtClean="0">
                <a:latin typeface="Albany"/>
              </a:rPr>
              <a:t>Geco</a:t>
            </a:r>
            <a:r>
              <a:rPr lang="nb-NO" sz="1400" dirty="0" smtClean="0">
                <a:latin typeface="Albany"/>
              </a:rPr>
              <a:t> – kjørte oss fast i vanlig </a:t>
            </a:r>
            <a:r>
              <a:rPr lang="nb-NO" sz="1400" dirty="0" err="1" smtClean="0">
                <a:latin typeface="Albany"/>
              </a:rPr>
              <a:t>mock</a:t>
            </a:r>
            <a:r>
              <a:rPr lang="nb-NO" sz="1400" dirty="0" smtClean="0">
                <a:latin typeface="Albany"/>
              </a:rPr>
              <a:t> oppsett. Ikke </a:t>
            </a:r>
            <a:r>
              <a:rPr lang="nb-NO" sz="1400" dirty="0" err="1" smtClean="0">
                <a:latin typeface="Albany"/>
              </a:rPr>
              <a:t>vedl.bart</a:t>
            </a:r>
            <a:r>
              <a:rPr lang="nb-NO" sz="1400" dirty="0" smtClean="0">
                <a:latin typeface="Albany"/>
              </a:rPr>
              <a:t>.</a:t>
            </a:r>
          </a:p>
          <a:p>
            <a:pPr lvl="1"/>
            <a:endParaRPr lang="nb-NO" sz="1400" dirty="0" smtClean="0">
              <a:latin typeface="Albany"/>
            </a:endParaRPr>
          </a:p>
          <a:p>
            <a:pPr lvl="0"/>
            <a:r>
              <a:rPr lang="nb-NO" sz="1400" dirty="0" smtClean="0">
                <a:latin typeface="Albany"/>
              </a:rPr>
              <a:t>Sum </a:t>
            </a:r>
            <a:r>
              <a:rPr lang="nb-NO" sz="1400" dirty="0" smtClean="0">
                <a:latin typeface="Albany"/>
              </a:rPr>
              <a:t>av tester verifiserer </a:t>
            </a:r>
            <a:r>
              <a:rPr lang="nb-NO" sz="1400" dirty="0" err="1" smtClean="0">
                <a:latin typeface="Albany"/>
              </a:rPr>
              <a:t>UseCase</a:t>
            </a:r>
            <a:endParaRPr lang="nb-NO" sz="1400" dirty="0" smtClean="0">
              <a:latin typeface="Albany"/>
            </a:endParaRPr>
          </a:p>
          <a:p>
            <a:pPr marL="457200" marR="0" lvl="1" indent="-216000" defTabSz="914400" rtl="0" eaLnBrk="1" fontAlgn="auto" latinLnBrk="0" hangingPunct="0">
              <a:lnSpc>
                <a:spcPct val="100000"/>
              </a:lnSpc>
              <a:spcBef>
                <a:spcPts val="0"/>
              </a:spcBef>
              <a:spcAft>
                <a:spcPts val="0"/>
              </a:spcAft>
              <a:buClrTx/>
              <a:buSzPct val="45000"/>
              <a:buFont typeface="Arial" pitchFamily="34" charset="0"/>
              <a:buChar char="•"/>
              <a:tabLst/>
              <a:defRPr/>
            </a:pPr>
            <a:r>
              <a:rPr lang="nb-NO" sz="1400" dirty="0" smtClean="0">
                <a:latin typeface="Albany"/>
              </a:rPr>
              <a:t>Avhengigheter mellom tester forteller hva som virkelig er feil</a:t>
            </a:r>
          </a:p>
          <a:p>
            <a:pPr marL="457200" marR="0" lvl="1" indent="-216000" defTabSz="914400" rtl="0" eaLnBrk="1" fontAlgn="auto" latinLnBrk="0" hangingPunct="0">
              <a:lnSpc>
                <a:spcPct val="100000"/>
              </a:lnSpc>
              <a:spcBef>
                <a:spcPts val="0"/>
              </a:spcBef>
              <a:spcAft>
                <a:spcPts val="0"/>
              </a:spcAft>
              <a:buClrTx/>
              <a:buSzPct val="45000"/>
              <a:buFont typeface="Arial" pitchFamily="34" charset="0"/>
              <a:buChar char="•"/>
              <a:tabLst/>
              <a:defRPr/>
            </a:pPr>
            <a:r>
              <a:rPr lang="nb-NO" sz="1400" dirty="0" smtClean="0">
                <a:latin typeface="Albany"/>
              </a:rPr>
              <a:t>Prinsipp </a:t>
            </a:r>
            <a:r>
              <a:rPr lang="nb-NO" sz="1400" dirty="0" smtClean="0">
                <a:latin typeface="Albany"/>
              </a:rPr>
              <a:t>stopp ved første «grense», unngå å teste </a:t>
            </a:r>
            <a:r>
              <a:rPr lang="nb-NO" sz="1400" dirty="0" err="1" smtClean="0">
                <a:latin typeface="Albany"/>
              </a:rPr>
              <a:t>ende-til-ende</a:t>
            </a:r>
            <a:r>
              <a:rPr lang="nb-NO" sz="1400" dirty="0" smtClean="0">
                <a:latin typeface="Albany"/>
              </a:rPr>
              <a:t> som «</a:t>
            </a:r>
            <a:r>
              <a:rPr lang="nb-NO" sz="1400" dirty="0" err="1" smtClean="0">
                <a:latin typeface="Albany"/>
              </a:rPr>
              <a:t>default</a:t>
            </a:r>
            <a:r>
              <a:rPr lang="nb-NO" sz="1400" dirty="0" smtClean="0">
                <a:latin typeface="Albany"/>
              </a:rPr>
              <a:t>».</a:t>
            </a:r>
          </a:p>
          <a:p>
            <a:pPr marL="457200" marR="0" lvl="1" indent="-216000" algn="l" defTabSz="914400" rtl="0" eaLnBrk="1" fontAlgn="auto" latinLnBrk="0" hangingPunct="0">
              <a:lnSpc>
                <a:spcPct val="100000"/>
              </a:lnSpc>
              <a:spcBef>
                <a:spcPts val="0"/>
              </a:spcBef>
              <a:spcAft>
                <a:spcPts val="0"/>
              </a:spcAft>
              <a:buClrTx/>
              <a:buSzPct val="45000"/>
              <a:buFont typeface="Arial" pitchFamily="34" charset="0"/>
              <a:buChar char="•"/>
              <a:tabLst/>
              <a:defRPr/>
            </a:pPr>
            <a:r>
              <a:rPr lang="nb-NO" sz="1400" dirty="0" smtClean="0">
                <a:latin typeface="Albany"/>
              </a:rPr>
              <a:t>Mer effektiv tidsforbruk i prosjektfase fordi vi venter korter på tester som feiler,</a:t>
            </a:r>
            <a:r>
              <a:rPr lang="nb-NO" sz="1400" baseline="0" dirty="0" smtClean="0">
                <a:latin typeface="Albany"/>
              </a:rPr>
              <a:t> og sparer tid på å lete etter ”falske” feil.</a:t>
            </a:r>
          </a:p>
          <a:p>
            <a:pPr marL="457200" marR="0" lvl="1" indent="-216000" algn="l" defTabSz="914400" rtl="0" eaLnBrk="1" fontAlgn="auto" latinLnBrk="0" hangingPunct="0">
              <a:lnSpc>
                <a:spcPct val="100000"/>
              </a:lnSpc>
              <a:spcBef>
                <a:spcPts val="0"/>
              </a:spcBef>
              <a:spcAft>
                <a:spcPts val="0"/>
              </a:spcAft>
              <a:buClrTx/>
              <a:buSzPct val="45000"/>
              <a:buFont typeface="Arial" pitchFamily="34" charset="0"/>
              <a:buChar char="•"/>
              <a:tabLst/>
              <a:defRPr/>
            </a:pPr>
            <a:endParaRPr lang="nb-NO" sz="1400" dirty="0" smtClean="0">
              <a:latin typeface="Albany"/>
            </a:endParaRPr>
          </a:p>
          <a:p>
            <a:pPr marL="216000" marR="0" lvl="0" indent="-216000" defTabSz="914400" rtl="0" eaLnBrk="1" fontAlgn="auto" latinLnBrk="0" hangingPunct="0">
              <a:lnSpc>
                <a:spcPct val="100000"/>
              </a:lnSpc>
              <a:spcBef>
                <a:spcPts val="0"/>
              </a:spcBef>
              <a:spcAft>
                <a:spcPts val="0"/>
              </a:spcAft>
              <a:buClrTx/>
              <a:buSzPct val="45000"/>
              <a:buFont typeface="Arial" charset="0"/>
              <a:buNone/>
              <a:tabLst/>
              <a:defRPr/>
            </a:pPr>
            <a:r>
              <a:rPr lang="nb-NO" sz="1400" dirty="0" smtClean="0">
                <a:latin typeface="Albany"/>
              </a:rPr>
              <a:t>Dette fører til at vi </a:t>
            </a:r>
            <a:r>
              <a:rPr lang="nb-NO" sz="1400" baseline="0" dirty="0" smtClean="0">
                <a:latin typeface="Albany"/>
              </a:rPr>
              <a:t>bruker mindre tid på testing, og feilkorrigering i hele </a:t>
            </a:r>
            <a:r>
              <a:rPr lang="nb-NO" sz="1400" baseline="0" dirty="0" err="1" smtClean="0">
                <a:latin typeface="Albany"/>
              </a:rPr>
              <a:t>applkasjonen</a:t>
            </a:r>
            <a:r>
              <a:rPr lang="nb-NO" sz="1400" baseline="0" dirty="0" smtClean="0">
                <a:latin typeface="Albany"/>
              </a:rPr>
              <a:t> sin levetid.</a:t>
            </a:r>
            <a:r>
              <a:rPr lang="nb-NO" sz="1400" dirty="0" smtClean="0">
                <a:latin typeface="Albany"/>
              </a:rPr>
              <a:t> </a:t>
            </a:r>
            <a:endParaRPr lang="nb-NO" sz="1400" dirty="0" smtClean="0">
              <a:latin typeface="Albany"/>
            </a:endParaRPr>
          </a:p>
          <a:p>
            <a:pPr lvl="0">
              <a:buFont typeface="Arial" charset="0"/>
              <a:buNone/>
            </a:pPr>
            <a:endParaRPr lang="nb-NO" sz="1400" dirty="0" smtClean="0">
              <a:latin typeface="Albany"/>
            </a:endParaRPr>
          </a:p>
          <a:p>
            <a:pPr lvl="0"/>
            <a:endParaRPr lang="nb-NO" sz="1400" dirty="0">
              <a:latin typeface="Albany"/>
            </a:endParaRPr>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4</a:t>
            </a:fld>
            <a:endParaRPr lang="nb-N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Plassholder for notater 2"/>
          <p:cNvSpPr txBox="1">
            <a:spLocks noGrp="1"/>
          </p:cNvSpPr>
          <p:nvPr>
            <p:ph type="body" sz="quarter" idx="1"/>
          </p:nvPr>
        </p:nvSpPr>
        <p:spPr>
          <a:xfrm>
            <a:off x="756000" y="5078520"/>
            <a:ext cx="6047640" cy="4721040"/>
          </a:xfrm>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nb-NO" dirty="0"/>
              <a:t>Omdefiner bruk av prosjekt til </a:t>
            </a:r>
            <a:r>
              <a:rPr lang="nb-NO" dirty="0" err="1"/>
              <a:t>artifakt</a:t>
            </a:r>
            <a:r>
              <a:rPr lang="nb-NO" dirty="0"/>
              <a:t>, produkt eller løsning. Ev. applikasjon.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a:buNone/>
            </a:pPr>
            <a:r>
              <a:rPr lang="nb-NO" sz="1400" dirty="0" smtClean="0">
                <a:latin typeface="Albany"/>
              </a:rPr>
              <a:t>Sette senen</a:t>
            </a:r>
            <a:r>
              <a:rPr lang="nb-NO" sz="1400" baseline="0" dirty="0" smtClean="0">
                <a:latin typeface="Albany"/>
              </a:rPr>
              <a:t> for felles forståelse av noen grunnprinsipper:</a:t>
            </a:r>
          </a:p>
          <a:p>
            <a:pPr>
              <a:buNone/>
            </a:pPr>
            <a:r>
              <a:rPr lang="nb-NO" sz="1400" baseline="0" dirty="0" smtClean="0">
                <a:latin typeface="Albany"/>
              </a:rPr>
              <a:t>Ønsker gjennom denne teststrategien å fremme et mer presist språk </a:t>
            </a:r>
            <a:r>
              <a:rPr lang="nb-NO" sz="1400" baseline="0" dirty="0" smtClean="0">
                <a:latin typeface="Albany"/>
              </a:rPr>
              <a:t>innad  i  </a:t>
            </a:r>
            <a:r>
              <a:rPr lang="nb-NO" sz="1400" baseline="0" dirty="0" smtClean="0">
                <a:latin typeface="Albany"/>
              </a:rPr>
              <a:t>teamet </a:t>
            </a:r>
            <a:r>
              <a:rPr lang="nb-NO" sz="1400" baseline="0" dirty="0" smtClean="0">
                <a:latin typeface="Albany"/>
              </a:rPr>
              <a:t>som </a:t>
            </a:r>
            <a:r>
              <a:rPr lang="nb-NO" sz="1400" baseline="0" dirty="0" smtClean="0">
                <a:latin typeface="Albany"/>
              </a:rPr>
              <a:t>jobber med et produkt.</a:t>
            </a:r>
            <a:endParaRPr lang="nb-NO" sz="1400" dirty="0" smtClean="0">
              <a:latin typeface="Albany"/>
            </a:endParaRPr>
          </a:p>
          <a:p>
            <a:r>
              <a:rPr lang="nb-NO" sz="1400" dirty="0" err="1" smtClean="0">
                <a:latin typeface="Albany"/>
              </a:rPr>
              <a:t>-&gt;Tegne</a:t>
            </a:r>
            <a:r>
              <a:rPr lang="nb-NO" sz="1400" dirty="0" smtClean="0">
                <a:latin typeface="Albany"/>
              </a:rPr>
              <a:t> klassisk </a:t>
            </a:r>
            <a:r>
              <a:rPr lang="nb-NO" sz="1400" dirty="0" smtClean="0">
                <a:latin typeface="Albany"/>
              </a:rPr>
              <a:t>trelagsarkitektur</a:t>
            </a:r>
            <a:endParaRPr lang="nb-NO" sz="1400" dirty="0" smtClean="0">
              <a:latin typeface="Albany"/>
            </a:endParaRPr>
          </a:p>
          <a:p>
            <a:r>
              <a:rPr lang="nb-NO" sz="1400" dirty="0" err="1" smtClean="0">
                <a:latin typeface="Albany"/>
              </a:rPr>
              <a:t>-&gt;Tegne</a:t>
            </a:r>
            <a:r>
              <a:rPr lang="nb-NO" sz="1400" dirty="0" smtClean="0">
                <a:latin typeface="Albany"/>
              </a:rPr>
              <a:t> </a:t>
            </a:r>
            <a:r>
              <a:rPr lang="nb-NO" sz="1400" dirty="0" err="1" smtClean="0">
                <a:latin typeface="Albany"/>
              </a:rPr>
              <a:t>ende-til-ende</a:t>
            </a:r>
            <a:endParaRPr lang="nb-NO" sz="1400" dirty="0" smtClean="0">
              <a:latin typeface="Albany"/>
            </a:endParaRPr>
          </a:p>
          <a:p>
            <a:r>
              <a:rPr lang="nb-NO" sz="1400" dirty="0" smtClean="0">
                <a:latin typeface="Albany"/>
              </a:rPr>
              <a:t>Forklare </a:t>
            </a:r>
            <a:r>
              <a:rPr lang="nb-NO" sz="1400" dirty="0" smtClean="0">
                <a:latin typeface="Albany"/>
              </a:rPr>
              <a:t>forskjellen mellom </a:t>
            </a:r>
            <a:r>
              <a:rPr lang="nb-NO" sz="1400" dirty="0" err="1" smtClean="0">
                <a:latin typeface="Albany"/>
              </a:rPr>
              <a:t>unit</a:t>
            </a:r>
            <a:r>
              <a:rPr lang="nb-NO" sz="1400" dirty="0" smtClean="0">
                <a:latin typeface="Albany"/>
              </a:rPr>
              <a:t> og manuell/automatisert manuell test.</a:t>
            </a:r>
          </a:p>
          <a:p>
            <a:r>
              <a:rPr lang="nb-NO" sz="1400" dirty="0" smtClean="0">
                <a:latin typeface="Albany"/>
              </a:rPr>
              <a:t>Beskrive at vi ofte løser delingsprinsipp med </a:t>
            </a:r>
            <a:r>
              <a:rPr lang="nb-NO" sz="1400" dirty="0" err="1" smtClean="0">
                <a:latin typeface="Albany"/>
              </a:rPr>
              <a:t>stub</a:t>
            </a:r>
            <a:r>
              <a:rPr lang="nb-NO" sz="1400" dirty="0" smtClean="0">
                <a:latin typeface="Albany"/>
              </a:rPr>
              <a:t> og </a:t>
            </a:r>
            <a:r>
              <a:rPr lang="nb-NO" sz="1400" dirty="0" err="1" smtClean="0">
                <a:latin typeface="Albany"/>
              </a:rPr>
              <a:t>mock</a:t>
            </a:r>
            <a:r>
              <a:rPr lang="nb-NO" sz="1400" dirty="0" smtClean="0">
                <a:latin typeface="Albany"/>
              </a:rPr>
              <a:t> - som er bra!</a:t>
            </a:r>
          </a:p>
          <a:p>
            <a:pPr lvl="1">
              <a:buFont typeface="Arial" charset="0"/>
              <a:buChar char="•"/>
            </a:pPr>
            <a:r>
              <a:rPr lang="nb-NO" sz="1400" dirty="0" smtClean="0">
                <a:latin typeface="Albany"/>
              </a:rPr>
              <a:t> Hva når vi ikke kan </a:t>
            </a:r>
            <a:r>
              <a:rPr lang="nb-NO" sz="1400" dirty="0" err="1" smtClean="0">
                <a:latin typeface="Albany"/>
              </a:rPr>
              <a:t>stub'e</a:t>
            </a:r>
            <a:r>
              <a:rPr lang="nb-NO" sz="1400" dirty="0" smtClean="0">
                <a:latin typeface="Albany"/>
              </a:rPr>
              <a:t>? Hva gjør vi da? Svar senere</a:t>
            </a:r>
          </a:p>
          <a:p>
            <a:r>
              <a:rPr lang="nb-NO" sz="1400" dirty="0" smtClean="0">
                <a:latin typeface="Albany"/>
              </a:rPr>
              <a:t>Verifiser Forventet Oppførsel</a:t>
            </a:r>
          </a:p>
          <a:p>
            <a:pPr lvl="1">
              <a:buFont typeface="Arial" charset="0"/>
              <a:buChar char="•"/>
            </a:pPr>
            <a:r>
              <a:rPr lang="nb-NO" sz="1400" dirty="0" smtClean="0">
                <a:latin typeface="Albany"/>
              </a:rPr>
              <a:t> Forskjell på å teste </a:t>
            </a:r>
            <a:r>
              <a:rPr lang="nb-NO" sz="1400" dirty="0" err="1" smtClean="0">
                <a:latin typeface="Albany"/>
              </a:rPr>
              <a:t>allt</a:t>
            </a:r>
            <a:r>
              <a:rPr lang="nb-NO" sz="1400" dirty="0" smtClean="0">
                <a:latin typeface="Albany"/>
              </a:rPr>
              <a:t> som kan muligens gå galt,</a:t>
            </a:r>
            <a:r>
              <a:rPr lang="nb-NO" sz="1400" baseline="0" dirty="0" smtClean="0">
                <a:latin typeface="Albany"/>
              </a:rPr>
              <a:t> og </a:t>
            </a:r>
            <a:r>
              <a:rPr lang="nb-NO" sz="1400" baseline="0" dirty="0" smtClean="0">
                <a:latin typeface="Albany"/>
              </a:rPr>
              <a:t>teste nok til faktisk å gi </a:t>
            </a:r>
            <a:r>
              <a:rPr lang="nb-NO" sz="1400" baseline="0" dirty="0" smtClean="0">
                <a:latin typeface="Albany"/>
              </a:rPr>
              <a:t>deg god nok trygghet til å kunne sette produktet i produksjon.</a:t>
            </a:r>
            <a:endParaRPr lang="nb-NO" sz="1400" dirty="0" smtClean="0">
              <a:latin typeface="Albany"/>
            </a:endParaRPr>
          </a:p>
          <a:p>
            <a:pPr lvl="0">
              <a:buFont typeface="Arial" charset="0"/>
              <a:buChar char="•"/>
            </a:pPr>
            <a:r>
              <a:rPr lang="nb-NO" sz="1400" dirty="0" err="1" smtClean="0">
                <a:latin typeface="Albany"/>
              </a:rPr>
              <a:t>JigZaw</a:t>
            </a:r>
            <a:r>
              <a:rPr lang="nb-NO" sz="1400" dirty="0" smtClean="0">
                <a:latin typeface="Albany"/>
              </a:rPr>
              <a:t> i Telenor terminologi, hvordan passer disse gruppene av</a:t>
            </a:r>
            <a:r>
              <a:rPr lang="nb-NO" sz="1400" baseline="0" dirty="0" smtClean="0">
                <a:latin typeface="Albany"/>
              </a:rPr>
              <a:t> tester vi prøver å fremme inn i </a:t>
            </a:r>
            <a:r>
              <a:rPr lang="nb-NO" sz="1400" baseline="0" dirty="0" err="1" smtClean="0">
                <a:latin typeface="Albany"/>
              </a:rPr>
              <a:t>vakumet</a:t>
            </a:r>
            <a:r>
              <a:rPr lang="nb-NO" sz="1400" baseline="0" dirty="0" smtClean="0">
                <a:latin typeface="Albany"/>
              </a:rPr>
              <a:t> mellom enhetstest og manuell verifikasjon?</a:t>
            </a:r>
            <a:endParaRPr lang="nb-NO" sz="1400" dirty="0" smtClean="0">
              <a:latin typeface="Albany"/>
            </a:endParaRPr>
          </a:p>
          <a:p>
            <a:pPr marL="457200" marR="0" lvl="1" indent="0" algn="l" defTabSz="914400" rtl="0" eaLnBrk="1" fontAlgn="auto" latinLnBrk="0" hangingPunct="1">
              <a:lnSpc>
                <a:spcPct val="100000"/>
              </a:lnSpc>
              <a:spcBef>
                <a:spcPts val="0"/>
              </a:spcBef>
              <a:spcAft>
                <a:spcPts val="0"/>
              </a:spcAft>
              <a:buClrTx/>
              <a:buSzPct val="45000"/>
              <a:buFont typeface="Arial" charset="0"/>
              <a:buChar char="•"/>
              <a:tabLst/>
              <a:defRPr/>
            </a:pPr>
            <a:r>
              <a:rPr lang="nb-NO" sz="1400" dirty="0" smtClean="0">
                <a:latin typeface="Albany"/>
              </a:rPr>
              <a:t> </a:t>
            </a:r>
            <a:r>
              <a:rPr lang="nb-NO" sz="1400" dirty="0" smtClean="0">
                <a:latin typeface="Albany"/>
              </a:rPr>
              <a:t>Hva er en Integrasjonstest?</a:t>
            </a:r>
            <a:r>
              <a:rPr lang="nb-NO" sz="1400" baseline="0" dirty="0" smtClean="0">
                <a:latin typeface="Albany"/>
              </a:rPr>
              <a:t> </a:t>
            </a:r>
            <a:r>
              <a:rPr lang="nb-NO" sz="1400" dirty="0" smtClean="0">
                <a:latin typeface="Albany"/>
              </a:rPr>
              <a:t>Hver </a:t>
            </a:r>
            <a:r>
              <a:rPr lang="nb-NO" sz="1400" dirty="0" smtClean="0">
                <a:latin typeface="Albany"/>
              </a:rPr>
              <a:t>av oss har forskjellig oppfatning. Håper </a:t>
            </a:r>
            <a:r>
              <a:rPr lang="nb-NO" sz="1400" dirty="0" err="1" smtClean="0">
                <a:latin typeface="Albany"/>
              </a:rPr>
              <a:t>JigZaw</a:t>
            </a:r>
            <a:r>
              <a:rPr lang="nb-NO" sz="1400" dirty="0" smtClean="0">
                <a:latin typeface="Albany"/>
              </a:rPr>
              <a:t> kan bidra til mer presis kommunikasjon</a:t>
            </a:r>
            <a:r>
              <a:rPr lang="nb-NO" sz="1400" dirty="0" smtClean="0">
                <a:latin typeface="Albany"/>
              </a:rPr>
              <a:t>.</a:t>
            </a:r>
          </a:p>
          <a:p>
            <a:pPr lvl="1">
              <a:buFont typeface="Arial" charset="0"/>
              <a:buChar char="•"/>
            </a:pPr>
            <a:r>
              <a:rPr lang="nb-NO" sz="1400" baseline="0" dirty="0" smtClean="0">
                <a:latin typeface="Albany"/>
              </a:rPr>
              <a:t> Hvilke tester inngår i Systemtest? SI, VKT? Mange av de samme testene bør kjøres. Så håper jeg vi kan finne frem til metoder og verktøy som gjør at vi kan automatisere mer av testene totalt sett. Håper dere kan danne deres eget inntrykk og bidra til </a:t>
            </a:r>
            <a:r>
              <a:rPr lang="nb-NO" sz="1400" baseline="0" dirty="0" err="1" smtClean="0">
                <a:latin typeface="Albany"/>
              </a:rPr>
              <a:t>disjosjon</a:t>
            </a:r>
            <a:r>
              <a:rPr lang="nb-NO" sz="1400" baseline="0" dirty="0" smtClean="0">
                <a:latin typeface="Albany"/>
              </a:rPr>
              <a:t> og </a:t>
            </a:r>
            <a:r>
              <a:rPr lang="nb-NO" sz="1400" baseline="0" dirty="0" err="1" smtClean="0">
                <a:latin typeface="Albany"/>
              </a:rPr>
              <a:t>workshop</a:t>
            </a:r>
            <a:r>
              <a:rPr lang="nb-NO" sz="1400" baseline="0" dirty="0" smtClean="0">
                <a:latin typeface="Albany"/>
              </a:rPr>
              <a:t> om to uker.</a:t>
            </a:r>
            <a:endParaRPr lang="nb-NO" sz="1400" dirty="0">
              <a:latin typeface="Albany"/>
            </a:endParaRPr>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6</a:t>
            </a:fld>
            <a:endParaRPr lang="nb-N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Plassholder for notater 2"/>
          <p:cNvSpPr txBox="1">
            <a:spLocks noGrp="1"/>
          </p:cNvSpPr>
          <p:nvPr>
            <p:ph type="body" sz="quarter" idx="1"/>
          </p:nvPr>
        </p:nvSpPr>
        <p:spPr>
          <a:xfrm>
            <a:off x="756000" y="5078520"/>
            <a:ext cx="6047640" cy="4721040"/>
          </a:xfrm>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nb-NO"/>
              <a:t>Gjensidige, ende til ende testing</a:t>
            </a:r>
          </a:p>
          <a:p>
            <a:pPr lvl="0">
              <a:buNone/>
            </a:pPr>
            <a:endParaRPr lang="nb-NO"/>
          </a:p>
          <a:p>
            <a:pPr lvl="0">
              <a:buNone/>
            </a:pPr>
            <a:r>
              <a:rPr lang="nb-NO"/>
              <a:t>* Ende til ende testing</a:t>
            </a:r>
          </a:p>
          <a:p>
            <a:pPr lvl="0">
              <a:buNone/>
            </a:pPr>
            <a:r>
              <a:rPr lang="nb-NO"/>
              <a:t>* Mercury klarte ikke regresjonstesting</a:t>
            </a:r>
          </a:p>
          <a:p>
            <a:pPr lvl="0">
              <a:buNone/>
            </a:pPr>
            <a:r>
              <a:rPr lang="nb-NO"/>
              <a:t>* Last test ble ikke tatt vare på over tid.</a:t>
            </a:r>
          </a:p>
          <a:p>
            <a:pPr lvl="0">
              <a:buNone/>
            </a:pPr>
            <a:endParaRPr lang="nb-NO"/>
          </a:p>
          <a:p>
            <a:pPr lvl="0">
              <a:buNone/>
            </a:pPr>
            <a:r>
              <a:rPr lang="nb-NO"/>
              <a:t>Western Geco - ikke mulig å teste med enhetstester alene</a:t>
            </a:r>
          </a:p>
          <a:p>
            <a:pPr lvl="0">
              <a:buNone/>
            </a:pPr>
            <a:endParaRPr lang="nb-NO"/>
          </a:p>
          <a:p>
            <a:pPr lvl="0">
              <a:buNone/>
            </a:pPr>
            <a:r>
              <a:rPr lang="nb-NO"/>
              <a:t>Telenor Cinclus - store databaser, måtte ha app server, integrasjonstester manuellt og skjeldent.</a:t>
            </a:r>
          </a:p>
          <a:p>
            <a:pPr lvl="0">
              <a:buNone/>
            </a:pPr>
            <a:endParaRPr lang="nb-NO"/>
          </a:p>
          <a:p>
            <a:pPr lvl="0">
              <a:buNone/>
            </a:pPr>
            <a:r>
              <a:rPr lang="nb-NO"/>
              <a:t>Når innførte vi funksjnalitet som fikk app¬¥en vår til å gå tregt?</a:t>
            </a:r>
          </a:p>
          <a:p>
            <a:pPr lvl="0">
              <a:buNone/>
            </a:pPr>
            <a:endParaRPr lang="nb-NO"/>
          </a:p>
          <a:p>
            <a:pPr lvl="0">
              <a:buNone/>
            </a:pPr>
            <a:endParaRPr lang="nb-N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noResize="1"/>
          </p:cNvSpPr>
          <p:nvPr>
            <p:ph type="sldImg"/>
          </p:nvPr>
        </p:nvSpPr>
        <p:spPr>
          <a:xfrm>
            <a:off x="1106488" y="812800"/>
            <a:ext cx="5345112" cy="4008438"/>
          </a:xfrm>
          <a:solidFill>
            <a:schemeClr val="accent1"/>
          </a:solidFill>
          <a:ln w="25400">
            <a:solidFill>
              <a:schemeClr val="accent1">
                <a:shade val="50000"/>
              </a:schemeClr>
            </a:solidFill>
            <a:prstDash val="solid"/>
          </a:ln>
        </p:spPr>
      </p:sp>
      <p:sp>
        <p:nvSpPr>
          <p:cNvPr id="3" name="Plassholder for notater 2"/>
          <p:cNvSpPr txBox="1">
            <a:spLocks noGrp="1"/>
          </p:cNvSpPr>
          <p:nvPr>
            <p:ph type="body" sz="quarter" idx="1"/>
          </p:nvPr>
        </p:nvSpPr>
        <p:spPr>
          <a:xfrm>
            <a:off x="756000" y="5078520"/>
            <a:ext cx="6047640" cy="4721040"/>
          </a:xfrm>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nb-NO" sz="1400" dirty="0" err="1" smtClean="0"/>
              <a:t>Remote</a:t>
            </a:r>
            <a:r>
              <a:rPr lang="nb-NO" sz="1400" dirty="0" smtClean="0"/>
              <a:t> </a:t>
            </a:r>
            <a:r>
              <a:rPr lang="nb-NO" sz="1400" dirty="0" err="1" smtClean="0"/>
              <a:t>centric</a:t>
            </a:r>
            <a:r>
              <a:rPr lang="nb-NO" sz="1400" dirty="0" smtClean="0"/>
              <a:t>: Med </a:t>
            </a:r>
            <a:r>
              <a:rPr lang="nb-NO" sz="1400" dirty="0" err="1" smtClean="0"/>
              <a:t>Remote-centrik</a:t>
            </a:r>
            <a:r>
              <a:rPr lang="nb-NO" sz="1400" baseline="0" dirty="0" smtClean="0"/>
              <a:t> arkitektur tenker vi på </a:t>
            </a:r>
            <a:r>
              <a:rPr lang="nb-NO" sz="1400" baseline="0" dirty="0" smtClean="0"/>
              <a:t>utfordringer </a:t>
            </a:r>
            <a:r>
              <a:rPr lang="nb-NO" sz="1400" baseline="0" dirty="0" smtClean="0"/>
              <a:t>så som:</a:t>
            </a:r>
            <a:endParaRPr lang="nb-NO" sz="1400" dirty="0" smtClean="0"/>
          </a:p>
          <a:p>
            <a:pPr lvl="0">
              <a:buFont typeface="Arial" charset="0"/>
              <a:buChar char="•"/>
            </a:pPr>
            <a:r>
              <a:rPr lang="nb-NO" sz="1400" dirty="0" smtClean="0"/>
              <a:t>Multiple noder eller </a:t>
            </a:r>
            <a:r>
              <a:rPr lang="nb-NO" sz="1400" dirty="0" err="1" smtClean="0"/>
              <a:t>jvm’s</a:t>
            </a:r>
            <a:r>
              <a:rPr lang="nb-NO" sz="1400" dirty="0" smtClean="0"/>
              <a:t> i samme applikasjon</a:t>
            </a:r>
          </a:p>
          <a:p>
            <a:pPr lvl="0">
              <a:buFont typeface="Arial" charset="0"/>
              <a:buChar char="•"/>
            </a:pPr>
            <a:r>
              <a:rPr lang="nb-NO" sz="1400" dirty="0" smtClean="0"/>
              <a:t>Integrasjon mot store databaser.</a:t>
            </a:r>
          </a:p>
          <a:p>
            <a:pPr lvl="0">
              <a:buFont typeface="Arial" charset="0"/>
              <a:buChar char="•"/>
            </a:pPr>
            <a:r>
              <a:rPr lang="nb-NO" sz="1400" dirty="0" smtClean="0"/>
              <a:t>JMS</a:t>
            </a:r>
            <a:r>
              <a:rPr lang="nb-NO" sz="1400" baseline="0" dirty="0" smtClean="0"/>
              <a:t> – </a:t>
            </a:r>
            <a:r>
              <a:rPr lang="nb-NO" sz="1400" baseline="0" dirty="0" err="1" smtClean="0"/>
              <a:t>Eventing</a:t>
            </a:r>
            <a:endParaRPr lang="nb-NO" sz="1400" baseline="0" dirty="0" smtClean="0"/>
          </a:p>
          <a:p>
            <a:pPr lvl="0">
              <a:buFont typeface="Arial" charset="0"/>
              <a:buChar char="•"/>
            </a:pPr>
            <a:r>
              <a:rPr lang="nb-NO" sz="1400" baseline="0" dirty="0" smtClean="0"/>
              <a:t>C++ eller .Net komponenter</a:t>
            </a:r>
          </a:p>
          <a:p>
            <a:pPr lvl="0">
              <a:buFont typeface="Arial" charset="0"/>
              <a:buChar char="•"/>
            </a:pPr>
            <a:endParaRPr lang="nb-NO" sz="1400" baseline="0" dirty="0" smtClean="0"/>
          </a:p>
          <a:p>
            <a:pPr lvl="0">
              <a:buFont typeface="Arial" charset="0"/>
              <a:buNone/>
            </a:pPr>
            <a:r>
              <a:rPr lang="nb-NO" sz="1400" baseline="0" dirty="0" smtClean="0"/>
              <a:t>Standard </a:t>
            </a:r>
            <a:r>
              <a:rPr lang="nb-NO" sz="1400" baseline="0" dirty="0" err="1" smtClean="0"/>
              <a:t>Webapp</a:t>
            </a:r>
            <a:endParaRPr lang="nb-NO" sz="1400" baseline="0" dirty="0" smtClean="0"/>
          </a:p>
          <a:p>
            <a:pPr lvl="0">
              <a:buFont typeface="Arial" charset="0"/>
              <a:buChar char="•"/>
            </a:pPr>
            <a:r>
              <a:rPr lang="nb-NO" sz="1400" baseline="0" dirty="0" smtClean="0"/>
              <a:t>3 lags arkitektur (kjent)</a:t>
            </a:r>
          </a:p>
          <a:p>
            <a:pPr lvl="0">
              <a:buFont typeface="Arial" charset="0"/>
              <a:buChar char="•"/>
            </a:pPr>
            <a:r>
              <a:rPr lang="nb-NO" sz="1400" baseline="0" dirty="0" smtClean="0"/>
              <a:t>Tradisjonelt </a:t>
            </a:r>
            <a:r>
              <a:rPr lang="nb-NO" sz="1400" baseline="0" dirty="0" err="1" smtClean="0"/>
              <a:t>junit</a:t>
            </a:r>
            <a:r>
              <a:rPr lang="nb-NO" sz="1400" baseline="0" dirty="0" smtClean="0"/>
              <a:t> og ende til ende testing</a:t>
            </a:r>
          </a:p>
          <a:p>
            <a:pPr lvl="0">
              <a:buFont typeface="Arial" charset="0"/>
              <a:buChar char="•"/>
            </a:pPr>
            <a:r>
              <a:rPr lang="nb-NO" sz="1400" baseline="0" dirty="0" smtClean="0"/>
              <a:t>Ofte avhengig av rett data for at tester gir suksess</a:t>
            </a:r>
          </a:p>
          <a:p>
            <a:pPr lvl="0">
              <a:buFont typeface="Arial" charset="0"/>
              <a:buChar char="•"/>
            </a:pPr>
            <a:r>
              <a:rPr lang="nb-NO" sz="1400" baseline="0" dirty="0" smtClean="0"/>
              <a:t>GUI endringer -&gt; </a:t>
            </a:r>
            <a:r>
              <a:rPr lang="nb-NO" sz="1400" baseline="0" dirty="0" err="1" smtClean="0"/>
              <a:t>vanskligjør</a:t>
            </a:r>
            <a:r>
              <a:rPr lang="nb-NO" sz="1400" baseline="0" dirty="0" smtClean="0"/>
              <a:t> automatisk regresjonstesting</a:t>
            </a:r>
          </a:p>
          <a:p>
            <a:pPr lvl="0">
              <a:buFont typeface="Arial" charset="0"/>
              <a:buChar char="•"/>
            </a:pPr>
            <a:r>
              <a:rPr lang="nb-NO" sz="1400" baseline="0" dirty="0" smtClean="0"/>
              <a:t>Testing tar mye tid</a:t>
            </a:r>
          </a:p>
          <a:p>
            <a:pPr lvl="0">
              <a:buFont typeface="Arial" charset="0"/>
              <a:buChar char="•"/>
            </a:pPr>
            <a:r>
              <a:rPr lang="nb-NO" sz="1400" baseline="0" dirty="0" err="1" smtClean="0"/>
              <a:t>Venskelig</a:t>
            </a:r>
            <a:r>
              <a:rPr lang="nb-NO" sz="1400" baseline="0" dirty="0" smtClean="0"/>
              <a:t> å gjenskape og kjøre om igjen tester som feiler.</a:t>
            </a:r>
          </a:p>
          <a:p>
            <a:pPr lvl="0">
              <a:buFont typeface="Arial" charset="0"/>
              <a:buChar char="•"/>
            </a:pPr>
            <a:endParaRPr lang="nb-NO" sz="1400" baseline="0" dirty="0" smtClean="0"/>
          </a:p>
          <a:p>
            <a:pPr lvl="0">
              <a:buFont typeface="Arial" charset="0"/>
              <a:buNone/>
            </a:pPr>
            <a:r>
              <a:rPr lang="nb-NO" sz="1400" baseline="0" dirty="0" smtClean="0"/>
              <a:t>Enterprise Testing</a:t>
            </a:r>
          </a:p>
          <a:p>
            <a:pPr lvl="0">
              <a:buFont typeface="Arial" charset="0"/>
              <a:buChar char="•"/>
            </a:pPr>
            <a:r>
              <a:rPr lang="nb-NO" sz="1400" baseline="0" dirty="0" smtClean="0"/>
              <a:t>Stor avhengighet til miljø og andre utviklingsteam</a:t>
            </a:r>
          </a:p>
          <a:p>
            <a:pPr lvl="0">
              <a:buFont typeface="Arial" charset="0"/>
              <a:buChar char="•"/>
            </a:pPr>
            <a:r>
              <a:rPr lang="nb-NO" sz="1400" baseline="0" dirty="0" smtClean="0"/>
              <a:t>Samarbeide med manuelle testere (testteam)</a:t>
            </a:r>
          </a:p>
          <a:p>
            <a:pPr lvl="0">
              <a:buFont typeface="Arial" charset="0"/>
              <a:buChar char="•"/>
            </a:pPr>
            <a:r>
              <a:rPr lang="nb-NO" sz="1400" baseline="0" dirty="0" smtClean="0"/>
              <a:t>Sikre at tester er automatisk  dokumentert. Ev. godt nok dokumentert </a:t>
            </a:r>
            <a:r>
              <a:rPr lang="nb-NO" sz="1400" baseline="0" dirty="0" err="1" smtClean="0"/>
              <a:t>manuellt</a:t>
            </a:r>
            <a:r>
              <a:rPr lang="nb-NO" sz="1400" baseline="0" dirty="0" smtClean="0"/>
              <a:t>. </a:t>
            </a:r>
            <a:r>
              <a:rPr lang="nb-NO" sz="1400" baseline="0" dirty="0" err="1" smtClean="0"/>
              <a:t>Spesiellt</a:t>
            </a:r>
            <a:r>
              <a:rPr lang="nb-NO" sz="1400" baseline="0" dirty="0" smtClean="0"/>
              <a:t> med historiske data over tid.</a:t>
            </a:r>
          </a:p>
          <a:p>
            <a:pPr lvl="0">
              <a:buFont typeface="Arial" charset="0"/>
              <a:buChar char="•"/>
            </a:pPr>
            <a:r>
              <a:rPr lang="nb-NO" sz="1400" baseline="0" dirty="0" smtClean="0"/>
              <a:t>Sikre at de samme testene kan kjøres i senere </a:t>
            </a:r>
            <a:r>
              <a:rPr lang="nb-NO" sz="1400" baseline="0" dirty="0" err="1" smtClean="0"/>
              <a:t>releaser</a:t>
            </a:r>
            <a:r>
              <a:rPr lang="nb-NO" sz="1400" baseline="0" dirty="0" smtClean="0"/>
              <a:t>. -&gt; Vi må gjøre regresjonstesting enklere.</a:t>
            </a:r>
          </a:p>
          <a:p>
            <a:pPr lvl="0">
              <a:buFont typeface="Arial" charset="0"/>
              <a:buChar char="•"/>
            </a:pPr>
            <a:r>
              <a:rPr lang="nb-NO" sz="1400" baseline="0" dirty="0" smtClean="0"/>
              <a:t>Utfordring med at du ikke kan endre data i databasen for hver test.</a:t>
            </a:r>
          </a:p>
          <a:p>
            <a:pPr lvl="0">
              <a:buFont typeface="Arial" charset="0"/>
              <a:buChar char="•"/>
            </a:pPr>
            <a:endParaRPr lang="nb-NO" sz="14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600" dirty="0" smtClean="0"/>
              <a:t>Jeg</a:t>
            </a:r>
            <a:r>
              <a:rPr lang="nb-NO" sz="1600" baseline="0" dirty="0" smtClean="0"/>
              <a:t> skal gå gjennom noen av de 6 designprinsippene som ligger til grunn for å fylle det </a:t>
            </a:r>
            <a:r>
              <a:rPr lang="nb-NO" sz="1600" b="0" i="0" u="none" strike="noStrike" dirty="0" smtClean="0">
                <a:ln>
                  <a:noFill/>
                </a:ln>
                <a:latin typeface="Albany" pitchFamily="18"/>
                <a:cs typeface="Tahoma" pitchFamily="2"/>
              </a:rPr>
              <a:t>vakuumet som oppstår mellom enhetstester og manuelle systemintegrasjons tester.</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600" b="0" i="0" u="none" strike="noStrike" dirty="0" smtClean="0">
                <a:ln>
                  <a:noFill/>
                </a:ln>
                <a:latin typeface="Albany" pitchFamily="18"/>
                <a:cs typeface="Tahoma" pitchFamily="2"/>
              </a:rPr>
              <a:t>De 6 designprinsippene</a:t>
            </a:r>
            <a:r>
              <a:rPr lang="nb-NO" sz="1600" b="0" i="0" u="none" strike="noStrike" baseline="0" dirty="0" smtClean="0">
                <a:ln>
                  <a:noFill/>
                </a:ln>
                <a:latin typeface="Albany" pitchFamily="18"/>
                <a:cs typeface="Tahoma" pitchFamily="2"/>
              </a:rPr>
              <a:t> er:</a:t>
            </a:r>
          </a:p>
          <a:p>
            <a:pPr marL="457200" marR="0" indent="-457200" defTabSz="914400" rtl="0" eaLnBrk="1" fontAlgn="auto" latinLnBrk="0" hangingPunct="0">
              <a:lnSpc>
                <a:spcPct val="100000"/>
              </a:lnSpc>
              <a:spcBef>
                <a:spcPts val="0"/>
              </a:spcBef>
              <a:spcAft>
                <a:spcPts val="0"/>
              </a:spcAft>
              <a:buClrTx/>
              <a:buSzPct val="45000"/>
              <a:buFont typeface="StarSymbol"/>
              <a:buAutoNum type="arabicPeriod"/>
              <a:tabLst/>
              <a:defRPr/>
            </a:pPr>
            <a:r>
              <a:rPr lang="nb-NO" sz="1600" b="0" i="0" u="none" strike="noStrike" baseline="0" dirty="0" smtClean="0">
                <a:ln>
                  <a:noFill/>
                </a:ln>
                <a:latin typeface="Albany" pitchFamily="18"/>
                <a:cs typeface="Tahoma" pitchFamily="2"/>
              </a:rPr>
              <a:t>Single </a:t>
            </a:r>
            <a:r>
              <a:rPr lang="nb-NO" sz="1600" b="0" i="0" u="none" strike="noStrike" baseline="0" dirty="0" err="1" smtClean="0">
                <a:ln>
                  <a:noFill/>
                </a:ln>
                <a:latin typeface="Albany" pitchFamily="18"/>
                <a:cs typeface="Tahoma" pitchFamily="2"/>
              </a:rPr>
              <a:t>Responisbility</a:t>
            </a:r>
            <a:r>
              <a:rPr lang="nb-NO" sz="1600" b="0" i="0" u="none" strike="noStrike" baseline="0" dirty="0" smtClean="0">
                <a:ln>
                  <a:noFill/>
                </a:ln>
                <a:latin typeface="Albany" pitchFamily="18"/>
                <a:cs typeface="Tahoma" pitchFamily="2"/>
              </a:rPr>
              <a:t> </a:t>
            </a:r>
            <a:r>
              <a:rPr lang="nb-NO" sz="1600" b="0" i="0" u="none" strike="noStrike" baseline="0" dirty="0" err="1" smtClean="0">
                <a:ln>
                  <a:noFill/>
                </a:ln>
                <a:latin typeface="Albany" pitchFamily="18"/>
                <a:cs typeface="Tahoma" pitchFamily="2"/>
              </a:rPr>
              <a:t>Principle</a:t>
            </a:r>
            <a:endParaRPr lang="nb-NO" sz="1600" b="0" i="0" u="none" strike="noStrike" baseline="0" dirty="0" smtClean="0">
              <a:ln>
                <a:noFill/>
              </a:ln>
              <a:latin typeface="Albany" pitchFamily="18"/>
              <a:cs typeface="Tahoma" pitchFamily="2"/>
            </a:endParaRPr>
          </a:p>
          <a:p>
            <a:pPr marL="457200" marR="0" indent="-457200" defTabSz="914400" rtl="0" eaLnBrk="1" fontAlgn="auto" latinLnBrk="0" hangingPunct="0">
              <a:lnSpc>
                <a:spcPct val="100000"/>
              </a:lnSpc>
              <a:spcBef>
                <a:spcPts val="0"/>
              </a:spcBef>
              <a:spcAft>
                <a:spcPts val="0"/>
              </a:spcAft>
              <a:buClrTx/>
              <a:buSzPct val="45000"/>
              <a:buFont typeface="StarSymbol"/>
              <a:buAutoNum type="arabicPeriod"/>
              <a:tabLst/>
              <a:defRPr/>
            </a:pPr>
            <a:r>
              <a:rPr lang="nb-NO" sz="1600" b="0" i="0" u="none" strike="noStrike" baseline="0" dirty="0" err="1" smtClean="0">
                <a:ln>
                  <a:noFill/>
                </a:ln>
                <a:latin typeface="Albany" pitchFamily="18"/>
                <a:cs typeface="Tahoma" pitchFamily="2"/>
              </a:rPr>
              <a:t>Divide</a:t>
            </a:r>
            <a:r>
              <a:rPr lang="nb-NO" sz="1600" b="0" i="0" u="none" strike="noStrike" baseline="0" dirty="0" smtClean="0">
                <a:ln>
                  <a:noFill/>
                </a:ln>
                <a:latin typeface="Albany" pitchFamily="18"/>
                <a:cs typeface="Tahoma" pitchFamily="2"/>
              </a:rPr>
              <a:t> and </a:t>
            </a:r>
            <a:r>
              <a:rPr lang="nb-NO" sz="1600" b="0" i="0" u="none" strike="noStrike" baseline="0" dirty="0" err="1" smtClean="0">
                <a:ln>
                  <a:noFill/>
                </a:ln>
                <a:latin typeface="Albany" pitchFamily="18"/>
                <a:cs typeface="Tahoma" pitchFamily="2"/>
              </a:rPr>
              <a:t>Conquer</a:t>
            </a:r>
            <a:r>
              <a:rPr lang="nb-NO" sz="1600" b="0" i="0" u="none" strike="noStrike" baseline="0" dirty="0" smtClean="0">
                <a:ln>
                  <a:noFill/>
                </a:ln>
                <a:latin typeface="Albany" pitchFamily="18"/>
                <a:cs typeface="Tahoma" pitchFamily="2"/>
              </a:rPr>
              <a:t> -&gt; Vis på tavle som jeg har tegnet </a:t>
            </a:r>
          </a:p>
          <a:p>
            <a:pPr marL="457200" marR="0" indent="-457200" defTabSz="914400" rtl="0" eaLnBrk="1" fontAlgn="auto" latinLnBrk="0" hangingPunct="0">
              <a:lnSpc>
                <a:spcPct val="100000"/>
              </a:lnSpc>
              <a:spcBef>
                <a:spcPts val="0"/>
              </a:spcBef>
              <a:spcAft>
                <a:spcPts val="0"/>
              </a:spcAft>
              <a:buClrTx/>
              <a:buSzPct val="45000"/>
              <a:buFont typeface="StarSymbol"/>
              <a:buAutoNum type="arabicPeriod"/>
              <a:tabLst/>
              <a:defRPr/>
            </a:pPr>
            <a:r>
              <a:rPr lang="nb-NO" sz="1600" b="0" i="0" u="none" strike="noStrike" baseline="0" dirty="0" smtClean="0">
                <a:ln>
                  <a:noFill/>
                </a:ln>
                <a:latin typeface="Albany" pitchFamily="18"/>
                <a:cs typeface="Tahoma" pitchFamily="2"/>
              </a:rPr>
              <a:t>Grupper tester eksplisitt basert på egenskaper og ressurser testen trenger for å kjøre. Tester kan avhenge av andre tester for å avgjøre om de skal kjøres.</a:t>
            </a:r>
          </a:p>
          <a:p>
            <a:pPr marL="457200" marR="0" indent="-457200" defTabSz="914400" rtl="0" eaLnBrk="1" fontAlgn="auto" latinLnBrk="0" hangingPunct="0">
              <a:lnSpc>
                <a:spcPct val="100000"/>
              </a:lnSpc>
              <a:spcBef>
                <a:spcPts val="0"/>
              </a:spcBef>
              <a:spcAft>
                <a:spcPts val="0"/>
              </a:spcAft>
              <a:buClrTx/>
              <a:buSzPct val="45000"/>
              <a:buFont typeface="StarSymbol"/>
              <a:buAutoNum type="arabicPeriod"/>
              <a:tabLst/>
              <a:defRPr/>
            </a:pPr>
            <a:r>
              <a:rPr lang="nb-NO" sz="1600" b="0" i="0" u="none" strike="noStrike" baseline="0" dirty="0" smtClean="0">
                <a:ln>
                  <a:noFill/>
                </a:ln>
                <a:latin typeface="Albany" pitchFamily="18"/>
                <a:cs typeface="Tahoma" pitchFamily="2"/>
              </a:rPr>
              <a:t>Velg den testmetode som gir lavest kost i levetiden til prosjektet.</a:t>
            </a:r>
          </a:p>
          <a:p>
            <a:pPr marL="457200" marR="0" indent="-457200" defTabSz="914400" rtl="0" eaLnBrk="1" fontAlgn="auto" latinLnBrk="0" hangingPunct="0">
              <a:lnSpc>
                <a:spcPct val="100000"/>
              </a:lnSpc>
              <a:spcBef>
                <a:spcPts val="0"/>
              </a:spcBef>
              <a:spcAft>
                <a:spcPts val="0"/>
              </a:spcAft>
              <a:buClrTx/>
              <a:buSzPct val="45000"/>
              <a:buFont typeface="StarSymbol"/>
              <a:buAutoNum type="arabicPeriod"/>
              <a:tabLst/>
              <a:defRPr/>
            </a:pPr>
            <a:r>
              <a:rPr lang="nb-NO" sz="1600" b="0" i="0" u="none" strike="noStrike" baseline="0" dirty="0" smtClean="0">
                <a:ln>
                  <a:noFill/>
                </a:ln>
                <a:latin typeface="Albany" pitchFamily="18"/>
                <a:cs typeface="Tahoma" pitchFamily="2"/>
              </a:rPr>
              <a:t>Test og testrapporter har </a:t>
            </a:r>
            <a:r>
              <a:rPr lang="nb-NO" sz="1600" b="0" i="0" u="none" strike="noStrike" baseline="0" dirty="0" err="1" smtClean="0">
                <a:ln>
                  <a:noFill/>
                </a:ln>
                <a:latin typeface="Albany" pitchFamily="18"/>
                <a:cs typeface="Tahoma" pitchFamily="2"/>
              </a:rPr>
              <a:t>forskjelig</a:t>
            </a:r>
            <a:r>
              <a:rPr lang="nb-NO" sz="1600" b="0" i="0" u="none" strike="noStrike" baseline="0" dirty="0" smtClean="0">
                <a:ln>
                  <a:noFill/>
                </a:ln>
                <a:latin typeface="Albany" pitchFamily="18"/>
                <a:cs typeface="Tahoma" pitchFamily="2"/>
              </a:rPr>
              <a:t> publikum.</a:t>
            </a:r>
          </a:p>
          <a:p>
            <a:pPr marL="457200" marR="0" indent="-457200" defTabSz="914400" rtl="0" eaLnBrk="1" fontAlgn="auto" latinLnBrk="0" hangingPunct="0">
              <a:lnSpc>
                <a:spcPct val="100000"/>
              </a:lnSpc>
              <a:spcBef>
                <a:spcPts val="0"/>
              </a:spcBef>
              <a:spcAft>
                <a:spcPts val="0"/>
              </a:spcAft>
              <a:buClrTx/>
              <a:buSzPct val="45000"/>
              <a:buFont typeface="StarSymbol"/>
              <a:buAutoNum type="arabicPeriod"/>
              <a:tabLst/>
              <a:defRPr/>
            </a:pPr>
            <a:r>
              <a:rPr lang="nb-NO" sz="1600" b="0" i="0" u="none" strike="noStrike" baseline="0" dirty="0" err="1" smtClean="0">
                <a:ln>
                  <a:noFill/>
                </a:ln>
                <a:latin typeface="Albany" pitchFamily="18"/>
                <a:cs typeface="Tahoma" pitchFamily="2"/>
              </a:rPr>
              <a:t>Timeline-</a:t>
            </a:r>
            <a:r>
              <a:rPr lang="nb-NO" sz="1600" b="0" i="0" u="none" strike="noStrike" baseline="0" dirty="0" smtClean="0">
                <a:ln>
                  <a:noFill/>
                </a:ln>
                <a:latin typeface="Albany" pitchFamily="18"/>
                <a:cs typeface="Tahoma" pitchFamily="2"/>
              </a:rPr>
              <a:t> kjør forskjellige grupper av tester til forskjellig tid. Modeller, design og  vær eksplisitt på hvilke tester som skal kjøres av hvem og hvor. </a:t>
            </a:r>
            <a:endParaRPr lang="nb-NO" sz="1600" b="0" i="0" u="none" strike="noStrike" dirty="0" smtClean="0">
              <a:ln>
                <a:noFill/>
              </a:ln>
              <a:latin typeface="Albany" pitchFamily="18"/>
              <a:cs typeface="Tahoma" pitchFamily="2"/>
            </a:endParaRP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endParaRPr lang="nb-NO" sz="1600" b="0" i="0" u="none" strike="noStrike" dirty="0" smtClean="0">
              <a:ln>
                <a:noFill/>
              </a:ln>
              <a:latin typeface="Albany" pitchFamily="18"/>
              <a:cs typeface="Tahoma" pitchFamily="2"/>
            </a:endParaRPr>
          </a:p>
          <a:p>
            <a:pPr>
              <a:buNone/>
            </a:pPr>
            <a:endParaRPr lang="nb-NO" sz="16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9</a:t>
            </a:fld>
            <a:endParaRPr lang="nb-NO"/>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a:buNone/>
            </a:pPr>
            <a:r>
              <a:rPr lang="nb-NO" dirty="0" smtClean="0"/>
              <a:t>Teste</a:t>
            </a:r>
            <a:r>
              <a:rPr lang="nb-NO" baseline="0" dirty="0" smtClean="0"/>
              <a:t> i isolasjon, ingen sideeffekter. Resultatet av en test skal ikke påvirke resultatet av en annen test. Disse prinsippene er vi enige i. </a:t>
            </a:r>
          </a:p>
          <a:p>
            <a:pPr>
              <a:buNone/>
            </a:pPr>
            <a:r>
              <a:rPr lang="nb-NO" baseline="0" dirty="0" smtClean="0"/>
              <a:t>	… vi har utfordret prinsippet med ”teste i isolasjon” til å definere den oppførsel vi trenger når testen din er avhengig av data, miljø, og kanskje</a:t>
            </a:r>
          </a:p>
          <a:p>
            <a:pPr>
              <a:buNone/>
            </a:pPr>
            <a:r>
              <a:rPr lang="nb-NO" baseline="0" dirty="0" smtClean="0"/>
              <a:t>	</a:t>
            </a:r>
            <a:r>
              <a:rPr lang="nb-NO" baseline="0" dirty="0" err="1" smtClean="0"/>
              <a:t>timeout</a:t>
            </a:r>
            <a:r>
              <a:rPr lang="nb-NO" baseline="0" dirty="0" smtClean="0"/>
              <a:t> for å kjøre </a:t>
            </a:r>
            <a:r>
              <a:rPr lang="nb-NO" baseline="0" dirty="0" err="1" smtClean="0"/>
              <a:t>suksessfult</a:t>
            </a:r>
            <a:r>
              <a:rPr lang="nb-NO" baseline="0" dirty="0" smtClean="0"/>
              <a:t>. </a:t>
            </a:r>
          </a:p>
          <a:p>
            <a:pPr>
              <a:buNone/>
            </a:pPr>
            <a:r>
              <a:rPr lang="nb-NO" baseline="0" dirty="0" smtClean="0"/>
              <a:t>	Videre har vi funnet frem/kopiert andre prinsipper som gjør det enklere å </a:t>
            </a:r>
            <a:r>
              <a:rPr lang="nb-NO" baseline="0" dirty="0" err="1" smtClean="0"/>
              <a:t>versfisere</a:t>
            </a:r>
            <a:r>
              <a:rPr lang="nb-NO" baseline="0" dirty="0" smtClean="0"/>
              <a:t> funksjonalitet når miljøet ditt blir komplekst. Vi har</a:t>
            </a:r>
          </a:p>
          <a:p>
            <a:pPr>
              <a:buNone/>
            </a:pPr>
            <a:r>
              <a:rPr lang="nb-NO" baseline="0" dirty="0" smtClean="0"/>
              <a:t>	… Single </a:t>
            </a:r>
            <a:r>
              <a:rPr lang="nb-NO" baseline="0" dirty="0" err="1" smtClean="0"/>
              <a:t>Responsibility</a:t>
            </a:r>
            <a:r>
              <a:rPr lang="nb-NO" baseline="0" dirty="0" smtClean="0"/>
              <a:t> </a:t>
            </a:r>
            <a:r>
              <a:rPr lang="nb-NO" baseline="0" dirty="0" err="1" smtClean="0"/>
              <a:t>Principle</a:t>
            </a:r>
            <a:r>
              <a:rPr lang="nb-NO" baseline="0" dirty="0" smtClean="0"/>
              <a:t>, </a:t>
            </a:r>
            <a:r>
              <a:rPr lang="nb-NO" baseline="0" dirty="0" err="1" smtClean="0"/>
              <a:t>Divide</a:t>
            </a:r>
            <a:r>
              <a:rPr lang="nb-NO" baseline="0" dirty="0" smtClean="0"/>
              <a:t> and </a:t>
            </a:r>
            <a:r>
              <a:rPr lang="nb-NO" baseline="0" dirty="0" err="1" smtClean="0"/>
              <a:t>Conguer</a:t>
            </a:r>
            <a:r>
              <a:rPr lang="nb-NO" baseline="0" dirty="0" smtClean="0"/>
              <a:t>, Test har en kostnad, Gruppering av tester.</a:t>
            </a:r>
          </a:p>
          <a:p>
            <a:endParaRPr lang="nb-NO"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10</a:t>
            </a:fld>
            <a:endParaRPr lang="nb-NO"/>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fontScale="92500" lnSpcReduction="20000"/>
          </a:bodyPr>
          <a:lstStyle/>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Komplekse prosjekter</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Standard med </a:t>
            </a:r>
            <a:r>
              <a:rPr lang="nb-NO" sz="1400" baseline="0" dirty="0" err="1" smtClean="0"/>
              <a:t>ende-til</a:t>
            </a:r>
            <a:r>
              <a:rPr lang="nb-NO" sz="1400" baseline="0" dirty="0" smtClean="0"/>
              <a:t> ende tester. -&gt; avhengig av GUI og data.</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Mye tid på testing ved første </a:t>
            </a:r>
            <a:r>
              <a:rPr lang="nb-NO" sz="1400" baseline="0" dirty="0" err="1" smtClean="0"/>
              <a:t>release</a:t>
            </a:r>
            <a:r>
              <a:rPr lang="nb-NO" sz="1400" baseline="0" dirty="0" smtClean="0"/>
              <a:t> og så ved hver </a:t>
            </a:r>
            <a:r>
              <a:rPr lang="nb-NO" sz="1400" baseline="0" dirty="0" err="1" smtClean="0"/>
              <a:t>release</a:t>
            </a:r>
            <a:r>
              <a:rPr lang="nb-NO" sz="1400" baseline="0" dirty="0" smtClean="0"/>
              <a:t> etter det.</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Ofte stor andel av manuelle tester.</a:t>
            </a:r>
          </a:p>
          <a:p>
            <a:pPr marL="457200" marR="0" lvl="1" indent="-216000" defTabSz="914400" rtl="0" eaLnBrk="1" fontAlgn="auto" latinLnBrk="0" hangingPunct="0">
              <a:lnSpc>
                <a:spcPct val="100000"/>
              </a:lnSpc>
              <a:spcBef>
                <a:spcPts val="0"/>
              </a:spcBef>
              <a:spcAft>
                <a:spcPts val="0"/>
              </a:spcAft>
              <a:buClrTx/>
              <a:buSzPct val="45000"/>
              <a:buNone/>
              <a:tabLst/>
              <a:defRPr/>
            </a:pPr>
            <a:r>
              <a:rPr lang="nb-NO" sz="1400" baseline="0" dirty="0" smtClean="0"/>
              <a:t>	</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Gode tester</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dirty="0" smtClean="0"/>
              <a:t>Prøver å bruke </a:t>
            </a:r>
            <a:r>
              <a:rPr lang="nb-NO" sz="1400" dirty="0" err="1" smtClean="0"/>
              <a:t>Junit</a:t>
            </a:r>
            <a:r>
              <a:rPr lang="nb-NO" sz="1400" dirty="0" smtClean="0"/>
              <a:t> til å løse en</a:t>
            </a:r>
            <a:r>
              <a:rPr lang="nb-NO" sz="1400" baseline="0" dirty="0" smtClean="0"/>
              <a:t> konkret test. Så bygger man på denne testen med forskjellige rammeverk, og får tester som kan være mer kompleks enn selve koden de skal teste.</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Tester som er tunge</a:t>
            </a:r>
            <a:r>
              <a:rPr lang="nb-NO" sz="1400" baseline="0" dirty="0" smtClean="0"/>
              <a:t> å vedlikeholde</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Har dere opplevd at en liten endring i kode, krever omskriving av </a:t>
            </a:r>
            <a:r>
              <a:rPr lang="nb-NO" sz="1400" baseline="0" dirty="0" err="1" smtClean="0"/>
              <a:t>xml</a:t>
            </a:r>
            <a:r>
              <a:rPr lang="nb-NO" sz="1400" baseline="0" dirty="0" smtClean="0"/>
              <a:t>, </a:t>
            </a:r>
            <a:r>
              <a:rPr lang="nb-NO" sz="1400" baseline="0" dirty="0" err="1" smtClean="0"/>
              <a:t>mock</a:t>
            </a:r>
            <a:r>
              <a:rPr lang="nb-NO" sz="1400" baseline="0" dirty="0" smtClean="0"/>
              <a:t>, </a:t>
            </a:r>
            <a:r>
              <a:rPr lang="nb-NO" sz="1400" baseline="0" dirty="0" err="1" smtClean="0"/>
              <a:t>stub</a:t>
            </a:r>
            <a:r>
              <a:rPr lang="nb-NO" sz="1400" baseline="0" dirty="0" smtClean="0"/>
              <a:t> i mange forskjellige filer. </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Du får </a:t>
            </a:r>
            <a:r>
              <a:rPr lang="nb-NO" sz="1400" baseline="0" dirty="0" err="1" smtClean="0"/>
              <a:t>følesen</a:t>
            </a:r>
            <a:r>
              <a:rPr lang="nb-NO" sz="1400" baseline="0" dirty="0" smtClean="0"/>
              <a:t> av æsj, skal jeg orke å holde testene mine oppdatert?</a:t>
            </a:r>
          </a:p>
          <a:p>
            <a:pPr marL="216000" marR="0" lvl="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baseline="0" dirty="0" smtClean="0"/>
              <a:t>Testing tar tid -&gt; Tester skal hjelpe deg å </a:t>
            </a:r>
            <a:r>
              <a:rPr lang="nb-NO" sz="1400" baseline="0" dirty="0" err="1" smtClean="0"/>
              <a:t>verfisere</a:t>
            </a:r>
            <a:r>
              <a:rPr lang="nb-NO" sz="1400" baseline="0" dirty="0" smtClean="0"/>
              <a:t> applikasjonen din, den skal gjøre det raskere å få ny funksjonalitet ut til produksjon.</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Følelsen av at tester hemmer deg er et symptom som bare blir sterkere og sterkere, det vil </a:t>
            </a:r>
            <a:r>
              <a:rPr lang="nb-NO" sz="1400" baseline="0" dirty="0" err="1" smtClean="0"/>
              <a:t>alldri</a:t>
            </a:r>
            <a:r>
              <a:rPr lang="nb-NO" sz="1400" baseline="0" dirty="0" smtClean="0"/>
              <a:t> gå vekk. Gjør noe med årsaken til symptomet.</a:t>
            </a:r>
          </a:p>
          <a:p>
            <a:pPr marL="216000" marR="0" lvl="0" indent="-216000" defTabSz="914400" rtl="0" eaLnBrk="1" fontAlgn="auto" latinLnBrk="0" hangingPunct="0">
              <a:lnSpc>
                <a:spcPct val="100000"/>
              </a:lnSpc>
              <a:spcBef>
                <a:spcPts val="0"/>
              </a:spcBef>
              <a:spcAft>
                <a:spcPts val="0"/>
              </a:spcAft>
              <a:buClrTx/>
              <a:buSzPct val="45000"/>
              <a:buNone/>
              <a:tabLst/>
              <a:defRPr/>
            </a:pPr>
            <a:r>
              <a:rPr lang="nb-NO" sz="1400" baseline="0" dirty="0" smtClean="0"/>
              <a:t>Kjøre tester til ”grønt”.</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Noen gang hørt ”Men den testen feiler jo ofte, bare kjør den på nytt, så går det sikkert bra”?</a:t>
            </a:r>
          </a:p>
          <a:p>
            <a:pPr marL="457200" marR="0" lvl="1" indent="-216000" defTabSz="914400" rtl="0" eaLnBrk="1" fontAlgn="auto" latinLnBrk="0" hangingPunct="0">
              <a:lnSpc>
                <a:spcPct val="100000"/>
              </a:lnSpc>
              <a:spcBef>
                <a:spcPts val="0"/>
              </a:spcBef>
              <a:spcAft>
                <a:spcPts val="0"/>
              </a:spcAft>
              <a:buClrTx/>
              <a:buSzPct val="45000"/>
              <a:tabLst/>
              <a:defRPr/>
            </a:pPr>
            <a:r>
              <a:rPr lang="nb-NO" sz="1400" baseline="0" dirty="0" smtClean="0"/>
              <a:t>Testen krever at tilgangen til databasen er oppe, at det er rett data som finnes i databasen, eller at tjenesten vi kaller faktisk svarer innen den tiden vi forventer.</a:t>
            </a:r>
          </a:p>
          <a:p>
            <a:pPr marL="216000" marR="0" lvl="0" indent="-216000" defTabSz="914400" rtl="0" eaLnBrk="1" fontAlgn="auto" latinLnBrk="0" hangingPunct="0">
              <a:lnSpc>
                <a:spcPct val="100000"/>
              </a:lnSpc>
              <a:spcBef>
                <a:spcPts val="0"/>
              </a:spcBef>
              <a:spcAft>
                <a:spcPts val="0"/>
              </a:spcAft>
              <a:buClrTx/>
              <a:buSzPct val="45000"/>
              <a:buNone/>
              <a:tabLst/>
              <a:defRPr/>
            </a:pPr>
            <a:r>
              <a:rPr lang="nb-NO" sz="1400" dirty="0" smtClean="0"/>
              <a:t>Vanskelig å diskutere tester.</a:t>
            </a:r>
          </a:p>
          <a:p>
            <a:pPr marL="457200" marR="0" lvl="1" indent="-216000" defTabSz="914400" rtl="0" eaLnBrk="1" fontAlgn="auto" latinLnBrk="0" hangingPunct="0">
              <a:lnSpc>
                <a:spcPct val="100000"/>
              </a:lnSpc>
              <a:spcBef>
                <a:spcPts val="0"/>
              </a:spcBef>
              <a:spcAft>
                <a:spcPts val="0"/>
              </a:spcAft>
              <a:buClrTx/>
              <a:buSzPct val="45000"/>
              <a:buFont typeface="StarSymbol"/>
              <a:buChar char="●"/>
              <a:tabLst/>
              <a:defRPr/>
            </a:pPr>
            <a:r>
              <a:rPr lang="nb-NO" sz="1400" dirty="0" smtClean="0"/>
              <a:t>Diskusjoner</a:t>
            </a:r>
            <a:r>
              <a:rPr lang="nb-NO" sz="1400" baseline="0" dirty="0" smtClean="0"/>
              <a:t> gir ofte uenighet om innholdet i testen(e). Hva er definisjonen av testen vi ønsker å lage? </a:t>
            </a:r>
          </a:p>
          <a:p>
            <a:pPr marL="457200" marR="0" lvl="1" indent="-216000" defTabSz="914400" rtl="0" eaLnBrk="1" fontAlgn="auto" latinLnBrk="0" hangingPunct="0">
              <a:lnSpc>
                <a:spcPct val="100000"/>
              </a:lnSpc>
              <a:spcBef>
                <a:spcPts val="0"/>
              </a:spcBef>
              <a:spcAft>
                <a:spcPts val="0"/>
              </a:spcAft>
              <a:buClrTx/>
              <a:buSzPct val="45000"/>
              <a:buFont typeface="StarSymbol"/>
              <a:buChar char="●"/>
              <a:tabLst/>
              <a:defRPr/>
            </a:pPr>
            <a:r>
              <a:rPr lang="nb-NO" sz="1400" baseline="0" dirty="0" err="1" smtClean="0"/>
              <a:t>JigZaw</a:t>
            </a:r>
            <a:r>
              <a:rPr lang="nb-NO" sz="1400" baseline="0" dirty="0" smtClean="0"/>
              <a:t> handler om å definere hva en test er, hva den er avhengig av, og når den bør kjøres.</a:t>
            </a:r>
          </a:p>
          <a:p>
            <a:pPr marL="457200" marR="0" lvl="1" indent="-216000" defTabSz="914400" rtl="0" eaLnBrk="1" fontAlgn="auto" latinLnBrk="0" hangingPunct="0">
              <a:lnSpc>
                <a:spcPct val="100000"/>
              </a:lnSpc>
              <a:spcBef>
                <a:spcPts val="0"/>
              </a:spcBef>
              <a:spcAft>
                <a:spcPts val="0"/>
              </a:spcAft>
              <a:buClrTx/>
              <a:buSzPct val="45000"/>
              <a:buFont typeface="StarSymbol"/>
              <a:buChar char="●"/>
              <a:tabLst/>
              <a:defRPr/>
            </a:pPr>
            <a:r>
              <a:rPr lang="nb-NO" sz="1400" baseline="0" dirty="0" smtClean="0"/>
              <a:t>Mer om felles språk i et prosjekt senere.</a:t>
            </a:r>
          </a:p>
          <a:p>
            <a:pPr marL="457200" marR="0" lvl="1" indent="-216000" defTabSz="914400" rtl="0" eaLnBrk="1" fontAlgn="auto" latinLnBrk="0" hangingPunct="0">
              <a:lnSpc>
                <a:spcPct val="100000"/>
              </a:lnSpc>
              <a:spcBef>
                <a:spcPts val="0"/>
              </a:spcBef>
              <a:spcAft>
                <a:spcPts val="0"/>
              </a:spcAft>
              <a:buClrTx/>
              <a:buSzPct val="45000"/>
              <a:buFont typeface="StarSymbol"/>
              <a:buChar char="●"/>
              <a:tabLst/>
              <a:defRPr/>
            </a:pPr>
            <a:endParaRPr lang="nb-NO" sz="1400" baseline="0" dirty="0" smtClean="0"/>
          </a:p>
          <a:p>
            <a:pPr marL="457200" marR="0" lvl="1" indent="-216000" defTabSz="914400" rtl="0" eaLnBrk="1" fontAlgn="auto" latinLnBrk="0" hangingPunct="0">
              <a:lnSpc>
                <a:spcPct val="100000"/>
              </a:lnSpc>
              <a:spcBef>
                <a:spcPts val="0"/>
              </a:spcBef>
              <a:spcAft>
                <a:spcPts val="0"/>
              </a:spcAft>
              <a:buClrTx/>
              <a:buSzPct val="45000"/>
              <a:tabLst/>
              <a:defRPr/>
            </a:pPr>
            <a:endParaRPr lang="nb-NO" sz="1400" baseline="0" dirty="0" smtClean="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11</a:t>
            </a:fld>
            <a:endParaRPr lang="nb-NO"/>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r>
              <a:rPr lang="nb-NO" sz="1400" dirty="0" smtClean="0"/>
              <a:t>Design </a:t>
            </a:r>
            <a:r>
              <a:rPr lang="nb-NO" sz="1400" dirty="0" err="1" smtClean="0"/>
              <a:t>Principle</a:t>
            </a:r>
            <a:r>
              <a:rPr lang="nb-NO" sz="1400" dirty="0" smtClean="0"/>
              <a:t> 1. </a:t>
            </a:r>
          </a:p>
          <a:p>
            <a:r>
              <a:rPr lang="nb-NO" sz="1400" dirty="0" smtClean="0"/>
              <a:t>Eksempel: Vis på plansje hvordan en test kun har ansvar for å</a:t>
            </a:r>
            <a:r>
              <a:rPr lang="nb-NO" sz="1400" baseline="0" dirty="0" smtClean="0"/>
              <a:t> teste funksjonaliteten i en tjeneste, med ett sett av data.</a:t>
            </a:r>
          </a:p>
          <a:p>
            <a:pPr>
              <a:buNone/>
            </a:pPr>
            <a:endParaRPr lang="nb-NO" sz="1400" dirty="0" smtClean="0"/>
          </a:p>
          <a:p>
            <a:pPr>
              <a:buNone/>
            </a:pPr>
            <a:r>
              <a:rPr lang="nb-NO" sz="1400" dirty="0" smtClean="0"/>
              <a:t>5.1.2.2 Teste kun en "ting" pr test.</a:t>
            </a:r>
          </a:p>
          <a:p>
            <a:pPr>
              <a:buNone/>
            </a:pPr>
            <a:endParaRPr lang="nb-NO" sz="1400" dirty="0" smtClean="0"/>
          </a:p>
          <a:p>
            <a:pPr>
              <a:buNone/>
            </a:pPr>
            <a:r>
              <a:rPr lang="nb-NO" sz="1400" dirty="0" smtClean="0"/>
              <a:t>5.1.2.3 Minst mulig overlapp</a:t>
            </a:r>
          </a:p>
          <a:p>
            <a:pPr>
              <a:buNone/>
            </a:pPr>
            <a:endParaRPr lang="nb-NO" sz="1400" dirty="0" smtClean="0"/>
          </a:p>
          <a:p>
            <a:pPr>
              <a:buNone/>
            </a:pPr>
            <a:r>
              <a:rPr lang="nb-NO" sz="1400" dirty="0" smtClean="0"/>
              <a:t>5.1.2.4 Avhengigheter internt i en test gjør den tung å vedlikeholde.</a:t>
            </a:r>
          </a:p>
          <a:p>
            <a:pPr>
              <a:buNone/>
            </a:pPr>
            <a:endParaRPr lang="nb-NO" sz="1400" dirty="0" smtClean="0"/>
          </a:p>
          <a:p>
            <a:pPr>
              <a:buNone/>
            </a:pPr>
            <a:r>
              <a:rPr lang="nb-NO" sz="1400" dirty="0" smtClean="0"/>
              <a:t>5.1.2.4.1 TODO: Eksempel, </a:t>
            </a:r>
            <a:r>
              <a:rPr lang="nb-NO" sz="1400" dirty="0" err="1" smtClean="0"/>
              <a:t>Controller</a:t>
            </a:r>
            <a:r>
              <a:rPr lang="nb-NO" sz="1400" dirty="0" smtClean="0"/>
              <a:t> er avhengig av</a:t>
            </a:r>
            <a:r>
              <a:rPr lang="nb-NO" sz="1400" baseline="0" dirty="0" smtClean="0"/>
              <a:t> resultatet av to Services tjenester for å kjøre OK.</a:t>
            </a:r>
            <a:endParaRPr lang="nb-NO" sz="1400" dirty="0" smtClean="0"/>
          </a:p>
          <a:p>
            <a:pPr>
              <a:buNone/>
            </a:pPr>
            <a:endParaRPr lang="nb-NO" sz="1400" dirty="0" smtClean="0"/>
          </a:p>
          <a:p>
            <a:pPr>
              <a:buNone/>
            </a:pPr>
            <a:r>
              <a:rPr lang="nb-NO" sz="1400" dirty="0" smtClean="0"/>
              <a:t>5.1.2.4.2 Splitt testingen i enkelte tester</a:t>
            </a:r>
          </a:p>
          <a:p>
            <a:pPr>
              <a:buNone/>
            </a:pPr>
            <a:endParaRPr lang="nb-NO" sz="1400" dirty="0" smtClean="0"/>
          </a:p>
          <a:p>
            <a:pPr>
              <a:buNone/>
            </a:pPr>
            <a:r>
              <a:rPr lang="nb-NO" sz="1400" dirty="0" smtClean="0"/>
              <a:t>5.1.2.4.3 Summen av tester </a:t>
            </a:r>
            <a:r>
              <a:rPr lang="nb-NO" sz="1400" dirty="0" err="1" smtClean="0"/>
              <a:t>VFF'er</a:t>
            </a:r>
            <a:r>
              <a:rPr lang="nb-NO" sz="1400" dirty="0" smtClean="0"/>
              <a:t>.</a:t>
            </a:r>
            <a:endParaRPr lang="nb-NO" sz="14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12</a:t>
            </a:fld>
            <a:endParaRPr lang="nb-NO"/>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a:buFont typeface="Arial" charset="0"/>
              <a:buChar char="•"/>
            </a:pPr>
            <a:r>
              <a:rPr lang="nb-NO" sz="1400" baseline="0" dirty="0" smtClean="0"/>
              <a:t>Når noe er vanskelig å beskrive, eller å gjøre. Ta tak i dette problemet, del det opp og se på hva du egentlig ønsker å beskrive.</a:t>
            </a:r>
          </a:p>
          <a:p>
            <a:pPr>
              <a:buFont typeface="Arial" charset="0"/>
              <a:buChar char="•"/>
            </a:pPr>
            <a:r>
              <a:rPr lang="nb-NO" sz="1400" baseline="0" dirty="0" smtClean="0"/>
              <a:t>Ta tak i kjerneproblemet først.</a:t>
            </a:r>
          </a:p>
          <a:p>
            <a:pPr>
              <a:buFont typeface="Arial" charset="0"/>
              <a:buChar char="•"/>
            </a:pPr>
            <a:r>
              <a:rPr lang="nb-NO" sz="1400" baseline="0" dirty="0" smtClean="0"/>
              <a:t>beskriv </a:t>
            </a:r>
            <a:r>
              <a:rPr lang="nb-NO" sz="1400" baseline="0" dirty="0" smtClean="0"/>
              <a:t>med </a:t>
            </a:r>
            <a:r>
              <a:rPr lang="nb-NO" sz="1400" baseline="0" dirty="0" smtClean="0"/>
              <a:t>eksempel: Del opp mellom test av funksjonalitet, og test av om tilgang til en ressurs som webservice er fungerer som den skal.</a:t>
            </a:r>
            <a:endParaRPr lang="nb-NO" sz="1400" baseline="0" dirty="0" smtClean="0"/>
          </a:p>
          <a:p>
            <a:pPr>
              <a:buFont typeface="Arial" charset="0"/>
              <a:buChar char="•"/>
            </a:pPr>
            <a:endParaRPr lang="nb-NO" sz="1400" baseline="0" dirty="0" smtClean="0"/>
          </a:p>
          <a:p>
            <a:pPr>
              <a:buFont typeface="Arial" charset="0"/>
              <a:buNone/>
            </a:pPr>
            <a:r>
              <a:rPr lang="nb-NO" sz="1400" baseline="0" dirty="0" smtClean="0"/>
              <a:t>Tester fra GUI til DB</a:t>
            </a:r>
          </a:p>
          <a:p>
            <a:pPr>
              <a:buFont typeface="Arial" charset="0"/>
              <a:buChar char="•"/>
            </a:pPr>
            <a:r>
              <a:rPr lang="nb-NO" sz="1400" baseline="0" dirty="0" smtClean="0"/>
              <a:t>Forklar hvorfor disse vil feile. Tar på seg for mye ansvar. Grunnen til dette er ofte at dette er eneste måten å verifisere applikasjonen.</a:t>
            </a:r>
          </a:p>
          <a:p>
            <a:pPr>
              <a:buFont typeface="Arial" charset="0"/>
              <a:buChar char="•"/>
            </a:pPr>
            <a:r>
              <a:rPr lang="nb-NO" sz="1400" baseline="0" dirty="0" smtClean="0"/>
              <a:t>Avhengig av Live Db, Tjenester fra andre miljøer, GUI som endres. Krever mye manuell oppdatering som ikke er i </a:t>
            </a:r>
            <a:r>
              <a:rPr lang="nb-NO" sz="1400" baseline="0" dirty="0" err="1" smtClean="0"/>
              <a:t>context</a:t>
            </a:r>
            <a:r>
              <a:rPr lang="nb-NO" sz="1400" baseline="0" dirty="0" smtClean="0"/>
              <a:t> med når du  endrer kode.</a:t>
            </a:r>
          </a:p>
          <a:p>
            <a:pPr>
              <a:buFont typeface="Arial" charset="0"/>
              <a:buNone/>
            </a:pPr>
            <a:endParaRPr lang="nb-NO" sz="1400" dirty="0" smtClean="0"/>
          </a:p>
          <a:p>
            <a:pPr>
              <a:buFont typeface="Arial" charset="0"/>
              <a:buNone/>
            </a:pPr>
            <a:r>
              <a:rPr lang="nb-NO" sz="1400" dirty="0" smtClean="0"/>
              <a:t>Del opp ansvar i enkle blokker</a:t>
            </a:r>
          </a:p>
          <a:p>
            <a:pPr>
              <a:buFont typeface="Arial" charset="0"/>
              <a:buNone/>
            </a:pPr>
            <a:endParaRPr lang="nb-NO" sz="1400" dirty="0" smtClean="0"/>
          </a:p>
          <a:p>
            <a:pPr>
              <a:buFont typeface="Arial" charset="0"/>
              <a:buNone/>
            </a:pPr>
            <a:r>
              <a:rPr lang="nb-NO" sz="1400" dirty="0" smtClean="0"/>
              <a:t>Når noe er vanskelig, splitt i enkeltområder, løs kjerneproblemet.</a:t>
            </a:r>
          </a:p>
          <a:p>
            <a:pPr>
              <a:buFont typeface="Arial" charset="0"/>
              <a:buNone/>
            </a:pPr>
            <a:r>
              <a:rPr lang="nb-NO" sz="1400" dirty="0" smtClean="0"/>
              <a:t>	* Dette området vil gi deg problemer i fremtiden også.</a:t>
            </a:r>
          </a:p>
          <a:p>
            <a:pPr>
              <a:buFont typeface="Arial" charset="0"/>
              <a:buNone/>
            </a:pPr>
            <a:r>
              <a:rPr lang="nb-NO" sz="1400" dirty="0" smtClean="0"/>
              <a:t>Det er rett  valg at summen  av tester verifiserer rett oppførsel</a:t>
            </a:r>
          </a:p>
          <a:p>
            <a:pPr>
              <a:buFont typeface="Arial" charset="0"/>
              <a:buNone/>
            </a:pPr>
            <a:r>
              <a:rPr lang="nb-NO" sz="1400" dirty="0" smtClean="0"/>
              <a:t>	* Vi gjør det allerede</a:t>
            </a:r>
            <a:r>
              <a:rPr lang="nb-NO" sz="1400" baseline="0" dirty="0" smtClean="0"/>
              <a:t> i dag implisitt. </a:t>
            </a:r>
          </a:p>
          <a:p>
            <a:pPr>
              <a:buFont typeface="Arial" charset="0"/>
              <a:buNone/>
            </a:pPr>
            <a:endParaRPr lang="nb-NO" sz="1400" dirty="0" smtClean="0"/>
          </a:p>
          <a:p>
            <a:pPr>
              <a:buFont typeface="Arial" charset="0"/>
              <a:buNone/>
            </a:pPr>
            <a:r>
              <a:rPr lang="nb-NO" sz="1400" dirty="0" smtClean="0"/>
              <a:t>Ende til ende test vil feile over tid!</a:t>
            </a:r>
          </a:p>
          <a:p>
            <a:pPr>
              <a:buFont typeface="Arial" charset="0"/>
              <a:buNone/>
            </a:pPr>
            <a:r>
              <a:rPr lang="nb-NO" sz="1400" dirty="0" smtClean="0"/>
              <a:t>	* Data</a:t>
            </a:r>
          </a:p>
          <a:p>
            <a:pPr>
              <a:buFont typeface="Arial" charset="0"/>
              <a:buNone/>
            </a:pPr>
            <a:r>
              <a:rPr lang="nb-NO" sz="1400" dirty="0" smtClean="0"/>
              <a:t>	*</a:t>
            </a:r>
            <a:r>
              <a:rPr lang="nb-NO" sz="1400" baseline="0" dirty="0" smtClean="0"/>
              <a:t> </a:t>
            </a:r>
            <a:r>
              <a:rPr lang="nb-NO" sz="1400" dirty="0" smtClean="0"/>
              <a:t>Miljø</a:t>
            </a:r>
          </a:p>
          <a:p>
            <a:pPr>
              <a:buFont typeface="Arial" charset="0"/>
              <a:buNone/>
            </a:pPr>
            <a:r>
              <a:rPr lang="nb-NO" sz="1400" dirty="0" smtClean="0"/>
              <a:t>	*</a:t>
            </a:r>
            <a:r>
              <a:rPr lang="nb-NO" sz="1400" baseline="0" dirty="0" smtClean="0"/>
              <a:t> </a:t>
            </a:r>
            <a:r>
              <a:rPr lang="nb-NO" sz="1400" dirty="0" smtClean="0"/>
              <a:t>GUI</a:t>
            </a:r>
            <a:endParaRPr lang="nb-NO" sz="14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13</a:t>
            </a:fld>
            <a:endParaRPr lang="nb-NO"/>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endParaRPr lang="nb-NO"/>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14</a:t>
            </a:fld>
            <a:endParaRPr lang="nb-NO"/>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fontScale="92500" lnSpcReduction="20000"/>
          </a:bodyPr>
          <a:lstStyle/>
          <a:p>
            <a:pPr>
              <a:buNone/>
            </a:pPr>
            <a:r>
              <a:rPr lang="nb-NO" sz="1400" baseline="0" dirty="0" err="1" smtClean="0"/>
              <a:t>Properties</a:t>
            </a:r>
            <a:r>
              <a:rPr lang="nb-NO" sz="1400" baseline="0" dirty="0" smtClean="0"/>
              <a:t> handler om egenskaper du ønsker av testen din. Vil du at den skal være avhengig av data, eller klarer du deg med </a:t>
            </a:r>
            <a:r>
              <a:rPr lang="nb-NO" sz="1400" baseline="0" dirty="0" err="1" smtClean="0"/>
              <a:t>mock’ing</a:t>
            </a:r>
            <a:r>
              <a:rPr lang="nb-NO" sz="1400" baseline="0" dirty="0" smtClean="0"/>
              <a:t>? Hva om applikasjonen din henter data fra en database på en annen server? Da er testen din avhengig av kjøretidsmiljø… er du i </a:t>
            </a:r>
            <a:r>
              <a:rPr lang="nb-NO" sz="1400" baseline="0" dirty="0" err="1" smtClean="0"/>
              <a:t>dev</a:t>
            </a:r>
            <a:r>
              <a:rPr lang="nb-NO" sz="1400" baseline="0" dirty="0" smtClean="0"/>
              <a:t>, test eller </a:t>
            </a:r>
            <a:r>
              <a:rPr lang="nb-NO" sz="1400" baseline="0" dirty="0" err="1" smtClean="0"/>
              <a:t>prod</a:t>
            </a:r>
            <a:r>
              <a:rPr lang="nb-NO" sz="1400" baseline="0" dirty="0" smtClean="0"/>
              <a:t>. Er nettverke nede? Er passordet endret? Hvordan detekterer du disse feilene i dag? 95% av testene er da avhengig av at </a:t>
            </a:r>
            <a:r>
              <a:rPr lang="nb-NO" sz="1400" baseline="0" dirty="0" err="1" smtClean="0"/>
              <a:t>stacktracen</a:t>
            </a:r>
            <a:r>
              <a:rPr lang="nb-NO" sz="1400" baseline="0" dirty="0" smtClean="0"/>
              <a:t> forklarer at det er passordet som er utgått….</a:t>
            </a:r>
          </a:p>
          <a:p>
            <a:pPr>
              <a:buNone/>
            </a:pPr>
            <a:r>
              <a:rPr lang="nb-NO" sz="1400" baseline="0" dirty="0" smtClean="0"/>
              <a:t>	Stort sett ingen tester forteller deg at det er tilgangen til databasen som er stengt. Oftest ser du det ved at alle 295 databasetestene dine har feilet.</a:t>
            </a:r>
          </a:p>
          <a:p>
            <a:pPr>
              <a:buNone/>
            </a:pPr>
            <a:endParaRPr lang="nb-NO" sz="1400" baseline="0" dirty="0" smtClean="0"/>
          </a:p>
          <a:p>
            <a:pPr>
              <a:buNone/>
            </a:pPr>
            <a:r>
              <a:rPr lang="nb-NO" sz="1400" baseline="0" dirty="0" smtClean="0"/>
              <a:t>Test </a:t>
            </a:r>
            <a:r>
              <a:rPr lang="nb-NO" sz="1400" baseline="0" dirty="0" err="1" smtClean="0"/>
              <a:t>Levels</a:t>
            </a:r>
            <a:endParaRPr lang="nb-NO" sz="1400" baseline="0" dirty="0" smtClean="0"/>
          </a:p>
          <a:p>
            <a:pPr>
              <a:buNone/>
            </a:pPr>
            <a:r>
              <a:rPr lang="nb-NO" sz="1400" baseline="0" dirty="0" smtClean="0"/>
              <a:t>	Definisjon av integrasjonstest, service test, </a:t>
            </a:r>
            <a:r>
              <a:rPr lang="nb-NO" sz="1400" baseline="0" dirty="0" err="1" smtClean="0"/>
              <a:t>system-integration</a:t>
            </a:r>
            <a:r>
              <a:rPr lang="nb-NO" sz="1400" baseline="0" dirty="0" smtClean="0"/>
              <a:t> test er vanskelig. Enda vanskeligere blir det når du ber to utviklere, og en tester om å diskutere når systemtesten skal kjøres. De er uenige om definisjonen på testen. I test </a:t>
            </a:r>
            <a:r>
              <a:rPr lang="nb-NO" sz="1400" baseline="0" dirty="0" err="1" smtClean="0"/>
              <a:t>levels</a:t>
            </a:r>
            <a:r>
              <a:rPr lang="nb-NO" sz="1400" baseline="0" dirty="0" smtClean="0"/>
              <a:t> vil vi prøve å gi vårt språk på innholdet i de nivåer som </a:t>
            </a:r>
          </a:p>
          <a:p>
            <a:pPr>
              <a:buNone/>
            </a:pPr>
            <a:r>
              <a:rPr lang="nb-NO" sz="1400" baseline="0" dirty="0" smtClean="0"/>
              <a:t>	</a:t>
            </a:r>
            <a:r>
              <a:rPr lang="nb-NO" sz="1400" baseline="0" dirty="0" err="1" smtClean="0"/>
              <a:t>V-Modellen</a:t>
            </a:r>
            <a:r>
              <a:rPr lang="nb-NO" sz="1400" baseline="0" dirty="0" smtClean="0"/>
              <a:t> snakker om: </a:t>
            </a:r>
            <a:r>
              <a:rPr lang="nb-NO" sz="1400" baseline="0" dirty="0" err="1" smtClean="0"/>
              <a:t>unit</a:t>
            </a:r>
            <a:r>
              <a:rPr lang="nb-NO" sz="1400" baseline="0" dirty="0" smtClean="0"/>
              <a:t>, </a:t>
            </a:r>
            <a:r>
              <a:rPr lang="nb-NO" sz="1400" baseline="0" dirty="0" err="1" smtClean="0"/>
              <a:t>integration</a:t>
            </a:r>
            <a:r>
              <a:rPr lang="nb-NO" sz="1400" baseline="0" dirty="0" smtClean="0"/>
              <a:t>, system og </a:t>
            </a:r>
            <a:r>
              <a:rPr lang="nb-NO" sz="1400" baseline="0" dirty="0" err="1" smtClean="0"/>
              <a:t>acceptance</a:t>
            </a:r>
            <a:r>
              <a:rPr lang="nb-NO" sz="1400" baseline="0" dirty="0" smtClean="0"/>
              <a:t>. I tillegg vil vi snakke om service og </a:t>
            </a:r>
            <a:r>
              <a:rPr lang="nb-NO" sz="1400" baseline="0" dirty="0" err="1" smtClean="0"/>
              <a:t>multi-service</a:t>
            </a:r>
            <a:r>
              <a:rPr lang="nb-NO" sz="1400" baseline="0" dirty="0" smtClean="0"/>
              <a:t> tester. Dette fordi vi føler at V-modellen ikke dekker området mellom </a:t>
            </a:r>
            <a:r>
              <a:rPr lang="nb-NO" sz="1400" baseline="0" dirty="0" err="1" smtClean="0"/>
              <a:t>unit</a:t>
            </a:r>
            <a:r>
              <a:rPr lang="nb-NO" sz="1400" baseline="0" dirty="0" smtClean="0"/>
              <a:t> og </a:t>
            </a:r>
            <a:r>
              <a:rPr lang="nb-NO" sz="1400" baseline="0" dirty="0" err="1" smtClean="0"/>
              <a:t>integration</a:t>
            </a:r>
            <a:r>
              <a:rPr lang="nb-NO" sz="1400" baseline="0" dirty="0" smtClean="0"/>
              <a:t> godt nok, for oss som utviklere.</a:t>
            </a:r>
          </a:p>
          <a:p>
            <a:pPr>
              <a:buNone/>
            </a:pPr>
            <a:endParaRPr lang="nb-NO" sz="1400" baseline="0" dirty="0" smtClean="0"/>
          </a:p>
          <a:p>
            <a:pPr>
              <a:buNone/>
            </a:pPr>
            <a:r>
              <a:rPr lang="nb-NO" sz="1400" baseline="0" dirty="0" smtClean="0"/>
              <a:t>Gruppering og kategorisering</a:t>
            </a:r>
          </a:p>
          <a:p>
            <a:pPr>
              <a:buNone/>
            </a:pPr>
            <a:r>
              <a:rPr lang="nb-NO" sz="1400" baseline="0" dirty="0" smtClean="0"/>
              <a:t>	Basert på egenskaper og nivåer så ønsker vi å gruppere testene våre. Men vi er ikke sikker på om det er kategori, </a:t>
            </a:r>
            <a:r>
              <a:rPr lang="nb-NO" sz="1400" baseline="0" dirty="0" err="1" smtClean="0"/>
              <a:t>tag</a:t>
            </a:r>
            <a:r>
              <a:rPr lang="nb-NO" sz="1400" baseline="0" dirty="0" smtClean="0"/>
              <a:t> eller gruppering som er rett uttrykk.</a:t>
            </a:r>
          </a:p>
          <a:p>
            <a:pPr>
              <a:buNone/>
            </a:pPr>
            <a:r>
              <a:rPr lang="nb-NO" sz="1400" baseline="0" dirty="0" smtClean="0"/>
              <a:t>	Det vi ønsker å fortelle er for eksempel at tester som krever data, og krever databasemiljø tilgjengelig kjøres sammen. Dette medfører at vi kan innføre avhengighet mellom tester. For eksempel vil det kun være én test som feiler hvis tilgangen til databasen mangler.  Alle de andre 295 testene vil ikke bli kjørt.</a:t>
            </a:r>
          </a:p>
          <a:p>
            <a:pPr>
              <a:buNone/>
            </a:pPr>
            <a:r>
              <a:rPr lang="nb-NO" sz="1400" baseline="0" dirty="0" smtClean="0"/>
              <a:t>	Målet blir å gjøre testene mer uttrykkfulle (ekspressive). Tiden som da brukes på feilretting vil gå ned, utviklere, testere og </a:t>
            </a:r>
            <a:r>
              <a:rPr lang="nb-NO" sz="1400" baseline="0" dirty="0" err="1" smtClean="0"/>
              <a:t>driftere</a:t>
            </a:r>
            <a:r>
              <a:rPr lang="nb-NO" sz="1400" baseline="0" dirty="0" smtClean="0"/>
              <a:t> vil raskt se hva som er galt. All støy som kommer fra de 295 testene er fjernet.</a:t>
            </a:r>
            <a:endParaRPr lang="nb-NO" sz="1400" dirty="0" smtClean="0"/>
          </a:p>
          <a:p>
            <a:endParaRPr lang="nb-NO" sz="14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15</a:t>
            </a:fld>
            <a:endParaRPr lang="nb-NO"/>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lnSpcReduction="10000"/>
          </a:bodyPr>
          <a:lstStyle/>
          <a:p>
            <a:pPr>
              <a:buNone/>
            </a:pPr>
            <a:r>
              <a:rPr lang="nb-NO" sz="1400" b="1" dirty="0" err="1" smtClean="0"/>
              <a:t>Esplisitt</a:t>
            </a:r>
            <a:r>
              <a:rPr lang="nb-NO" sz="1400" b="1" dirty="0" smtClean="0"/>
              <a:t> forhold</a:t>
            </a:r>
            <a:endParaRPr lang="nb-NO" sz="1400" b="0" dirty="0" smtClean="0"/>
          </a:p>
          <a:p>
            <a:pPr>
              <a:buNone/>
            </a:pPr>
            <a:r>
              <a:rPr lang="nb-NO" sz="1400" b="0" dirty="0" smtClean="0"/>
              <a:t>I dag ofte implisitt på funksjonalitet basert på for eksempel</a:t>
            </a:r>
          </a:p>
          <a:p>
            <a:pPr>
              <a:buNone/>
            </a:pPr>
            <a:r>
              <a:rPr lang="nb-NO" sz="1400" b="0" dirty="0" smtClean="0"/>
              <a:t>* </a:t>
            </a:r>
            <a:r>
              <a:rPr lang="nb-NO" sz="1400" b="0" dirty="0" err="1" smtClean="0"/>
              <a:t>Performance</a:t>
            </a:r>
            <a:endParaRPr lang="nb-NO" sz="1400" b="0" dirty="0" smtClean="0"/>
          </a:p>
          <a:p>
            <a:pPr>
              <a:buNone/>
            </a:pPr>
            <a:r>
              <a:rPr lang="nb-NO" sz="1400" b="0" dirty="0" smtClean="0"/>
              <a:t>*</a:t>
            </a:r>
            <a:r>
              <a:rPr lang="nb-NO" sz="1400" b="0" baseline="0" dirty="0" smtClean="0"/>
              <a:t> </a:t>
            </a:r>
            <a:r>
              <a:rPr lang="nb-NO" sz="1400" b="0" dirty="0" smtClean="0"/>
              <a:t>Med </a:t>
            </a:r>
            <a:r>
              <a:rPr lang="nb-NO" sz="1400" b="0" dirty="0" err="1" smtClean="0"/>
              <a:t>allt</a:t>
            </a:r>
            <a:r>
              <a:rPr lang="nb-NO" sz="1400" b="0" dirty="0" smtClean="0"/>
              <a:t> miljø oppsatt</a:t>
            </a:r>
          </a:p>
          <a:p>
            <a:pPr>
              <a:buNone/>
            </a:pPr>
            <a:r>
              <a:rPr lang="nb-NO" sz="1400" b="0" dirty="0" smtClean="0"/>
              <a:t>* Automatiserte</a:t>
            </a:r>
            <a:r>
              <a:rPr lang="nb-NO" sz="1400" b="0" baseline="0" dirty="0" smtClean="0"/>
              <a:t> tester som kjøres</a:t>
            </a:r>
            <a:r>
              <a:rPr lang="nb-NO" sz="1400" b="0" dirty="0" smtClean="0"/>
              <a:t> av Utvikler</a:t>
            </a:r>
          </a:p>
          <a:p>
            <a:pPr>
              <a:buNone/>
            </a:pPr>
            <a:r>
              <a:rPr lang="nb-NO" sz="1400" b="0" dirty="0" smtClean="0"/>
              <a:t>*</a:t>
            </a:r>
            <a:r>
              <a:rPr lang="nb-NO" sz="1400" b="0" baseline="0" dirty="0" smtClean="0"/>
              <a:t> </a:t>
            </a:r>
            <a:r>
              <a:rPr lang="nb-NO" sz="1400" b="0" dirty="0" smtClean="0"/>
              <a:t>Av CI Server utover de automatisert av utvikler</a:t>
            </a:r>
          </a:p>
          <a:p>
            <a:pPr>
              <a:buNone/>
            </a:pPr>
            <a:r>
              <a:rPr lang="nb-NO" sz="1400" b="0" dirty="0" smtClean="0"/>
              <a:t>* Manuelle</a:t>
            </a:r>
          </a:p>
          <a:p>
            <a:pPr>
              <a:buNone/>
            </a:pPr>
            <a:endParaRPr lang="nb-NO" sz="1400" b="0" dirty="0" smtClean="0"/>
          </a:p>
          <a:p>
            <a:pPr>
              <a:buNone/>
            </a:pPr>
            <a:r>
              <a:rPr lang="nb-NO" sz="1400" b="0" dirty="0" smtClean="0"/>
              <a:t>DP3. Grupper tester eksplisitt</a:t>
            </a:r>
          </a:p>
          <a:p>
            <a:pPr>
              <a:buNone/>
            </a:pPr>
            <a:endParaRPr lang="nb-NO" sz="1400" b="0" dirty="0" smtClean="0"/>
          </a:p>
          <a:p>
            <a:pPr>
              <a:buNone/>
            </a:pPr>
            <a:r>
              <a:rPr lang="nb-NO" sz="1400" b="1" dirty="0" smtClean="0"/>
              <a:t>Basert på forutsetninger</a:t>
            </a:r>
          </a:p>
          <a:p>
            <a:pPr>
              <a:buFont typeface="Arial" charset="0"/>
              <a:buChar char="•"/>
            </a:pPr>
            <a:r>
              <a:rPr lang="nb-NO" sz="1400" b="0" dirty="0" smtClean="0"/>
              <a:t>Live Db</a:t>
            </a:r>
          </a:p>
          <a:p>
            <a:pPr>
              <a:buFont typeface="Arial" charset="0"/>
              <a:buChar char="•"/>
            </a:pPr>
            <a:r>
              <a:rPr lang="nb-NO" sz="1400" b="0" dirty="0" err="1" smtClean="0"/>
              <a:t>Virituell</a:t>
            </a:r>
            <a:r>
              <a:rPr lang="nb-NO" sz="1400" b="0" dirty="0" smtClean="0"/>
              <a:t> db</a:t>
            </a:r>
          </a:p>
          <a:p>
            <a:pPr>
              <a:buFont typeface="Arial" charset="0"/>
              <a:buChar char="•"/>
            </a:pPr>
            <a:r>
              <a:rPr lang="nb-NO" sz="1400" b="0" dirty="0" smtClean="0"/>
              <a:t>COS</a:t>
            </a:r>
          </a:p>
          <a:p>
            <a:pPr>
              <a:buFont typeface="Arial" charset="0"/>
              <a:buChar char="•"/>
            </a:pPr>
            <a:endParaRPr lang="nb-NO" sz="1400" b="0" dirty="0" smtClean="0"/>
          </a:p>
          <a:p>
            <a:pPr>
              <a:buFont typeface="Arial" charset="0"/>
              <a:buNone/>
            </a:pPr>
            <a:endParaRPr lang="nb-NO" sz="1400" b="0" dirty="0" smtClean="0"/>
          </a:p>
          <a:p>
            <a:pPr>
              <a:buFont typeface="Arial" charset="0"/>
              <a:buNone/>
            </a:pPr>
            <a:r>
              <a:rPr lang="nb-NO" sz="1400" b="1" dirty="0" smtClean="0"/>
              <a:t>En test kan være medlem av flere grupper.</a:t>
            </a:r>
          </a:p>
          <a:p>
            <a:pPr marL="216000" marR="0" indent="-216000" defTabSz="914400" rtl="0" eaLnBrk="1" fontAlgn="auto" latinLnBrk="0" hangingPunct="0">
              <a:lnSpc>
                <a:spcPct val="100000"/>
              </a:lnSpc>
              <a:spcBef>
                <a:spcPts val="0"/>
              </a:spcBef>
              <a:spcAft>
                <a:spcPts val="0"/>
              </a:spcAft>
              <a:buClrTx/>
              <a:buSzPct val="45000"/>
              <a:buFont typeface="Arial" charset="0"/>
              <a:buChar char="•"/>
              <a:tabLst/>
              <a:defRPr/>
            </a:pPr>
            <a:r>
              <a:rPr lang="nb-NO" sz="1400" b="0" dirty="0" smtClean="0"/>
              <a:t>Gruppering kan også være </a:t>
            </a:r>
            <a:r>
              <a:rPr lang="nb-NO" sz="1400" b="0" dirty="0" err="1" smtClean="0"/>
              <a:t>Tag'ing</a:t>
            </a:r>
            <a:endParaRPr lang="nb-NO" sz="1400" b="0" dirty="0" smtClean="0"/>
          </a:p>
          <a:p>
            <a:pPr marL="216000" marR="0" indent="-216000" defTabSz="914400" rtl="0" eaLnBrk="1" fontAlgn="auto" latinLnBrk="0" hangingPunct="0">
              <a:lnSpc>
                <a:spcPct val="100000"/>
              </a:lnSpc>
              <a:spcBef>
                <a:spcPts val="0"/>
              </a:spcBef>
              <a:spcAft>
                <a:spcPts val="0"/>
              </a:spcAft>
              <a:buClrTx/>
              <a:buSzPct val="45000"/>
              <a:buFont typeface="Arial" charset="0"/>
              <a:buChar char="•"/>
              <a:tabLst/>
              <a:defRPr/>
            </a:pPr>
            <a:endParaRPr lang="nb-NO" sz="1400" b="0" dirty="0" smtClean="0"/>
          </a:p>
          <a:p>
            <a:pPr marL="216000" marR="0" indent="-216000" defTabSz="914400" rtl="0" eaLnBrk="1" fontAlgn="auto" latinLnBrk="0" hangingPunct="0">
              <a:lnSpc>
                <a:spcPct val="100000"/>
              </a:lnSpc>
              <a:spcBef>
                <a:spcPts val="0"/>
              </a:spcBef>
              <a:spcAft>
                <a:spcPts val="0"/>
              </a:spcAft>
              <a:buClrTx/>
              <a:buSzPct val="45000"/>
              <a:buFont typeface="Arial" charset="0"/>
              <a:buNone/>
              <a:tabLst/>
              <a:defRPr/>
            </a:pPr>
            <a:r>
              <a:rPr lang="nb-NO" sz="1400" b="1" dirty="0" err="1" smtClean="0"/>
              <a:t>Test-dependency</a:t>
            </a:r>
            <a:endParaRPr lang="nb-NO" sz="1400" b="1" dirty="0" smtClean="0"/>
          </a:p>
          <a:p>
            <a:pPr>
              <a:buFont typeface="Arial" charset="0"/>
              <a:buNone/>
            </a:pPr>
            <a:endParaRPr lang="nb-NO" sz="1400" b="0" dirty="0" smtClean="0"/>
          </a:p>
          <a:p>
            <a:pPr>
              <a:buFont typeface="Arial" charset="0"/>
              <a:buNone/>
            </a:pPr>
            <a:r>
              <a:rPr lang="nb-NO" sz="1400" dirty="0" smtClean="0"/>
              <a:t>Full</a:t>
            </a:r>
            <a:r>
              <a:rPr lang="nb-NO" sz="1400" baseline="0" dirty="0" smtClean="0"/>
              <a:t> isolasjon</a:t>
            </a:r>
          </a:p>
          <a:p>
            <a:pPr>
              <a:buFont typeface="Arial" charset="0"/>
              <a:buChar char="•"/>
            </a:pPr>
            <a:r>
              <a:rPr lang="nb-NO" sz="1400" baseline="0" dirty="0" smtClean="0"/>
              <a:t>Kjenner dere til grunntesen med enhetstesting om at en test skal gjøres i full isolasjon? Det betyr at testen er upåvirket av andre tester, og</a:t>
            </a:r>
          </a:p>
          <a:p>
            <a:pPr>
              <a:buFont typeface="Arial" charset="0"/>
              <a:buChar char="•"/>
            </a:pPr>
            <a:r>
              <a:rPr lang="nb-NO" sz="1400" baseline="0" dirty="0" smtClean="0"/>
              <a:t>at  den testen ikke endrer på andre tester sitt resultat.</a:t>
            </a:r>
            <a:endParaRPr lang="nb-NO" sz="1400" dirty="0" smtClean="0"/>
          </a:p>
          <a:p>
            <a:pPr>
              <a:buFont typeface="Arial" charset="0"/>
              <a:buNone/>
            </a:pPr>
            <a:endParaRPr lang="nb-NO" sz="1400" dirty="0" smtClean="0"/>
          </a:p>
          <a:p>
            <a:pPr>
              <a:buFont typeface="Arial" charset="0"/>
              <a:buNone/>
            </a:pPr>
            <a:r>
              <a:rPr lang="nb-NO" sz="1400" dirty="0" err="1" smtClean="0"/>
              <a:t>JigZaw</a:t>
            </a:r>
            <a:r>
              <a:rPr lang="nb-NO" sz="1400" baseline="0" dirty="0" smtClean="0"/>
              <a:t> setter ord på avhengigheter vi må ha</a:t>
            </a:r>
          </a:p>
          <a:p>
            <a:pPr>
              <a:buFont typeface="Arial" charset="0"/>
              <a:buChar char="•"/>
            </a:pPr>
            <a:r>
              <a:rPr lang="nb-NO" sz="1400" baseline="0" dirty="0" smtClean="0"/>
              <a:t>for å verifisere applikasjonen din. I utvikling og drift av komplekse applikasjoner så trenger du kontakt med andre fysiske miljøer. Eksterne ressurser som </a:t>
            </a:r>
            <a:r>
              <a:rPr lang="nb-NO" sz="1400" baseline="0" dirty="0" err="1" smtClean="0"/>
              <a:t>jms</a:t>
            </a:r>
            <a:r>
              <a:rPr lang="nb-NO" sz="1400" baseline="0" dirty="0" smtClean="0"/>
              <a:t>, </a:t>
            </a:r>
            <a:r>
              <a:rPr lang="nb-NO" sz="1400" baseline="0" dirty="0" err="1" smtClean="0"/>
              <a:t>workflow</a:t>
            </a:r>
            <a:r>
              <a:rPr lang="nb-NO" sz="1400" baseline="0" dirty="0" smtClean="0"/>
              <a:t> og database er naturlig å benytte seg av. Denne sammenhengen må</a:t>
            </a:r>
          </a:p>
          <a:p>
            <a:pPr>
              <a:buFont typeface="Arial" charset="0"/>
              <a:buChar char="•"/>
            </a:pPr>
            <a:r>
              <a:rPr lang="nb-NO" sz="1400" baseline="0" dirty="0" smtClean="0"/>
              <a:t>vi teste på rette måter.</a:t>
            </a:r>
          </a:p>
          <a:p>
            <a:pPr lvl="1">
              <a:buFont typeface="Arial" charset="0"/>
              <a:buChar char="•"/>
            </a:pPr>
            <a:r>
              <a:rPr lang="nb-NO" sz="1400" baseline="0" dirty="0" smtClean="0"/>
              <a:t>Funksjonelt, i </a:t>
            </a:r>
            <a:r>
              <a:rPr lang="nb-NO" sz="1400" baseline="0" dirty="0" err="1" smtClean="0"/>
              <a:t>virtuellt</a:t>
            </a:r>
            <a:r>
              <a:rPr lang="nb-NO" sz="1400" baseline="0" dirty="0" smtClean="0"/>
              <a:t> miljø.</a:t>
            </a:r>
          </a:p>
          <a:p>
            <a:pPr lvl="1">
              <a:buFont typeface="Arial" charset="0"/>
              <a:buChar char="•"/>
            </a:pPr>
            <a:r>
              <a:rPr lang="nb-NO" sz="1400" baseline="0" dirty="0" smtClean="0"/>
              <a:t>Live</a:t>
            </a:r>
            <a:endParaRPr lang="nb-NO" sz="1400" b="0" baseline="0" dirty="0" smtClean="0"/>
          </a:p>
          <a:p>
            <a:pPr>
              <a:buFont typeface="Arial" charset="0"/>
              <a:buNone/>
            </a:pPr>
            <a:r>
              <a:rPr lang="nb-NO" sz="1400" b="0" dirty="0" smtClean="0"/>
              <a:t>Eksempel: </a:t>
            </a:r>
            <a:r>
              <a:rPr lang="nb-NO" sz="1400" b="0" dirty="0" err="1" smtClean="0"/>
              <a:t>testKundeUpdate</a:t>
            </a:r>
            <a:r>
              <a:rPr lang="nb-NO" sz="1400" b="0" dirty="0" smtClean="0"/>
              <a:t> er avhengig av </a:t>
            </a:r>
            <a:r>
              <a:rPr lang="nb-NO" sz="1400" b="0" dirty="0" err="1" smtClean="0"/>
              <a:t>verifiserDatabaseTilgjengelig</a:t>
            </a:r>
            <a:r>
              <a:rPr lang="nb-NO" sz="1400" b="0" dirty="0" smtClean="0"/>
              <a:t>.</a:t>
            </a:r>
          </a:p>
          <a:p>
            <a:pPr>
              <a:buFont typeface="Arial" charset="0"/>
              <a:buNone/>
            </a:pPr>
            <a:r>
              <a:rPr lang="nb-NO" sz="1400" b="0" dirty="0" smtClean="0"/>
              <a:t>Feiler </a:t>
            </a:r>
            <a:r>
              <a:rPr lang="nb-NO" sz="1400" b="0" dirty="0" err="1" smtClean="0"/>
              <a:t>verifiserDatabaseTilgjengelig</a:t>
            </a:r>
            <a:r>
              <a:rPr lang="nb-NO" sz="1400" b="0" dirty="0" smtClean="0"/>
              <a:t>, så kjører ikke </a:t>
            </a:r>
            <a:r>
              <a:rPr lang="nb-NO" sz="1400" b="0" dirty="0" err="1" smtClean="0"/>
              <a:t>testKundeUpdate</a:t>
            </a:r>
            <a:r>
              <a:rPr lang="nb-NO" sz="1400" b="0" dirty="0" smtClean="0"/>
              <a:t> </a:t>
            </a:r>
            <a:endParaRPr lang="nb-NO" sz="1400" baseline="0" dirty="0" smtClean="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16</a:t>
            </a:fld>
            <a:endParaRPr lang="nb-NO"/>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a:buNone/>
            </a:pPr>
            <a:r>
              <a:rPr lang="nb-NO" dirty="0" smtClean="0"/>
              <a:t>Forslag til Grupper på </a:t>
            </a:r>
            <a:r>
              <a:rPr lang="nb-NO" dirty="0" err="1" smtClean="0"/>
              <a:t>Cantara</a:t>
            </a:r>
            <a:r>
              <a:rPr lang="nb-NO" dirty="0" smtClean="0"/>
              <a:t>.</a:t>
            </a:r>
          </a:p>
          <a:p>
            <a:pPr>
              <a:buFont typeface="Arial" charset="0"/>
              <a:buChar char="•"/>
            </a:pPr>
            <a:r>
              <a:rPr lang="nb-NO" dirty="0" smtClean="0"/>
              <a:t>Vi ønsker å kunne kjøre forskjellige tester til forskjellige tider.</a:t>
            </a:r>
          </a:p>
          <a:p>
            <a:pPr>
              <a:buFont typeface="Arial" charset="0"/>
              <a:buChar char="•"/>
            </a:pPr>
            <a:r>
              <a:rPr lang="nb-NO" dirty="0" smtClean="0"/>
              <a:t>Ikke kjør alle automatiserte tester alltid.</a:t>
            </a:r>
          </a:p>
          <a:p>
            <a:pPr>
              <a:buFont typeface="Arial" charset="0"/>
              <a:buNone/>
            </a:pPr>
            <a:endParaRPr lang="nb-NO"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17</a:t>
            </a:fld>
            <a:endParaRPr lang="nb-NO"/>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r>
              <a:rPr lang="nb-NO" sz="1400" dirty="0" smtClean="0"/>
              <a:t>Eksempler på </a:t>
            </a:r>
            <a:r>
              <a:rPr lang="nb-NO" sz="1400" dirty="0" err="1" smtClean="0"/>
              <a:t>properties</a:t>
            </a:r>
            <a:r>
              <a:rPr lang="nb-NO" sz="1400" dirty="0" smtClean="0"/>
              <a:t>. </a:t>
            </a:r>
          </a:p>
          <a:p>
            <a:r>
              <a:rPr lang="nb-NO" sz="1400" dirty="0" smtClean="0"/>
              <a:t>Hold antallet til få.</a:t>
            </a:r>
            <a:r>
              <a:rPr lang="nb-NO" sz="1400" baseline="0" dirty="0" smtClean="0"/>
              <a:t> </a:t>
            </a:r>
          </a:p>
          <a:p>
            <a:pPr lvl="0" rtl="0"/>
            <a:r>
              <a:rPr lang="nb-NO" sz="1400" b="0" i="0" dirty="0" smtClean="0"/>
              <a:t>Med data</a:t>
            </a:r>
            <a:endParaRPr lang="nb-NO" sz="1400" dirty="0" smtClean="0"/>
          </a:p>
          <a:p>
            <a:pPr lvl="1" rtl="0"/>
            <a:r>
              <a:rPr lang="nb-NO" sz="1400" dirty="0" err="1" smtClean="0"/>
              <a:t>Initelle</a:t>
            </a:r>
            <a:r>
              <a:rPr lang="nb-NO" sz="1400" dirty="0" smtClean="0"/>
              <a:t> data</a:t>
            </a:r>
          </a:p>
          <a:p>
            <a:pPr lvl="1" rtl="0"/>
            <a:r>
              <a:rPr lang="nb-NO" sz="1400" dirty="0" err="1" smtClean="0"/>
              <a:t>Manuellt</a:t>
            </a:r>
            <a:r>
              <a:rPr lang="nb-NO" sz="1400" dirty="0" smtClean="0"/>
              <a:t> verifiserte</a:t>
            </a:r>
          </a:p>
          <a:p>
            <a:pPr lvl="1" rtl="0"/>
            <a:endParaRPr lang="nb-NO" sz="1400" dirty="0" smtClean="0"/>
          </a:p>
          <a:p>
            <a:pPr lvl="0" rtl="0"/>
            <a:r>
              <a:rPr lang="nb-NO" sz="1400" b="0" i="0" dirty="0" smtClean="0"/>
              <a:t>Med miljø</a:t>
            </a:r>
            <a:endParaRPr lang="nb-NO" sz="1400" dirty="0" smtClean="0"/>
          </a:p>
          <a:p>
            <a:pPr lvl="1" rtl="0"/>
            <a:r>
              <a:rPr lang="nb-NO" sz="1400" dirty="0" smtClean="0"/>
              <a:t>Mellomvare </a:t>
            </a:r>
          </a:p>
          <a:p>
            <a:pPr lvl="1" rtl="0"/>
            <a:r>
              <a:rPr lang="nb-NO" sz="1400" dirty="0" err="1" smtClean="0"/>
              <a:t>Remote</a:t>
            </a:r>
            <a:r>
              <a:rPr lang="nb-NO" sz="1400" dirty="0" smtClean="0"/>
              <a:t> db</a:t>
            </a:r>
          </a:p>
          <a:p>
            <a:pPr lvl="1" rtl="0"/>
            <a:r>
              <a:rPr lang="nb-NO" sz="1400" dirty="0" smtClean="0"/>
              <a:t>JMS</a:t>
            </a:r>
          </a:p>
          <a:p>
            <a:pPr lvl="0" rtl="0"/>
            <a:endParaRPr lang="nb-NO" sz="1400" dirty="0" smtClean="0"/>
          </a:p>
          <a:p>
            <a:endParaRPr lang="nb-NO" sz="14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18</a:t>
            </a:fld>
            <a:endParaRPr lang="nb-NO"/>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a:buNone/>
            </a:pPr>
            <a:r>
              <a:rPr lang="nb-NO" sz="1400" dirty="0" smtClean="0"/>
              <a:t>Våre eksempler på inndeling – vis på</a:t>
            </a:r>
            <a:r>
              <a:rPr lang="nb-NO" sz="1400" baseline="0" dirty="0" smtClean="0"/>
              <a:t> tegning ved siden av, hva testene betyr.</a:t>
            </a:r>
            <a:endParaRPr lang="nb-NO" sz="1400" dirty="0" smtClean="0"/>
          </a:p>
          <a:p>
            <a:r>
              <a:rPr lang="nb-NO" sz="1400" dirty="0" smtClean="0"/>
              <a:t>TODO</a:t>
            </a:r>
            <a:r>
              <a:rPr lang="nb-NO" sz="1400" baseline="0" dirty="0" smtClean="0"/>
              <a:t> – Definer Service, og </a:t>
            </a:r>
            <a:r>
              <a:rPr lang="nb-NO" sz="1400" baseline="0" dirty="0" err="1" smtClean="0"/>
              <a:t>Multi-service</a:t>
            </a:r>
            <a:r>
              <a:rPr lang="nb-NO" sz="1400" baseline="0" dirty="0" smtClean="0"/>
              <a:t>, </a:t>
            </a:r>
            <a:r>
              <a:rPr lang="nb-NO" sz="1400" baseline="0" dirty="0" err="1" smtClean="0"/>
              <a:t>white-box</a:t>
            </a:r>
            <a:r>
              <a:rPr lang="nb-NO" sz="1400" baseline="0" dirty="0" smtClean="0"/>
              <a:t>, </a:t>
            </a:r>
            <a:r>
              <a:rPr lang="nb-NO" sz="1400" baseline="0" dirty="0" err="1" smtClean="0"/>
              <a:t>black</a:t>
            </a:r>
            <a:r>
              <a:rPr lang="nb-NO" sz="1400" baseline="0" dirty="0" smtClean="0"/>
              <a:t> </a:t>
            </a:r>
            <a:r>
              <a:rPr lang="nb-NO" sz="1400" baseline="0" dirty="0" err="1" smtClean="0"/>
              <a:t>box</a:t>
            </a:r>
            <a:endParaRPr lang="nb-NO" sz="1400" baseline="0" dirty="0" smtClean="0"/>
          </a:p>
          <a:p>
            <a:endParaRPr lang="nb-NO" sz="1400" baseline="0" dirty="0" smtClean="0"/>
          </a:p>
          <a:p>
            <a:pPr>
              <a:buNone/>
            </a:pPr>
            <a:r>
              <a:rPr lang="nb-NO" sz="1400" baseline="0" dirty="0" smtClean="0"/>
              <a:t>Service test</a:t>
            </a:r>
          </a:p>
          <a:p>
            <a:pPr marL="216000" marR="0" indent="-216000" defTabSz="914400" rtl="0" eaLnBrk="1" fontAlgn="auto" latinLnBrk="0" hangingPunct="0">
              <a:lnSpc>
                <a:spcPct val="100000"/>
              </a:lnSpc>
              <a:spcBef>
                <a:spcPts val="0"/>
              </a:spcBef>
              <a:spcAft>
                <a:spcPts val="0"/>
              </a:spcAft>
              <a:buClrTx/>
              <a:buSzPct val="45000"/>
              <a:tabLst/>
              <a:defRPr/>
            </a:pPr>
            <a:r>
              <a:rPr lang="nb-NO" sz="1400" baseline="0" dirty="0" smtClean="0"/>
              <a:t>Kan godt utføres i et </a:t>
            </a:r>
            <a:r>
              <a:rPr lang="nb-NO" sz="1400" baseline="0" dirty="0" err="1" smtClean="0"/>
              <a:t>virituellt</a:t>
            </a:r>
            <a:r>
              <a:rPr lang="nb-NO" sz="1400" baseline="0" dirty="0" smtClean="0"/>
              <a:t> miljø. </a:t>
            </a:r>
            <a:r>
              <a:rPr lang="nb-NO" sz="1400" baseline="0" dirty="0" err="1" smtClean="0"/>
              <a:t>Sytem</a:t>
            </a:r>
            <a:r>
              <a:rPr lang="nb-NO" sz="1400" baseline="0" dirty="0" smtClean="0"/>
              <a:t> test vil utføre testene mot et oppsatt miljø.</a:t>
            </a:r>
          </a:p>
          <a:p>
            <a:pPr marL="216000" marR="0" indent="-216000" defTabSz="914400" rtl="0" eaLnBrk="1" fontAlgn="auto" latinLnBrk="0" hangingPunct="0">
              <a:lnSpc>
                <a:spcPct val="100000"/>
              </a:lnSpc>
              <a:spcBef>
                <a:spcPts val="0"/>
              </a:spcBef>
              <a:spcAft>
                <a:spcPts val="0"/>
              </a:spcAft>
              <a:buClrTx/>
              <a:buSzPct val="45000"/>
              <a:buNone/>
              <a:tabLst/>
              <a:defRPr/>
            </a:pPr>
            <a:endParaRPr lang="nb-NO" sz="1400" dirty="0" smtClean="0"/>
          </a:p>
          <a:p>
            <a:pPr>
              <a:buNone/>
            </a:pPr>
            <a:endParaRPr lang="nb-NO" sz="1400" baseline="0" dirty="0" smtClean="0"/>
          </a:p>
          <a:p>
            <a:pPr>
              <a:buNone/>
            </a:pPr>
            <a:r>
              <a:rPr lang="nb-NO" sz="1400" baseline="0" dirty="0" smtClean="0"/>
              <a:t>System test </a:t>
            </a:r>
          </a:p>
          <a:p>
            <a:r>
              <a:rPr lang="nb-NO" sz="1400" baseline="0" dirty="0" smtClean="0"/>
              <a:t>har fokus mot Mennesket maskin interaksjon, og maskin mot maskin interaksjon. </a:t>
            </a:r>
          </a:p>
          <a:p>
            <a:r>
              <a:rPr lang="nb-NO" sz="1400" baseline="0" dirty="0" smtClean="0"/>
              <a:t>Dyre å sette opp, og dyre å automatisere. </a:t>
            </a:r>
          </a:p>
          <a:p>
            <a:r>
              <a:rPr lang="nb-NO" sz="1400" baseline="0" dirty="0" smtClean="0"/>
              <a:t>Sårbare for endringer i miljø eller datainnhold.</a:t>
            </a:r>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19</a:t>
            </a:fld>
            <a:endParaRPr lang="nb-NO"/>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pPr>
              <a:buFont typeface="Arial" charset="0"/>
              <a:buChar char="•"/>
            </a:pPr>
            <a:r>
              <a:rPr lang="nb-NO" dirty="0" smtClean="0"/>
              <a:t>Kjør forskjellige tester til forskjellige tider.</a:t>
            </a:r>
          </a:p>
          <a:p>
            <a:pPr>
              <a:buFont typeface="Arial" charset="0"/>
              <a:buChar char="•"/>
            </a:pPr>
            <a:r>
              <a:rPr lang="nb-NO" dirty="0" smtClean="0"/>
              <a:t>Ikke kjør alle automatiserte tester alltid.</a:t>
            </a:r>
          </a:p>
          <a:p>
            <a:endParaRPr lang="nb-NO"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20</a:t>
            </a:fld>
            <a:endParaRPr lang="nb-NO"/>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r>
              <a:rPr lang="en-US" b="1" dirty="0" smtClean="0"/>
              <a:t>unit tests</a:t>
            </a:r>
            <a:r>
              <a:rPr lang="en-US" dirty="0" smtClean="0"/>
              <a:t>, </a:t>
            </a:r>
            <a:r>
              <a:rPr lang="en-US" b="1" dirty="0" smtClean="0"/>
              <a:t>integration tests</a:t>
            </a:r>
            <a:r>
              <a:rPr lang="en-US" dirty="0" smtClean="0"/>
              <a:t>, </a:t>
            </a:r>
            <a:r>
              <a:rPr lang="en-US" b="1" dirty="0" smtClean="0"/>
              <a:t>system tests</a:t>
            </a:r>
            <a:r>
              <a:rPr lang="en-US" dirty="0" smtClean="0"/>
              <a:t> and </a:t>
            </a:r>
            <a:r>
              <a:rPr lang="en-US" b="1" dirty="0" smtClean="0"/>
              <a:t>acceptance tests</a:t>
            </a:r>
            <a:r>
              <a:rPr lang="en-US" dirty="0" smtClean="0"/>
              <a:t>.</a:t>
            </a:r>
            <a:endParaRPr lang="nb-NO"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21</a:t>
            </a:fld>
            <a:endParaRPr lang="nb-NO"/>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endParaRPr lang="nb-NO"/>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22</a:t>
            </a:fld>
            <a:endParaRPr lang="nb-NO"/>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endParaRPr lang="nb-NO"/>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23</a:t>
            </a:fld>
            <a:endParaRPr lang="nb-NO"/>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lnSpcReduction="10000"/>
          </a:bodyPr>
          <a:lstStyle/>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Det er summen av tester som Verifiserer Forventet Funksjonalitet</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 Som vi har sett kan vi gruppere tester. </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a:t>
            </a:r>
            <a:r>
              <a:rPr lang="nb-NO" sz="1400" baseline="0" dirty="0" smtClean="0"/>
              <a:t> </a:t>
            </a:r>
            <a:r>
              <a:rPr lang="nb-NO" sz="1400" dirty="0" smtClean="0"/>
              <a:t>Det er summen av tester som utgjør en slik gruppe som </a:t>
            </a:r>
            <a:r>
              <a:rPr lang="nb-NO" sz="1400" dirty="0" err="1" smtClean="0"/>
              <a:t>VFF'er</a:t>
            </a:r>
            <a:r>
              <a:rPr lang="nb-NO" sz="1400" dirty="0" smtClean="0"/>
              <a:t> et </a:t>
            </a:r>
            <a:r>
              <a:rPr lang="nb-NO" sz="1400" dirty="0" err="1" smtClean="0"/>
              <a:t>UseCase</a:t>
            </a:r>
            <a:endParaRPr lang="nb-NO" sz="1400" dirty="0" smtClean="0"/>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 Dette er jo naturlig i dag (implisitt)</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 Utfordre dette i spektret mellom Manuelle tester og Enhetstester.</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endParaRPr lang="nb-NO" sz="1400" dirty="0" smtClean="0"/>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r>
              <a:rPr lang="nb-NO" sz="1400" dirty="0" smtClean="0"/>
              <a:t>Mangler 3 design prinsipper</a:t>
            </a:r>
            <a:endParaRPr lang="nb-NO" sz="1400" b="0" i="0" u="none" strike="noStrike" baseline="0" dirty="0" smtClean="0">
              <a:ln>
                <a:noFill/>
              </a:ln>
              <a:latin typeface="Albany" pitchFamily="18"/>
              <a:cs typeface="Tahoma" pitchFamily="2"/>
            </a:endParaRPr>
          </a:p>
          <a:p>
            <a:pPr marL="457200" marR="0" indent="-457200" defTabSz="914400" rtl="0" eaLnBrk="1" fontAlgn="auto" latinLnBrk="0" hangingPunct="0">
              <a:lnSpc>
                <a:spcPct val="100000"/>
              </a:lnSpc>
              <a:spcBef>
                <a:spcPts val="0"/>
              </a:spcBef>
              <a:spcAft>
                <a:spcPts val="0"/>
              </a:spcAft>
              <a:buClrTx/>
              <a:buSzPct val="45000"/>
              <a:tabLst/>
              <a:defRPr/>
            </a:pPr>
            <a:r>
              <a:rPr lang="nb-NO" sz="1400" b="0" i="0" u="none" strike="noStrike" baseline="0" dirty="0" smtClean="0">
                <a:ln>
                  <a:noFill/>
                </a:ln>
                <a:latin typeface="Albany" pitchFamily="18"/>
                <a:cs typeface="Tahoma" pitchFamily="2"/>
              </a:rPr>
              <a:t>DP4. Velg den testmetode som gir lavest kost i levetiden til prosjektet.</a:t>
            </a:r>
          </a:p>
          <a:p>
            <a:pPr marL="457200" marR="0" indent="-457200" defTabSz="914400" rtl="0" eaLnBrk="1" fontAlgn="auto" latinLnBrk="0" hangingPunct="0">
              <a:lnSpc>
                <a:spcPct val="100000"/>
              </a:lnSpc>
              <a:spcBef>
                <a:spcPts val="0"/>
              </a:spcBef>
              <a:spcAft>
                <a:spcPts val="0"/>
              </a:spcAft>
              <a:buClrTx/>
              <a:buSzPct val="45000"/>
              <a:tabLst/>
              <a:defRPr/>
            </a:pPr>
            <a:r>
              <a:rPr lang="nb-NO" sz="1400" b="0" i="0" u="none" strike="noStrike" baseline="0" dirty="0" smtClean="0">
                <a:ln>
                  <a:noFill/>
                </a:ln>
                <a:latin typeface="Albany" pitchFamily="18"/>
                <a:cs typeface="Tahoma" pitchFamily="2"/>
              </a:rPr>
              <a:t>DP5. Test og testrapporter har </a:t>
            </a:r>
            <a:r>
              <a:rPr lang="nb-NO" sz="1400" b="0" i="0" u="none" strike="noStrike" baseline="0" dirty="0" err="1" smtClean="0">
                <a:ln>
                  <a:noFill/>
                </a:ln>
                <a:latin typeface="Albany" pitchFamily="18"/>
                <a:cs typeface="Tahoma" pitchFamily="2"/>
              </a:rPr>
              <a:t>forskjelig</a:t>
            </a:r>
            <a:r>
              <a:rPr lang="nb-NO" sz="1400" b="0" i="0" u="none" strike="noStrike" baseline="0" dirty="0" smtClean="0">
                <a:ln>
                  <a:noFill/>
                </a:ln>
                <a:latin typeface="Albany" pitchFamily="18"/>
                <a:cs typeface="Tahoma" pitchFamily="2"/>
              </a:rPr>
              <a:t> publikum.</a:t>
            </a: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endParaRPr lang="nb-NO" sz="1400" b="0" i="0" u="none" strike="noStrike" dirty="0" smtClean="0">
              <a:ln>
                <a:noFill/>
              </a:ln>
              <a:latin typeface="Albany" pitchFamily="18"/>
              <a:cs typeface="Tahoma" pitchFamily="2"/>
            </a:endParaRPr>
          </a:p>
          <a:p>
            <a:pPr marL="216000" marR="0" indent="-216000" defTabSz="914400" rtl="0" eaLnBrk="1" fontAlgn="auto" latinLnBrk="0" hangingPunct="0">
              <a:lnSpc>
                <a:spcPct val="100000"/>
              </a:lnSpc>
              <a:spcBef>
                <a:spcPts val="0"/>
              </a:spcBef>
              <a:spcAft>
                <a:spcPts val="0"/>
              </a:spcAft>
              <a:buClrTx/>
              <a:buSzPct val="45000"/>
              <a:buFont typeface="StarSymbol"/>
              <a:buNone/>
              <a:tabLst/>
              <a:defRPr/>
            </a:pPr>
            <a:endParaRPr lang="nb-NO" sz="1400" b="0" i="0" u="none" strike="noStrike" dirty="0" smtClean="0">
              <a:ln>
                <a:noFill/>
              </a:ln>
              <a:latin typeface="Albany" pitchFamily="18"/>
              <a:cs typeface="Tahoma" pitchFamily="2"/>
            </a:endParaRPr>
          </a:p>
          <a:p>
            <a:pPr>
              <a:buNone/>
            </a:pPr>
            <a:endParaRPr lang="nb-NO" sz="14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24</a:t>
            </a:fld>
            <a:endParaRPr lang="nb-NO"/>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fontScale="70000" lnSpcReduction="20000"/>
          </a:bodyPr>
          <a:lstStyle/>
          <a:p>
            <a:pPr>
              <a:buNone/>
            </a:pPr>
            <a:r>
              <a:rPr lang="nb-NO" sz="1400" b="1" dirty="0" smtClean="0"/>
              <a:t>DP4 Test har en pris</a:t>
            </a:r>
          </a:p>
          <a:p>
            <a:pPr lvl="1"/>
            <a:r>
              <a:rPr lang="nb-NO" sz="1400" dirty="0" smtClean="0"/>
              <a:t>Tid det tar å kjøre testen.</a:t>
            </a:r>
          </a:p>
          <a:p>
            <a:pPr lvl="1"/>
            <a:r>
              <a:rPr lang="nb-NO" sz="1400" dirty="0" smtClean="0"/>
              <a:t>Oppsett av testmiljø.</a:t>
            </a:r>
          </a:p>
          <a:p>
            <a:pPr lvl="1"/>
            <a:r>
              <a:rPr lang="nb-NO" sz="1400" dirty="0" smtClean="0"/>
              <a:t>Forbruk av ressurser</a:t>
            </a:r>
          </a:p>
          <a:p>
            <a:pPr>
              <a:buFont typeface="Arial" charset="0"/>
              <a:buNone/>
            </a:pPr>
            <a:r>
              <a:rPr lang="nb-NO" sz="1400" dirty="0" smtClean="0"/>
              <a:t>Eksempler på forbruk av ressurser:</a:t>
            </a:r>
          </a:p>
          <a:p>
            <a:pPr>
              <a:buFontTx/>
              <a:buChar char="-"/>
            </a:pPr>
            <a:r>
              <a:rPr lang="nb-NO" sz="1400" dirty="0" smtClean="0"/>
              <a:t>Tid</a:t>
            </a:r>
            <a:r>
              <a:rPr lang="nb-NO" sz="1400" baseline="0" dirty="0" smtClean="0"/>
              <a:t> i CPU på stormaskin (MIPS)</a:t>
            </a:r>
          </a:p>
          <a:p>
            <a:pPr>
              <a:buFontTx/>
              <a:buChar char="-"/>
            </a:pPr>
            <a:r>
              <a:rPr lang="nb-NO" sz="1400" baseline="0" dirty="0" smtClean="0"/>
              <a:t>Oppslag mot ekstern ressurs, som Dun &amp; </a:t>
            </a:r>
            <a:r>
              <a:rPr lang="nb-NO" sz="1400" baseline="0" dirty="0" err="1" smtClean="0"/>
              <a:t>Bradstreet</a:t>
            </a:r>
            <a:endParaRPr lang="nb-NO" sz="1400" baseline="0" dirty="0" smtClean="0"/>
          </a:p>
          <a:p>
            <a:pPr>
              <a:buFontTx/>
              <a:buChar char="-"/>
            </a:pPr>
            <a:endParaRPr lang="nb-NO" sz="1400" baseline="0" dirty="0" smtClean="0"/>
          </a:p>
          <a:p>
            <a:pPr>
              <a:buFontTx/>
              <a:buNone/>
            </a:pPr>
            <a:r>
              <a:rPr lang="nb-NO" sz="1400" b="1" dirty="0" smtClean="0"/>
              <a:t>DP5. Test og testrapporter har forskjellig publikum</a:t>
            </a:r>
          </a:p>
          <a:p>
            <a:pPr>
              <a:buFontTx/>
              <a:buNone/>
            </a:pPr>
            <a:endParaRPr lang="nb-NO" sz="1400" dirty="0" smtClean="0"/>
          </a:p>
          <a:p>
            <a:pPr>
              <a:buFontTx/>
              <a:buNone/>
            </a:pPr>
            <a:r>
              <a:rPr lang="nb-NO" sz="1400" dirty="0" smtClean="0"/>
              <a:t>Utvikler</a:t>
            </a:r>
          </a:p>
          <a:p>
            <a:pPr>
              <a:buFont typeface="Arial" charset="0"/>
              <a:buChar char="•"/>
            </a:pPr>
            <a:r>
              <a:rPr lang="nb-NO" sz="1400" dirty="0" smtClean="0"/>
              <a:t>Fungerer koden? Lager min kode krøll</a:t>
            </a:r>
            <a:r>
              <a:rPr lang="nb-NO" sz="1400" baseline="0" dirty="0" smtClean="0"/>
              <a:t> for noen andre utviklere?</a:t>
            </a:r>
            <a:endParaRPr lang="nb-NO" sz="1400" dirty="0" smtClean="0"/>
          </a:p>
          <a:p>
            <a:pPr>
              <a:buFont typeface="Arial" charset="0"/>
              <a:buNone/>
            </a:pPr>
            <a:r>
              <a:rPr lang="nb-NO" sz="1400" dirty="0" smtClean="0"/>
              <a:t>Prosjektleder og produkteier</a:t>
            </a:r>
          </a:p>
          <a:p>
            <a:pPr>
              <a:buFont typeface="Arial" charset="0"/>
              <a:buChar char="•"/>
            </a:pPr>
            <a:r>
              <a:rPr lang="nb-NO" sz="1400" dirty="0" smtClean="0"/>
              <a:t>Fungerer funksjonaliteten?</a:t>
            </a:r>
          </a:p>
          <a:p>
            <a:pPr>
              <a:buFont typeface="Arial" charset="0"/>
              <a:buNone/>
            </a:pPr>
            <a:r>
              <a:rPr lang="nb-NO" sz="1400" dirty="0" smtClean="0"/>
              <a:t>Tilgang på ressurser</a:t>
            </a:r>
          </a:p>
          <a:p>
            <a:pPr>
              <a:buFontTx/>
              <a:buNone/>
            </a:pPr>
            <a:r>
              <a:rPr lang="nb-NO" sz="1400" dirty="0" err="1" smtClean="0"/>
              <a:t>Akseptansekriterie</a:t>
            </a:r>
            <a:endParaRPr lang="nb-NO" sz="1400" dirty="0" smtClean="0"/>
          </a:p>
          <a:p>
            <a:pPr>
              <a:buFont typeface="Arial" charset="0"/>
              <a:buChar char="•"/>
            </a:pPr>
            <a:r>
              <a:rPr lang="nb-NO" sz="1400" dirty="0" smtClean="0"/>
              <a:t>Kjøres før vi går i </a:t>
            </a:r>
            <a:r>
              <a:rPr lang="nb-NO" sz="1400" dirty="0" err="1" smtClean="0"/>
              <a:t>prod</a:t>
            </a:r>
            <a:endParaRPr lang="nb-NO" sz="1400" dirty="0" smtClean="0"/>
          </a:p>
          <a:p>
            <a:pPr>
              <a:buFont typeface="Arial" charset="0"/>
              <a:buChar char="•"/>
            </a:pPr>
            <a:r>
              <a:rPr lang="nb-NO" sz="1400" dirty="0" smtClean="0"/>
              <a:t>Tilstrekkelig verifikasjon til å gå i </a:t>
            </a:r>
            <a:r>
              <a:rPr lang="nb-NO" sz="1400" dirty="0" err="1" smtClean="0"/>
              <a:t>prod</a:t>
            </a:r>
            <a:r>
              <a:rPr lang="nb-NO" sz="1400" dirty="0" smtClean="0"/>
              <a:t>.</a:t>
            </a:r>
          </a:p>
          <a:p>
            <a:pPr>
              <a:buFont typeface="Arial" charset="0"/>
              <a:buNone/>
            </a:pPr>
            <a:endParaRPr lang="nb-NO" sz="1400" dirty="0" smtClean="0"/>
          </a:p>
          <a:p>
            <a:pPr>
              <a:buFontTx/>
              <a:buNone/>
            </a:pPr>
            <a:r>
              <a:rPr lang="nb-NO" sz="1400" dirty="0" smtClean="0"/>
              <a:t>Grupper er virkemiddel for å løse dette prinsippet.</a:t>
            </a:r>
          </a:p>
          <a:p>
            <a:pPr>
              <a:buNone/>
            </a:pPr>
            <a:endParaRPr lang="nb-NO" sz="1400"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25</a:t>
            </a:fld>
            <a:endParaRPr lang="nb-NO"/>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r>
              <a:rPr lang="nb-NO" dirty="0" smtClean="0"/>
              <a:t>Kommunikasjon</a:t>
            </a:r>
          </a:p>
          <a:p>
            <a:endParaRPr lang="nb-NO" dirty="0" smtClean="0"/>
          </a:p>
          <a:p>
            <a:r>
              <a:rPr lang="nb-NO" dirty="0" smtClean="0"/>
              <a:t>6.1 Oppdeling i grupper bidrar til en mer presis kommunikasjon</a:t>
            </a:r>
          </a:p>
          <a:p>
            <a:endParaRPr lang="nb-NO" dirty="0" smtClean="0"/>
          </a:p>
          <a:p>
            <a:r>
              <a:rPr lang="nb-NO" dirty="0" smtClean="0"/>
              <a:t>6.1.1 Hva er en Integrasjonstest?</a:t>
            </a:r>
            <a:endParaRPr lang="nb-NO"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26</a:t>
            </a:fld>
            <a:endParaRPr lang="nb-NO"/>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r>
              <a:rPr lang="nb-NO" dirty="0" smtClean="0"/>
              <a:t>Ny på teamet/Driftsperspektiv</a:t>
            </a:r>
          </a:p>
          <a:p>
            <a:endParaRPr lang="nb-NO" dirty="0" smtClean="0"/>
          </a:p>
          <a:p>
            <a:r>
              <a:rPr lang="nb-NO" dirty="0" smtClean="0"/>
              <a:t>7.1 Bruke mindre tid på å oppdage feilen</a:t>
            </a:r>
          </a:p>
          <a:p>
            <a:endParaRPr lang="nb-NO" dirty="0" smtClean="0"/>
          </a:p>
          <a:p>
            <a:r>
              <a:rPr lang="nb-NO" dirty="0" smtClean="0"/>
              <a:t>7.2 Bruk mindre tid på å finne årsak til feilen.</a:t>
            </a:r>
            <a:endParaRPr lang="nb-NO" dirty="0"/>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27</a:t>
            </a:fld>
            <a:endParaRPr lang="nb-NO"/>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endParaRPr lang="nb-NO"/>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28</a:t>
            </a:fld>
            <a:endParaRPr lang="nb-NO"/>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1106488" y="812800"/>
            <a:ext cx="5345112" cy="4008438"/>
          </a:xfrm>
        </p:spPr>
      </p:sp>
      <p:sp>
        <p:nvSpPr>
          <p:cNvPr id="3" name="Plassholder for notater 2"/>
          <p:cNvSpPr>
            <a:spLocks noGrp="1"/>
          </p:cNvSpPr>
          <p:nvPr>
            <p:ph type="body" idx="1"/>
          </p:nvPr>
        </p:nvSpPr>
        <p:spPr/>
        <p:txBody>
          <a:bodyPr>
            <a:normAutofit/>
          </a:bodyPr>
          <a:lstStyle/>
          <a:p>
            <a:endParaRPr lang="nb-NO"/>
          </a:p>
        </p:txBody>
      </p:sp>
      <p:sp>
        <p:nvSpPr>
          <p:cNvPr id="4" name="Plassholder for lysbildenummer 3"/>
          <p:cNvSpPr>
            <a:spLocks noGrp="1"/>
          </p:cNvSpPr>
          <p:nvPr>
            <p:ph type="sldNum" sz="quarter" idx="10"/>
          </p:nvPr>
        </p:nvSpPr>
        <p:spPr/>
        <p:txBody>
          <a:bodyPr/>
          <a:lstStyle/>
          <a:p>
            <a:pPr lvl="0"/>
            <a:fld id="{1A1D7B32-A205-4C72-890C-FDFCDD6F4F7D}" type="slidenum">
              <a:rPr lang="nb-NO" smtClean="0"/>
              <a:pPr lvl="0"/>
              <a:t>29</a:t>
            </a:fld>
            <a:endParaRPr lang="nb-N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tellysbilde">
    <p:spTree>
      <p:nvGrpSpPr>
        <p:cNvPr id="1" name=""/>
        <p:cNvGrpSpPr/>
        <p:nvPr/>
      </p:nvGrpSpPr>
      <p:grpSpPr>
        <a:xfrm>
          <a:off x="0" y="0"/>
          <a:ext cx="0" cy="0"/>
          <a:chOff x="0" y="0"/>
          <a:chExt cx="0" cy="0"/>
        </a:xfrm>
      </p:grpSpPr>
      <p:sp>
        <p:nvSpPr>
          <p:cNvPr id="569350" name="Rectangle 6"/>
          <p:cNvSpPr>
            <a:spLocks noGrp="1" noChangeArrowheads="1"/>
          </p:cNvSpPr>
          <p:nvPr>
            <p:ph type="ctrTitle"/>
          </p:nvPr>
        </p:nvSpPr>
        <p:spPr>
          <a:xfrm>
            <a:off x="3254362" y="2708267"/>
            <a:ext cx="6225135" cy="419982"/>
          </a:xfrm>
        </p:spPr>
        <p:txBody>
          <a:bodyPr lIns="100794" tIns="50397" rIns="100794" bIns="50397" anchor="ctr"/>
          <a:lstStyle>
            <a:lvl1pPr>
              <a:defRPr sz="3200"/>
            </a:lvl1pPr>
          </a:lstStyle>
          <a:p>
            <a:r>
              <a:rPr lang="nb-NO" dirty="0" smtClean="0"/>
              <a:t>Klikk for å redigere tittelstil</a:t>
            </a:r>
            <a:endParaRPr lang="en-US" dirty="0"/>
          </a:p>
        </p:txBody>
      </p:sp>
      <p:sp>
        <p:nvSpPr>
          <p:cNvPr id="569351" name="Rectangle 7"/>
          <p:cNvSpPr>
            <a:spLocks noGrp="1" noChangeArrowheads="1"/>
          </p:cNvSpPr>
          <p:nvPr>
            <p:ph type="subTitle" sz="quarter" idx="1"/>
          </p:nvPr>
        </p:nvSpPr>
        <p:spPr>
          <a:xfrm>
            <a:off x="3254361" y="3128249"/>
            <a:ext cx="6216385" cy="419982"/>
          </a:xfrm>
          <a:ln/>
        </p:spPr>
        <p:txBody>
          <a:bodyPr lIns="100794" tIns="50397" rIns="100794" bIns="50397"/>
          <a:lstStyle>
            <a:lvl1pPr>
              <a:defRPr sz="1800" i="1"/>
            </a:lvl1pPr>
          </a:lstStyle>
          <a:p>
            <a:r>
              <a:rPr lang="nb-NO" dirty="0" smtClean="0"/>
              <a:t>Klikk for å redigere undertittelstil i malen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Klikk for å redigere tittelstil</a:t>
            </a:r>
            <a:endParaRPr lang="nb-NO" dirty="0"/>
          </a:p>
        </p:txBody>
      </p:sp>
      <p:sp>
        <p:nvSpPr>
          <p:cNvPr id="3" name="Plassholder for innhold 2"/>
          <p:cNvSpPr>
            <a:spLocks noGrp="1"/>
          </p:cNvSpPr>
          <p:nvPr>
            <p:ph idx="1"/>
          </p:nvPr>
        </p:nvSpPr>
        <p:spPr/>
        <p:txBody>
          <a:bodyPr/>
          <a:lstStyle/>
          <a:p>
            <a:pPr lvl="0"/>
            <a:r>
              <a:rPr lang="nb-NO" dirty="0" smtClean="0"/>
              <a:t>Klikk for å redigere tekststiler i malen</a:t>
            </a:r>
          </a:p>
          <a:p>
            <a:pPr lvl="1"/>
            <a:r>
              <a:rPr lang="nb-NO" dirty="0" smtClean="0"/>
              <a:t>Andre nivå</a:t>
            </a:r>
          </a:p>
          <a:p>
            <a:pPr lvl="2"/>
            <a:r>
              <a:rPr lang="nb-NO" dirty="0" smtClean="0"/>
              <a:t>Tredje nivå</a:t>
            </a:r>
          </a:p>
          <a:p>
            <a:pPr lvl="3"/>
            <a:r>
              <a:rPr lang="nb-NO" dirty="0" smtClean="0"/>
              <a:t>Fjerde nivå</a:t>
            </a:r>
          </a:p>
          <a:p>
            <a:pPr lvl="4"/>
            <a:r>
              <a:rPr lang="nb-NO" dirty="0" smtClean="0"/>
              <a:t>Femte nivå</a:t>
            </a:r>
            <a:endParaRPr lang="nb-NO" dirty="0"/>
          </a:p>
        </p:txBody>
      </p:sp>
      <p:sp>
        <p:nvSpPr>
          <p:cNvPr id="7" name="Plassholder for dato 6"/>
          <p:cNvSpPr>
            <a:spLocks noGrp="1"/>
          </p:cNvSpPr>
          <p:nvPr>
            <p:ph type="dt" sz="half" idx="10"/>
          </p:nvPr>
        </p:nvSpPr>
        <p:spPr/>
        <p:txBody>
          <a:bodyPr/>
          <a:lstStyle/>
          <a:p>
            <a:pPr lvl="0"/>
            <a:endParaRPr lang="nb-NO"/>
          </a:p>
        </p:txBody>
      </p:sp>
      <p:sp>
        <p:nvSpPr>
          <p:cNvPr id="8" name="Plassholder for lysbildenummer 7"/>
          <p:cNvSpPr>
            <a:spLocks noGrp="1"/>
          </p:cNvSpPr>
          <p:nvPr>
            <p:ph type="sldNum" sz="quarter" idx="11"/>
          </p:nvPr>
        </p:nvSpPr>
        <p:spPr/>
        <p:txBody>
          <a:bodyPr/>
          <a:lstStyle/>
          <a:p>
            <a:pPr lvl="0"/>
            <a:fld id="{93B7431B-69D6-4FEC-B3B1-56B7DCF8BD30}" type="slidenum">
              <a:rPr lang="nb-NO" smtClean="0"/>
              <a:pPr lvl="0"/>
              <a:t>‹#›</a:t>
            </a:fld>
            <a:endParaRPr lang="nb-NO"/>
          </a:p>
        </p:txBody>
      </p:sp>
      <p:sp>
        <p:nvSpPr>
          <p:cNvPr id="9" name="Plassholder for bunntekst 8"/>
          <p:cNvSpPr>
            <a:spLocks noGrp="1"/>
          </p:cNvSpPr>
          <p:nvPr>
            <p:ph type="ftr" sz="quarter" idx="12"/>
          </p:nvPr>
        </p:nvSpPr>
        <p:spPr/>
        <p:txBody>
          <a:bodyPr/>
          <a:lstStyle/>
          <a:p>
            <a:r>
              <a:rPr lang="nb-NO" smtClean="0"/>
              <a:t>JigZaw - Verifsiser Forventet Funksjonalitet</a:t>
            </a:r>
            <a:endParaRPr lang="nb-N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ndelingsoverskrift">
    <p:spTree>
      <p:nvGrpSpPr>
        <p:cNvPr id="1" name=""/>
        <p:cNvGrpSpPr/>
        <p:nvPr/>
      </p:nvGrpSpPr>
      <p:grpSpPr>
        <a:xfrm>
          <a:off x="0" y="0"/>
          <a:ext cx="0" cy="0"/>
          <a:chOff x="0" y="0"/>
          <a:chExt cx="0" cy="0"/>
        </a:xfrm>
      </p:grpSpPr>
      <p:sp>
        <p:nvSpPr>
          <p:cNvPr id="2" name="Tittel 1"/>
          <p:cNvSpPr>
            <a:spLocks noGrp="1"/>
          </p:cNvSpPr>
          <p:nvPr>
            <p:ph type="title"/>
          </p:nvPr>
        </p:nvSpPr>
        <p:spPr>
          <a:xfrm>
            <a:off x="796300" y="4857792"/>
            <a:ext cx="8568531" cy="1501435"/>
          </a:xfrm>
        </p:spPr>
        <p:txBody>
          <a:bodyPr/>
          <a:lstStyle>
            <a:lvl1pPr algn="l">
              <a:defRPr sz="4400" b="1" cap="all"/>
            </a:lvl1pPr>
          </a:lstStyle>
          <a:p>
            <a:r>
              <a:rPr lang="nb-NO" smtClean="0"/>
              <a:t>Klikk for å redigere tittelstil</a:t>
            </a:r>
            <a:endParaRPr lang="nb-NO"/>
          </a:p>
        </p:txBody>
      </p:sp>
      <p:sp>
        <p:nvSpPr>
          <p:cNvPr id="3" name="Plassholder for tekst 2"/>
          <p:cNvSpPr>
            <a:spLocks noGrp="1"/>
          </p:cNvSpPr>
          <p:nvPr>
            <p:ph type="body" idx="1"/>
          </p:nvPr>
        </p:nvSpPr>
        <p:spPr>
          <a:xfrm>
            <a:off x="796300" y="3204114"/>
            <a:ext cx="8568531" cy="1653678"/>
          </a:xfrm>
        </p:spPr>
        <p:txBody>
          <a:bodyPr anchor="b"/>
          <a:lstStyle>
            <a:lvl1pPr marL="0" indent="0">
              <a:buNone/>
              <a:defRPr sz="2200"/>
            </a:lvl1pPr>
            <a:lvl2pPr marL="503972" indent="0">
              <a:buNone/>
              <a:defRPr sz="2000"/>
            </a:lvl2pPr>
            <a:lvl3pPr marL="1007943" indent="0">
              <a:buNone/>
              <a:defRPr sz="1800"/>
            </a:lvl3pPr>
            <a:lvl4pPr marL="1511915" indent="0">
              <a:buNone/>
              <a:defRPr sz="1500"/>
            </a:lvl4pPr>
            <a:lvl5pPr marL="2015886" indent="0">
              <a:buNone/>
              <a:defRPr sz="1500"/>
            </a:lvl5pPr>
            <a:lvl6pPr marL="2519858" indent="0">
              <a:buNone/>
              <a:defRPr sz="1500"/>
            </a:lvl6pPr>
            <a:lvl7pPr marL="3023829" indent="0">
              <a:buNone/>
              <a:defRPr sz="1500"/>
            </a:lvl7pPr>
            <a:lvl8pPr marL="3527801" indent="0">
              <a:buNone/>
              <a:defRPr sz="1500"/>
            </a:lvl8pPr>
            <a:lvl9pPr marL="4031772" indent="0">
              <a:buNone/>
              <a:defRPr sz="1500"/>
            </a:lvl9pPr>
          </a:lstStyle>
          <a:p>
            <a:pPr lvl="0"/>
            <a:r>
              <a:rPr lang="nb-NO" smtClean="0"/>
              <a:t>Klikk for å redigere tekststiler i malen</a:t>
            </a:r>
          </a:p>
        </p:txBody>
      </p:sp>
      <p:sp>
        <p:nvSpPr>
          <p:cNvPr id="4" name="Plassholder for lysbildenummer 3"/>
          <p:cNvSpPr>
            <a:spLocks noGrp="1"/>
          </p:cNvSpPr>
          <p:nvPr>
            <p:ph type="sldNum" sz="quarter" idx="10"/>
          </p:nvPr>
        </p:nvSpPr>
        <p:spPr/>
        <p:txBody>
          <a:bodyPr/>
          <a:lstStyle>
            <a:lvl1pPr>
              <a:defRPr/>
            </a:lvl1pPr>
          </a:lstStyle>
          <a:p>
            <a:pPr lvl="0"/>
            <a:fld id="{F17B55A5-0EFF-4464-9577-8B1275A7F869}" type="slidenum">
              <a:rPr lang="nb-NO" smtClean="0"/>
              <a:pPr lvl="0"/>
              <a:t>‹#›</a:t>
            </a:fld>
            <a:endParaRPr lang="nb-NO"/>
          </a:p>
        </p:txBody>
      </p:sp>
      <p:sp>
        <p:nvSpPr>
          <p:cNvPr id="5" name="Plassholder for dato 4"/>
          <p:cNvSpPr>
            <a:spLocks noGrp="1"/>
          </p:cNvSpPr>
          <p:nvPr>
            <p:ph type="dt" sz="half" idx="11"/>
          </p:nvPr>
        </p:nvSpPr>
        <p:spPr/>
        <p:txBody>
          <a:bodyPr/>
          <a:lstStyle>
            <a:lvl1pPr>
              <a:defRPr/>
            </a:lvl1pPr>
          </a:lstStyle>
          <a:p>
            <a:pPr lvl="0"/>
            <a:endParaRPr lang="nb-NO"/>
          </a:p>
        </p:txBody>
      </p:sp>
      <p:sp>
        <p:nvSpPr>
          <p:cNvPr id="6" name="Plassholder for bunntekst 5"/>
          <p:cNvSpPr>
            <a:spLocks noGrp="1"/>
          </p:cNvSpPr>
          <p:nvPr>
            <p:ph type="ftr" sz="quarter" idx="12"/>
          </p:nvPr>
        </p:nvSpPr>
        <p:spPr/>
        <p:txBody>
          <a:bodyPr/>
          <a:lstStyle/>
          <a:p>
            <a:r>
              <a:rPr lang="nb-NO" smtClean="0"/>
              <a:t>JigZaw - Verifsiser Forventet Funksjonalitet</a:t>
            </a:r>
            <a:endParaRPr lang="nb-N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Klikk for å redigere tittelstil</a:t>
            </a:r>
            <a:endParaRPr lang="nb-NO"/>
          </a:p>
        </p:txBody>
      </p:sp>
      <p:sp>
        <p:nvSpPr>
          <p:cNvPr id="3" name="Plassholder for innhold 2"/>
          <p:cNvSpPr>
            <a:spLocks noGrp="1"/>
          </p:cNvSpPr>
          <p:nvPr>
            <p:ph sz="half" idx="1"/>
          </p:nvPr>
        </p:nvSpPr>
        <p:spPr>
          <a:xfrm>
            <a:off x="516283" y="1795423"/>
            <a:ext cx="4079502" cy="4619801"/>
          </a:xfrm>
        </p:spPr>
        <p:txBody>
          <a:bodyPr/>
          <a:lstStyle>
            <a:lvl1pPr>
              <a:defRPr sz="3100"/>
            </a:lvl1pPr>
            <a:lvl2pPr>
              <a:defRPr sz="2600"/>
            </a:lvl2pPr>
            <a:lvl3pPr>
              <a:defRPr sz="2200"/>
            </a:lvl3pPr>
            <a:lvl4pPr>
              <a:defRPr sz="2000"/>
            </a:lvl4pPr>
            <a:lvl5pPr>
              <a:defRPr sz="2000"/>
            </a:lvl5pPr>
            <a:lvl6pPr>
              <a:defRPr sz="2000"/>
            </a:lvl6pPr>
            <a:lvl7pPr>
              <a:defRPr sz="2000"/>
            </a:lvl7pPr>
            <a:lvl8pPr>
              <a:defRPr sz="2000"/>
            </a:lvl8pPr>
            <a:lvl9pPr>
              <a:defRPr sz="20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innhold 3"/>
          <p:cNvSpPr>
            <a:spLocks noGrp="1"/>
          </p:cNvSpPr>
          <p:nvPr>
            <p:ph sz="half" idx="2"/>
          </p:nvPr>
        </p:nvSpPr>
        <p:spPr>
          <a:xfrm>
            <a:off x="4763795" y="1795423"/>
            <a:ext cx="4081253" cy="4619801"/>
          </a:xfrm>
        </p:spPr>
        <p:txBody>
          <a:bodyPr/>
          <a:lstStyle>
            <a:lvl1pPr>
              <a:defRPr sz="3100"/>
            </a:lvl1pPr>
            <a:lvl2pPr>
              <a:defRPr sz="2600"/>
            </a:lvl2pPr>
            <a:lvl3pPr>
              <a:defRPr sz="2200"/>
            </a:lvl3pPr>
            <a:lvl4pPr>
              <a:defRPr sz="2000"/>
            </a:lvl4pPr>
            <a:lvl5pPr>
              <a:defRPr sz="2000"/>
            </a:lvl5pPr>
            <a:lvl6pPr>
              <a:defRPr sz="2000"/>
            </a:lvl6pPr>
            <a:lvl7pPr>
              <a:defRPr sz="2000"/>
            </a:lvl7pPr>
            <a:lvl8pPr>
              <a:defRPr sz="2000"/>
            </a:lvl8pPr>
            <a:lvl9pPr>
              <a:defRPr sz="20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5" name="Plassholder for lysbildenummer 4"/>
          <p:cNvSpPr>
            <a:spLocks noGrp="1"/>
          </p:cNvSpPr>
          <p:nvPr>
            <p:ph type="sldNum" sz="quarter" idx="10"/>
          </p:nvPr>
        </p:nvSpPr>
        <p:spPr/>
        <p:txBody>
          <a:bodyPr/>
          <a:lstStyle>
            <a:lvl1pPr>
              <a:defRPr/>
            </a:lvl1pPr>
          </a:lstStyle>
          <a:p>
            <a:pPr lvl="0"/>
            <a:fld id="{275DC887-255A-41E9-9F05-DCB9EAD74305}" type="slidenum">
              <a:rPr lang="nb-NO" smtClean="0"/>
              <a:pPr lvl="0"/>
              <a:t>‹#›</a:t>
            </a:fld>
            <a:endParaRPr lang="nb-NO"/>
          </a:p>
        </p:txBody>
      </p:sp>
      <p:sp>
        <p:nvSpPr>
          <p:cNvPr id="6" name="Plassholder for dato 5"/>
          <p:cNvSpPr>
            <a:spLocks noGrp="1"/>
          </p:cNvSpPr>
          <p:nvPr>
            <p:ph type="dt" sz="half" idx="11"/>
          </p:nvPr>
        </p:nvSpPr>
        <p:spPr/>
        <p:txBody>
          <a:bodyPr/>
          <a:lstStyle>
            <a:lvl1pPr>
              <a:defRPr/>
            </a:lvl1pPr>
          </a:lstStyle>
          <a:p>
            <a:pPr lvl="0"/>
            <a:endParaRPr lang="nb-NO"/>
          </a:p>
        </p:txBody>
      </p:sp>
      <p:sp>
        <p:nvSpPr>
          <p:cNvPr id="7" name="Plassholder for bunntekst 6"/>
          <p:cNvSpPr>
            <a:spLocks noGrp="1"/>
          </p:cNvSpPr>
          <p:nvPr>
            <p:ph type="ftr" sz="quarter" idx="12"/>
          </p:nvPr>
        </p:nvSpPr>
        <p:spPr/>
        <p:txBody>
          <a:bodyPr/>
          <a:lstStyle/>
          <a:p>
            <a:r>
              <a:rPr lang="nb-NO" smtClean="0"/>
              <a:t>JigZaw - Verifsiser Forventet Funksjonalitet</a:t>
            </a:r>
            <a:endParaRPr lang="nb-N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504031" y="302737"/>
            <a:ext cx="9072563" cy="1259946"/>
          </a:xfrm>
        </p:spPr>
        <p:txBody>
          <a:bodyPr/>
          <a:lstStyle>
            <a:lvl1pPr>
              <a:defRPr/>
            </a:lvl1pPr>
          </a:lstStyle>
          <a:p>
            <a:r>
              <a:rPr lang="nb-NO" smtClean="0"/>
              <a:t>Klikk for å redigere tittelstil</a:t>
            </a:r>
            <a:endParaRPr lang="nb-NO"/>
          </a:p>
        </p:txBody>
      </p:sp>
      <p:sp>
        <p:nvSpPr>
          <p:cNvPr id="3" name="Plassholder for tekst 2"/>
          <p:cNvSpPr>
            <a:spLocks noGrp="1"/>
          </p:cNvSpPr>
          <p:nvPr>
            <p:ph type="body" idx="1"/>
          </p:nvPr>
        </p:nvSpPr>
        <p:spPr>
          <a:xfrm>
            <a:off x="504031" y="1692178"/>
            <a:ext cx="4454027" cy="705219"/>
          </a:xfrm>
        </p:spPr>
        <p:txBody>
          <a:bodyPr anchor="b"/>
          <a:lstStyle>
            <a:lvl1pPr marL="0" indent="0">
              <a:buNone/>
              <a:defRPr sz="2600" b="1"/>
            </a:lvl1pPr>
            <a:lvl2pPr marL="503972" indent="0">
              <a:buNone/>
              <a:defRPr sz="2200" b="1"/>
            </a:lvl2pPr>
            <a:lvl3pPr marL="1007943" indent="0">
              <a:buNone/>
              <a:defRPr sz="2000" b="1"/>
            </a:lvl3pPr>
            <a:lvl4pPr marL="1511915" indent="0">
              <a:buNone/>
              <a:defRPr sz="1800" b="1"/>
            </a:lvl4pPr>
            <a:lvl5pPr marL="2015886" indent="0">
              <a:buNone/>
              <a:defRPr sz="1800" b="1"/>
            </a:lvl5pPr>
            <a:lvl6pPr marL="2519858" indent="0">
              <a:buNone/>
              <a:defRPr sz="1800" b="1"/>
            </a:lvl6pPr>
            <a:lvl7pPr marL="3023829" indent="0">
              <a:buNone/>
              <a:defRPr sz="1800" b="1"/>
            </a:lvl7pPr>
            <a:lvl8pPr marL="3527801" indent="0">
              <a:buNone/>
              <a:defRPr sz="1800" b="1"/>
            </a:lvl8pPr>
            <a:lvl9pPr marL="4031772" indent="0">
              <a:buNone/>
              <a:defRPr sz="1800" b="1"/>
            </a:lvl9pPr>
          </a:lstStyle>
          <a:p>
            <a:pPr lvl="0"/>
            <a:r>
              <a:rPr lang="nb-NO" smtClean="0"/>
              <a:t>Klikk for å redigere tekststiler i malen</a:t>
            </a:r>
          </a:p>
        </p:txBody>
      </p:sp>
      <p:sp>
        <p:nvSpPr>
          <p:cNvPr id="4" name="Plassholder for innhold 3"/>
          <p:cNvSpPr>
            <a:spLocks noGrp="1"/>
          </p:cNvSpPr>
          <p:nvPr>
            <p:ph sz="half" idx="2"/>
          </p:nvPr>
        </p:nvSpPr>
        <p:spPr>
          <a:xfrm>
            <a:off x="504031" y="2397397"/>
            <a:ext cx="4454027" cy="4355563"/>
          </a:xfrm>
        </p:spPr>
        <p:txBody>
          <a:bodyPr/>
          <a:lstStyle>
            <a:lvl1pPr>
              <a:defRPr sz="26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5" name="Plassholder for tekst 4"/>
          <p:cNvSpPr>
            <a:spLocks noGrp="1"/>
          </p:cNvSpPr>
          <p:nvPr>
            <p:ph type="body" sz="quarter" idx="3"/>
          </p:nvPr>
        </p:nvSpPr>
        <p:spPr>
          <a:xfrm>
            <a:off x="5120818" y="1692178"/>
            <a:ext cx="4455776" cy="705219"/>
          </a:xfrm>
        </p:spPr>
        <p:txBody>
          <a:bodyPr anchor="b"/>
          <a:lstStyle>
            <a:lvl1pPr marL="0" indent="0">
              <a:buNone/>
              <a:defRPr sz="2600" b="1"/>
            </a:lvl1pPr>
            <a:lvl2pPr marL="503972" indent="0">
              <a:buNone/>
              <a:defRPr sz="2200" b="1"/>
            </a:lvl2pPr>
            <a:lvl3pPr marL="1007943" indent="0">
              <a:buNone/>
              <a:defRPr sz="2000" b="1"/>
            </a:lvl3pPr>
            <a:lvl4pPr marL="1511915" indent="0">
              <a:buNone/>
              <a:defRPr sz="1800" b="1"/>
            </a:lvl4pPr>
            <a:lvl5pPr marL="2015886" indent="0">
              <a:buNone/>
              <a:defRPr sz="1800" b="1"/>
            </a:lvl5pPr>
            <a:lvl6pPr marL="2519858" indent="0">
              <a:buNone/>
              <a:defRPr sz="1800" b="1"/>
            </a:lvl6pPr>
            <a:lvl7pPr marL="3023829" indent="0">
              <a:buNone/>
              <a:defRPr sz="1800" b="1"/>
            </a:lvl7pPr>
            <a:lvl8pPr marL="3527801" indent="0">
              <a:buNone/>
              <a:defRPr sz="1800" b="1"/>
            </a:lvl8pPr>
            <a:lvl9pPr marL="4031772" indent="0">
              <a:buNone/>
              <a:defRPr sz="1800" b="1"/>
            </a:lvl9pPr>
          </a:lstStyle>
          <a:p>
            <a:pPr lvl="0"/>
            <a:r>
              <a:rPr lang="nb-NO" smtClean="0"/>
              <a:t>Klikk for å redigere tekststiler i malen</a:t>
            </a:r>
          </a:p>
        </p:txBody>
      </p:sp>
      <p:sp>
        <p:nvSpPr>
          <p:cNvPr id="6" name="Plassholder for innhold 5"/>
          <p:cNvSpPr>
            <a:spLocks noGrp="1"/>
          </p:cNvSpPr>
          <p:nvPr>
            <p:ph sz="quarter" idx="4"/>
          </p:nvPr>
        </p:nvSpPr>
        <p:spPr>
          <a:xfrm>
            <a:off x="5120818" y="2397397"/>
            <a:ext cx="4455776" cy="4355563"/>
          </a:xfrm>
        </p:spPr>
        <p:txBody>
          <a:bodyPr/>
          <a:lstStyle>
            <a:lvl1pPr>
              <a:defRPr sz="26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7" name="Plassholder for lysbildenummer 6"/>
          <p:cNvSpPr>
            <a:spLocks noGrp="1"/>
          </p:cNvSpPr>
          <p:nvPr>
            <p:ph type="sldNum" sz="quarter" idx="10"/>
          </p:nvPr>
        </p:nvSpPr>
        <p:spPr/>
        <p:txBody>
          <a:bodyPr/>
          <a:lstStyle>
            <a:lvl1pPr>
              <a:defRPr/>
            </a:lvl1pPr>
          </a:lstStyle>
          <a:p>
            <a:pPr lvl="0"/>
            <a:fld id="{3595EB7E-D7BA-44F0-8F8A-D968AA3E9D7D}" type="slidenum">
              <a:rPr lang="nb-NO" smtClean="0"/>
              <a:pPr lvl="0"/>
              <a:t>‹#›</a:t>
            </a:fld>
            <a:endParaRPr lang="nb-NO"/>
          </a:p>
        </p:txBody>
      </p:sp>
      <p:sp>
        <p:nvSpPr>
          <p:cNvPr id="8" name="Plassholder for dato 7"/>
          <p:cNvSpPr>
            <a:spLocks noGrp="1"/>
          </p:cNvSpPr>
          <p:nvPr>
            <p:ph type="dt" sz="half" idx="11"/>
          </p:nvPr>
        </p:nvSpPr>
        <p:spPr/>
        <p:txBody>
          <a:bodyPr/>
          <a:lstStyle>
            <a:lvl1pPr>
              <a:defRPr/>
            </a:lvl1pPr>
          </a:lstStyle>
          <a:p>
            <a:pPr lvl="0"/>
            <a:endParaRPr lang="nb-NO"/>
          </a:p>
        </p:txBody>
      </p:sp>
      <p:sp>
        <p:nvSpPr>
          <p:cNvPr id="9" name="Plassholder for bunntekst 8"/>
          <p:cNvSpPr>
            <a:spLocks noGrp="1"/>
          </p:cNvSpPr>
          <p:nvPr>
            <p:ph type="ftr" sz="quarter" idx="12"/>
          </p:nvPr>
        </p:nvSpPr>
        <p:spPr/>
        <p:txBody>
          <a:bodyPr/>
          <a:lstStyle/>
          <a:p>
            <a:r>
              <a:rPr lang="nb-NO" smtClean="0"/>
              <a:t>JigZaw - Verifsiser Forventet Funksjonalitet</a:t>
            </a:r>
            <a:endParaRPr lang="nb-N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Klikk for å redigere tittelstil</a:t>
            </a:r>
            <a:endParaRPr lang="nb-NO"/>
          </a:p>
        </p:txBody>
      </p:sp>
      <p:sp>
        <p:nvSpPr>
          <p:cNvPr id="3" name="Plassholder for lysbildenummer 2"/>
          <p:cNvSpPr>
            <a:spLocks noGrp="1"/>
          </p:cNvSpPr>
          <p:nvPr>
            <p:ph type="sldNum" sz="quarter" idx="10"/>
          </p:nvPr>
        </p:nvSpPr>
        <p:spPr/>
        <p:txBody>
          <a:bodyPr/>
          <a:lstStyle>
            <a:lvl1pPr>
              <a:defRPr/>
            </a:lvl1pPr>
          </a:lstStyle>
          <a:p>
            <a:pPr lvl="0"/>
            <a:fld id="{CF2783C8-C519-420B-9973-7C38F34C1F8A}" type="slidenum">
              <a:rPr lang="nb-NO" smtClean="0"/>
              <a:pPr lvl="0"/>
              <a:t>‹#›</a:t>
            </a:fld>
            <a:endParaRPr lang="nb-NO"/>
          </a:p>
        </p:txBody>
      </p:sp>
      <p:sp>
        <p:nvSpPr>
          <p:cNvPr id="4" name="Plassholder for dato 3"/>
          <p:cNvSpPr>
            <a:spLocks noGrp="1"/>
          </p:cNvSpPr>
          <p:nvPr>
            <p:ph type="dt" sz="half" idx="11"/>
          </p:nvPr>
        </p:nvSpPr>
        <p:spPr/>
        <p:txBody>
          <a:bodyPr/>
          <a:lstStyle>
            <a:lvl1pPr>
              <a:defRPr/>
            </a:lvl1pPr>
          </a:lstStyle>
          <a:p>
            <a:pPr lvl="0"/>
            <a:endParaRPr lang="nb-NO"/>
          </a:p>
        </p:txBody>
      </p:sp>
      <p:sp>
        <p:nvSpPr>
          <p:cNvPr id="5" name="Plassholder for bunntekst 4"/>
          <p:cNvSpPr>
            <a:spLocks noGrp="1"/>
          </p:cNvSpPr>
          <p:nvPr>
            <p:ph type="ftr" sz="quarter" idx="12"/>
          </p:nvPr>
        </p:nvSpPr>
        <p:spPr/>
        <p:txBody>
          <a:bodyPr/>
          <a:lstStyle/>
          <a:p>
            <a:r>
              <a:rPr lang="nb-NO" smtClean="0"/>
              <a:t>JigZaw - Verifsiser Forventet Funksjonalitet</a:t>
            </a:r>
            <a:endParaRPr lang="nb-N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mt">
    <p:spTree>
      <p:nvGrpSpPr>
        <p:cNvPr id="1" name=""/>
        <p:cNvGrpSpPr/>
        <p:nvPr/>
      </p:nvGrpSpPr>
      <p:grpSpPr>
        <a:xfrm>
          <a:off x="0" y="0"/>
          <a:ext cx="0" cy="0"/>
          <a:chOff x="0" y="0"/>
          <a:chExt cx="0" cy="0"/>
        </a:xfrm>
      </p:grpSpPr>
      <p:sp>
        <p:nvSpPr>
          <p:cNvPr id="5" name="Tittel 4"/>
          <p:cNvSpPr>
            <a:spLocks noGrp="1"/>
          </p:cNvSpPr>
          <p:nvPr>
            <p:ph type="title"/>
          </p:nvPr>
        </p:nvSpPr>
        <p:spPr/>
        <p:txBody>
          <a:bodyPr/>
          <a:lstStyle/>
          <a:p>
            <a:r>
              <a:rPr lang="nb-NO" smtClean="0"/>
              <a:t>Klikk for å redigere tittelstil</a:t>
            </a:r>
            <a:endParaRPr lang="nb-N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504032" y="300987"/>
            <a:ext cx="3316456" cy="1280945"/>
          </a:xfrm>
        </p:spPr>
        <p:txBody>
          <a:bodyPr anchor="b"/>
          <a:lstStyle>
            <a:lvl1pPr algn="l">
              <a:defRPr sz="2200" b="1"/>
            </a:lvl1pPr>
          </a:lstStyle>
          <a:p>
            <a:r>
              <a:rPr lang="nb-NO" smtClean="0"/>
              <a:t>Klikk for å redigere tittelstil</a:t>
            </a:r>
            <a:endParaRPr lang="nb-NO"/>
          </a:p>
        </p:txBody>
      </p:sp>
      <p:sp>
        <p:nvSpPr>
          <p:cNvPr id="3" name="Plassholder for innhold 2"/>
          <p:cNvSpPr>
            <a:spLocks noGrp="1"/>
          </p:cNvSpPr>
          <p:nvPr>
            <p:ph idx="1"/>
          </p:nvPr>
        </p:nvSpPr>
        <p:spPr>
          <a:xfrm>
            <a:off x="3941245" y="300988"/>
            <a:ext cx="5635349" cy="6451973"/>
          </a:xfrm>
        </p:spPr>
        <p:txBody>
          <a:bodyPr/>
          <a:lstStyle>
            <a:lvl1pPr>
              <a:defRPr sz="3500"/>
            </a:lvl1pPr>
            <a:lvl2pPr>
              <a:defRPr sz="3100"/>
            </a:lvl2pPr>
            <a:lvl3pPr>
              <a:defRPr sz="2600"/>
            </a:lvl3pPr>
            <a:lvl4pPr>
              <a:defRPr sz="2200"/>
            </a:lvl4pPr>
            <a:lvl5pPr>
              <a:defRPr sz="2200"/>
            </a:lvl5pPr>
            <a:lvl6pPr>
              <a:defRPr sz="2200"/>
            </a:lvl6pPr>
            <a:lvl7pPr>
              <a:defRPr sz="2200"/>
            </a:lvl7pPr>
            <a:lvl8pPr>
              <a:defRPr sz="2200"/>
            </a:lvl8pPr>
            <a:lvl9pPr>
              <a:defRPr sz="22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tekst 3"/>
          <p:cNvSpPr>
            <a:spLocks noGrp="1"/>
          </p:cNvSpPr>
          <p:nvPr>
            <p:ph type="body" sz="half" idx="2"/>
          </p:nvPr>
        </p:nvSpPr>
        <p:spPr>
          <a:xfrm>
            <a:off x="504032" y="1581933"/>
            <a:ext cx="3316456" cy="5171028"/>
          </a:xfrm>
        </p:spPr>
        <p:txBody>
          <a:bodyPr/>
          <a:lstStyle>
            <a:lvl1pPr marL="0" indent="0">
              <a:buNone/>
              <a:defRPr sz="1500"/>
            </a:lvl1pPr>
            <a:lvl2pPr marL="503972" indent="0">
              <a:buNone/>
              <a:defRPr sz="1300"/>
            </a:lvl2pPr>
            <a:lvl3pPr marL="1007943" indent="0">
              <a:buNone/>
              <a:defRPr sz="1100"/>
            </a:lvl3pPr>
            <a:lvl4pPr marL="1511915" indent="0">
              <a:buNone/>
              <a:defRPr sz="1000"/>
            </a:lvl4pPr>
            <a:lvl5pPr marL="2015886" indent="0">
              <a:buNone/>
              <a:defRPr sz="1000"/>
            </a:lvl5pPr>
            <a:lvl6pPr marL="2519858" indent="0">
              <a:buNone/>
              <a:defRPr sz="1000"/>
            </a:lvl6pPr>
            <a:lvl7pPr marL="3023829" indent="0">
              <a:buNone/>
              <a:defRPr sz="1000"/>
            </a:lvl7pPr>
            <a:lvl8pPr marL="3527801" indent="0">
              <a:buNone/>
              <a:defRPr sz="1000"/>
            </a:lvl8pPr>
            <a:lvl9pPr marL="4031772" indent="0">
              <a:buNone/>
              <a:defRPr sz="1000"/>
            </a:lvl9pPr>
          </a:lstStyle>
          <a:p>
            <a:pPr lvl="0"/>
            <a:r>
              <a:rPr lang="nb-NO" smtClean="0"/>
              <a:t>Klikk for å redigere tekststiler i malen</a:t>
            </a:r>
          </a:p>
        </p:txBody>
      </p:sp>
      <p:sp>
        <p:nvSpPr>
          <p:cNvPr id="5" name="Plassholder for lysbildenummer 4"/>
          <p:cNvSpPr>
            <a:spLocks noGrp="1"/>
          </p:cNvSpPr>
          <p:nvPr>
            <p:ph type="sldNum" sz="quarter" idx="10"/>
          </p:nvPr>
        </p:nvSpPr>
        <p:spPr/>
        <p:txBody>
          <a:bodyPr/>
          <a:lstStyle>
            <a:lvl1pPr>
              <a:defRPr/>
            </a:lvl1pPr>
          </a:lstStyle>
          <a:p>
            <a:pPr lvl="0"/>
            <a:fld id="{EBCAAB65-2CE3-4E59-8865-F6150656DB11}" type="slidenum">
              <a:rPr lang="nb-NO" smtClean="0"/>
              <a:pPr lvl="0"/>
              <a:t>‹#›</a:t>
            </a:fld>
            <a:endParaRPr lang="nb-NO"/>
          </a:p>
        </p:txBody>
      </p:sp>
      <p:sp>
        <p:nvSpPr>
          <p:cNvPr id="6" name="Plassholder for dato 5"/>
          <p:cNvSpPr>
            <a:spLocks noGrp="1"/>
          </p:cNvSpPr>
          <p:nvPr>
            <p:ph type="dt" sz="half" idx="11"/>
          </p:nvPr>
        </p:nvSpPr>
        <p:spPr/>
        <p:txBody>
          <a:bodyPr/>
          <a:lstStyle>
            <a:lvl1pPr>
              <a:defRPr/>
            </a:lvl1pPr>
          </a:lstStyle>
          <a:p>
            <a:pPr lvl="0"/>
            <a:endParaRPr lang="nb-NO"/>
          </a:p>
        </p:txBody>
      </p:sp>
      <p:sp>
        <p:nvSpPr>
          <p:cNvPr id="7" name="Plassholder for bunntekst 6"/>
          <p:cNvSpPr>
            <a:spLocks noGrp="1"/>
          </p:cNvSpPr>
          <p:nvPr>
            <p:ph type="ftr" sz="quarter" idx="12"/>
          </p:nvPr>
        </p:nvSpPr>
        <p:spPr/>
        <p:txBody>
          <a:bodyPr/>
          <a:lstStyle/>
          <a:p>
            <a:pPr algn="l"/>
            <a:r>
              <a:rPr lang="nb-NO" dirty="0" err="1" smtClean="0"/>
              <a:t>JigZaw</a:t>
            </a:r>
            <a:r>
              <a:rPr lang="nb-NO" dirty="0" smtClean="0"/>
              <a:t> - </a:t>
            </a:r>
            <a:r>
              <a:rPr lang="nb-NO" dirty="0" err="1" smtClean="0"/>
              <a:t>Verifsiser</a:t>
            </a:r>
            <a:r>
              <a:rPr lang="nb-NO" dirty="0" smtClean="0"/>
              <a:t> Forventet Funksjonalitet</a:t>
            </a:r>
            <a:endParaRPr lang="nb-N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1975873" y="5291772"/>
            <a:ext cx="6048375" cy="624724"/>
          </a:xfrm>
        </p:spPr>
        <p:txBody>
          <a:bodyPr anchor="b"/>
          <a:lstStyle>
            <a:lvl1pPr algn="l">
              <a:defRPr sz="2200" b="1"/>
            </a:lvl1pPr>
          </a:lstStyle>
          <a:p>
            <a:r>
              <a:rPr lang="nb-NO" smtClean="0"/>
              <a:t>Klikk for å redigere tittelstil</a:t>
            </a:r>
            <a:endParaRPr lang="nb-NO"/>
          </a:p>
        </p:txBody>
      </p:sp>
      <p:sp>
        <p:nvSpPr>
          <p:cNvPr id="3" name="Plassholder for bilde 2"/>
          <p:cNvSpPr>
            <a:spLocks noGrp="1"/>
          </p:cNvSpPr>
          <p:nvPr>
            <p:ph type="pic" idx="1"/>
          </p:nvPr>
        </p:nvSpPr>
        <p:spPr>
          <a:xfrm>
            <a:off x="1975873" y="675471"/>
            <a:ext cx="6048375" cy="4535805"/>
          </a:xfrm>
        </p:spPr>
        <p:txBody>
          <a:bodyPr/>
          <a:lstStyle>
            <a:lvl1pPr marL="0" indent="0">
              <a:buNone/>
              <a:defRPr sz="3500"/>
            </a:lvl1pPr>
            <a:lvl2pPr marL="503972" indent="0">
              <a:buNone/>
              <a:defRPr sz="3100"/>
            </a:lvl2pPr>
            <a:lvl3pPr marL="1007943" indent="0">
              <a:buNone/>
              <a:defRPr sz="2600"/>
            </a:lvl3pPr>
            <a:lvl4pPr marL="1511915" indent="0">
              <a:buNone/>
              <a:defRPr sz="2200"/>
            </a:lvl4pPr>
            <a:lvl5pPr marL="2015886" indent="0">
              <a:buNone/>
              <a:defRPr sz="2200"/>
            </a:lvl5pPr>
            <a:lvl6pPr marL="2519858" indent="0">
              <a:buNone/>
              <a:defRPr sz="2200"/>
            </a:lvl6pPr>
            <a:lvl7pPr marL="3023829" indent="0">
              <a:buNone/>
              <a:defRPr sz="2200"/>
            </a:lvl7pPr>
            <a:lvl8pPr marL="3527801" indent="0">
              <a:buNone/>
              <a:defRPr sz="2200"/>
            </a:lvl8pPr>
            <a:lvl9pPr marL="4031772" indent="0">
              <a:buNone/>
              <a:defRPr sz="2200"/>
            </a:lvl9pPr>
          </a:lstStyle>
          <a:p>
            <a:r>
              <a:rPr lang="nb-NO" smtClean="0"/>
              <a:t>Klikk ikonet for å legge til et bilde</a:t>
            </a:r>
            <a:endParaRPr lang="nb-NO"/>
          </a:p>
        </p:txBody>
      </p:sp>
      <p:sp>
        <p:nvSpPr>
          <p:cNvPr id="4" name="Plassholder for tekst 3"/>
          <p:cNvSpPr>
            <a:spLocks noGrp="1"/>
          </p:cNvSpPr>
          <p:nvPr>
            <p:ph type="body" sz="half" idx="2"/>
          </p:nvPr>
        </p:nvSpPr>
        <p:spPr>
          <a:xfrm>
            <a:off x="1975873" y="5916496"/>
            <a:ext cx="6048375" cy="887211"/>
          </a:xfrm>
        </p:spPr>
        <p:txBody>
          <a:bodyPr/>
          <a:lstStyle>
            <a:lvl1pPr marL="0" indent="0">
              <a:buNone/>
              <a:defRPr sz="1500"/>
            </a:lvl1pPr>
            <a:lvl2pPr marL="503972" indent="0">
              <a:buNone/>
              <a:defRPr sz="1300"/>
            </a:lvl2pPr>
            <a:lvl3pPr marL="1007943" indent="0">
              <a:buNone/>
              <a:defRPr sz="1100"/>
            </a:lvl3pPr>
            <a:lvl4pPr marL="1511915" indent="0">
              <a:buNone/>
              <a:defRPr sz="1000"/>
            </a:lvl4pPr>
            <a:lvl5pPr marL="2015886" indent="0">
              <a:buNone/>
              <a:defRPr sz="1000"/>
            </a:lvl5pPr>
            <a:lvl6pPr marL="2519858" indent="0">
              <a:buNone/>
              <a:defRPr sz="1000"/>
            </a:lvl6pPr>
            <a:lvl7pPr marL="3023829" indent="0">
              <a:buNone/>
              <a:defRPr sz="1000"/>
            </a:lvl7pPr>
            <a:lvl8pPr marL="3527801" indent="0">
              <a:buNone/>
              <a:defRPr sz="1000"/>
            </a:lvl8pPr>
            <a:lvl9pPr marL="4031772" indent="0">
              <a:buNone/>
              <a:defRPr sz="1000"/>
            </a:lvl9pPr>
          </a:lstStyle>
          <a:p>
            <a:pPr lvl="0"/>
            <a:r>
              <a:rPr lang="nb-NO" smtClean="0"/>
              <a:t>Klikk for å redigere tekststiler i malen</a:t>
            </a:r>
          </a:p>
        </p:txBody>
      </p:sp>
      <p:sp>
        <p:nvSpPr>
          <p:cNvPr id="5" name="Plassholder for lysbildenummer 4"/>
          <p:cNvSpPr>
            <a:spLocks noGrp="1"/>
          </p:cNvSpPr>
          <p:nvPr>
            <p:ph type="sldNum" sz="quarter" idx="10"/>
          </p:nvPr>
        </p:nvSpPr>
        <p:spPr/>
        <p:txBody>
          <a:bodyPr/>
          <a:lstStyle>
            <a:lvl1pPr>
              <a:defRPr/>
            </a:lvl1pPr>
          </a:lstStyle>
          <a:p>
            <a:pPr lvl="0"/>
            <a:fld id="{63907C07-CE91-4CD9-8054-8D33E1EE58A6}" type="slidenum">
              <a:rPr lang="nb-NO" smtClean="0"/>
              <a:pPr lvl="0"/>
              <a:t>‹#›</a:t>
            </a:fld>
            <a:endParaRPr lang="nb-NO"/>
          </a:p>
        </p:txBody>
      </p:sp>
      <p:sp>
        <p:nvSpPr>
          <p:cNvPr id="6" name="Plassholder for dato 5"/>
          <p:cNvSpPr>
            <a:spLocks noGrp="1"/>
          </p:cNvSpPr>
          <p:nvPr>
            <p:ph type="dt" sz="half" idx="11"/>
          </p:nvPr>
        </p:nvSpPr>
        <p:spPr/>
        <p:txBody>
          <a:bodyPr/>
          <a:lstStyle>
            <a:lvl1pPr>
              <a:defRPr/>
            </a:lvl1pPr>
          </a:lstStyle>
          <a:p>
            <a:pPr lvl="0"/>
            <a:endParaRPr lang="nb-NO"/>
          </a:p>
        </p:txBody>
      </p:sp>
      <p:sp>
        <p:nvSpPr>
          <p:cNvPr id="7" name="Plassholder for bunntekst 6"/>
          <p:cNvSpPr>
            <a:spLocks noGrp="1"/>
          </p:cNvSpPr>
          <p:nvPr>
            <p:ph type="ftr" sz="quarter" idx="12"/>
          </p:nvPr>
        </p:nvSpPr>
        <p:spPr/>
        <p:txBody>
          <a:bodyPr/>
          <a:lstStyle/>
          <a:p>
            <a:pPr algn="l"/>
            <a:r>
              <a:rPr lang="nb-NO" dirty="0" err="1" smtClean="0"/>
              <a:t>JigZaw</a:t>
            </a:r>
            <a:r>
              <a:rPr lang="nb-NO" dirty="0" smtClean="0"/>
              <a:t> - </a:t>
            </a:r>
            <a:r>
              <a:rPr lang="nb-NO" dirty="0" err="1" smtClean="0"/>
              <a:t>Verifsiser</a:t>
            </a:r>
            <a:r>
              <a:rPr lang="nb-NO" dirty="0" smtClean="0"/>
              <a:t> Forventet Funksjonalitet</a:t>
            </a:r>
            <a:endParaRPr lang="nb-N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Klikk for å redigere tittelstil</a:t>
            </a:r>
            <a:endParaRPr lang="nb-NO"/>
          </a:p>
        </p:txBody>
      </p:sp>
      <p:sp>
        <p:nvSpPr>
          <p:cNvPr id="3" name="Plassholder for loddrett tekst 2"/>
          <p:cNvSpPr>
            <a:spLocks noGrp="1"/>
          </p:cNvSpPr>
          <p:nvPr>
            <p:ph type="body" orient="vert" idx="1"/>
          </p:nvPr>
        </p:nvSpPr>
        <p:spPr/>
        <p:txBody>
          <a:bodyPr vert="eaVert"/>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lysbildenummer 3"/>
          <p:cNvSpPr>
            <a:spLocks noGrp="1"/>
          </p:cNvSpPr>
          <p:nvPr>
            <p:ph type="sldNum" sz="quarter" idx="10"/>
          </p:nvPr>
        </p:nvSpPr>
        <p:spPr/>
        <p:txBody>
          <a:bodyPr/>
          <a:lstStyle>
            <a:lvl1pPr>
              <a:defRPr/>
            </a:lvl1pPr>
          </a:lstStyle>
          <a:p>
            <a:pPr lvl="0"/>
            <a:fld id="{093B8F6B-E249-4059-82F7-2983108705C2}" type="slidenum">
              <a:rPr lang="nb-NO" smtClean="0"/>
              <a:pPr lvl="0"/>
              <a:t>‹#›</a:t>
            </a:fld>
            <a:endParaRPr lang="nb-NO"/>
          </a:p>
        </p:txBody>
      </p:sp>
      <p:sp>
        <p:nvSpPr>
          <p:cNvPr id="5" name="Plassholder for dato 4"/>
          <p:cNvSpPr>
            <a:spLocks noGrp="1"/>
          </p:cNvSpPr>
          <p:nvPr>
            <p:ph type="dt" sz="half" idx="11"/>
          </p:nvPr>
        </p:nvSpPr>
        <p:spPr/>
        <p:txBody>
          <a:bodyPr/>
          <a:lstStyle>
            <a:lvl1pPr>
              <a:defRPr/>
            </a:lvl1pPr>
          </a:lstStyle>
          <a:p>
            <a:pPr lvl="0"/>
            <a:endParaRPr lang="nb-NO"/>
          </a:p>
        </p:txBody>
      </p:sp>
      <p:sp>
        <p:nvSpPr>
          <p:cNvPr id="6" name="Plassholder for bunntekst 5"/>
          <p:cNvSpPr>
            <a:spLocks noGrp="1"/>
          </p:cNvSpPr>
          <p:nvPr>
            <p:ph type="ftr" sz="quarter" idx="12"/>
          </p:nvPr>
        </p:nvSpPr>
        <p:spPr/>
        <p:txBody>
          <a:bodyPr/>
          <a:lstStyle/>
          <a:p>
            <a:pPr algn="l"/>
            <a:r>
              <a:rPr lang="nb-NO" dirty="0" err="1" smtClean="0"/>
              <a:t>JigZaw</a:t>
            </a:r>
            <a:r>
              <a:rPr lang="nb-NO" dirty="0" smtClean="0"/>
              <a:t> - </a:t>
            </a:r>
            <a:r>
              <a:rPr lang="nb-NO" dirty="0" err="1" smtClean="0"/>
              <a:t>Verifsiser</a:t>
            </a:r>
            <a:r>
              <a:rPr lang="nb-NO" dirty="0" smtClean="0"/>
              <a:t> Forventet Funksjonalitet</a:t>
            </a:r>
            <a:endParaRPr lang="nb-N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6816673" y="514478"/>
            <a:ext cx="2100130" cy="5900746"/>
          </a:xfrm>
        </p:spPr>
        <p:txBody>
          <a:bodyPr vert="eaVert"/>
          <a:lstStyle/>
          <a:p>
            <a:r>
              <a:rPr lang="nb-NO" smtClean="0"/>
              <a:t>Klikk for å redigere tittelstil</a:t>
            </a:r>
            <a:endParaRPr lang="nb-NO"/>
          </a:p>
        </p:txBody>
      </p:sp>
      <p:sp>
        <p:nvSpPr>
          <p:cNvPr id="3" name="Plassholder for loddrett tekst 2"/>
          <p:cNvSpPr>
            <a:spLocks noGrp="1"/>
          </p:cNvSpPr>
          <p:nvPr>
            <p:ph type="body" orient="vert" idx="1"/>
          </p:nvPr>
        </p:nvSpPr>
        <p:spPr>
          <a:xfrm>
            <a:off x="516283" y="514478"/>
            <a:ext cx="6132380" cy="5900746"/>
          </a:xfrm>
        </p:spPr>
        <p:txBody>
          <a:bodyPr vert="eaVert"/>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lysbildenummer 3"/>
          <p:cNvSpPr>
            <a:spLocks noGrp="1"/>
          </p:cNvSpPr>
          <p:nvPr>
            <p:ph type="sldNum" sz="quarter" idx="10"/>
          </p:nvPr>
        </p:nvSpPr>
        <p:spPr/>
        <p:txBody>
          <a:bodyPr/>
          <a:lstStyle>
            <a:lvl1pPr>
              <a:defRPr/>
            </a:lvl1pPr>
          </a:lstStyle>
          <a:p>
            <a:pPr lvl="0"/>
            <a:fld id="{D78AE8F0-A08A-4B1A-B0E3-151BDDF39D56}" type="slidenum">
              <a:rPr lang="nb-NO" smtClean="0"/>
              <a:pPr lvl="0"/>
              <a:t>‹#›</a:t>
            </a:fld>
            <a:endParaRPr lang="nb-NO"/>
          </a:p>
        </p:txBody>
      </p:sp>
      <p:sp>
        <p:nvSpPr>
          <p:cNvPr id="5" name="Plassholder for dato 4"/>
          <p:cNvSpPr>
            <a:spLocks noGrp="1"/>
          </p:cNvSpPr>
          <p:nvPr>
            <p:ph type="dt" sz="half" idx="11"/>
          </p:nvPr>
        </p:nvSpPr>
        <p:spPr/>
        <p:txBody>
          <a:bodyPr/>
          <a:lstStyle>
            <a:lvl1pPr>
              <a:defRPr/>
            </a:lvl1pPr>
          </a:lstStyle>
          <a:p>
            <a:pPr lvl="0"/>
            <a:endParaRPr lang="nb-NO"/>
          </a:p>
        </p:txBody>
      </p:sp>
      <p:sp>
        <p:nvSpPr>
          <p:cNvPr id="6" name="Plassholder for bunntekst 5"/>
          <p:cNvSpPr>
            <a:spLocks noGrp="1"/>
          </p:cNvSpPr>
          <p:nvPr>
            <p:ph type="ftr" sz="quarter" idx="12"/>
          </p:nvPr>
        </p:nvSpPr>
        <p:spPr/>
        <p:txBody>
          <a:bodyPr/>
          <a:lstStyle/>
          <a:p>
            <a:pPr algn="l"/>
            <a:r>
              <a:rPr lang="nb-NO" dirty="0" err="1" smtClean="0"/>
              <a:t>JigZaw</a:t>
            </a:r>
            <a:r>
              <a:rPr lang="nb-NO" dirty="0" smtClean="0"/>
              <a:t> - </a:t>
            </a:r>
            <a:r>
              <a:rPr lang="nb-NO" dirty="0" err="1" smtClean="0"/>
              <a:t>Verifsiser</a:t>
            </a:r>
            <a:r>
              <a:rPr lang="nb-NO" dirty="0" smtClean="0"/>
              <a:t> Forventet Funksjonalitet</a:t>
            </a:r>
            <a:endParaRPr lang="nb-N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68361" name="Rectangle 41"/>
          <p:cNvSpPr>
            <a:spLocks noChangeArrowheads="1"/>
          </p:cNvSpPr>
          <p:nvPr/>
        </p:nvSpPr>
        <p:spPr bwMode="auto">
          <a:xfrm>
            <a:off x="0" y="6887704"/>
            <a:ext cx="10080625" cy="671971"/>
          </a:xfrm>
          <a:prstGeom prst="rect">
            <a:avLst/>
          </a:prstGeom>
          <a:solidFill>
            <a:schemeClr val="bg1"/>
          </a:solidFill>
          <a:ln w="9525">
            <a:solidFill>
              <a:schemeClr val="bg1"/>
            </a:solidFill>
            <a:miter lim="800000"/>
            <a:headEnd/>
            <a:tailEnd/>
          </a:ln>
          <a:effectLst/>
        </p:spPr>
        <p:txBody>
          <a:bodyPr wrap="none" lIns="100794" tIns="50397" rIns="100794" bIns="50397" anchor="ctr"/>
          <a:lstStyle/>
          <a:p>
            <a:endParaRPr lang="nb-NO"/>
          </a:p>
        </p:txBody>
      </p:sp>
      <p:sp>
        <p:nvSpPr>
          <p:cNvPr id="568323" name="Rectangle 3"/>
          <p:cNvSpPr>
            <a:spLocks noGrp="1" noChangeArrowheads="1"/>
          </p:cNvSpPr>
          <p:nvPr>
            <p:ph type="title"/>
          </p:nvPr>
        </p:nvSpPr>
        <p:spPr bwMode="auto">
          <a:xfrm>
            <a:off x="516282" y="514478"/>
            <a:ext cx="8400521" cy="1007957"/>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smtClean="0"/>
              <a:t>Klikk for å redigere tittelstil</a:t>
            </a:r>
          </a:p>
        </p:txBody>
      </p:sp>
      <p:sp>
        <p:nvSpPr>
          <p:cNvPr id="568324" name="Rectangle 4"/>
          <p:cNvSpPr>
            <a:spLocks noGrp="1" noChangeArrowheads="1"/>
          </p:cNvSpPr>
          <p:nvPr>
            <p:ph type="body" idx="1"/>
          </p:nvPr>
        </p:nvSpPr>
        <p:spPr bwMode="auto">
          <a:xfrm>
            <a:off x="516282" y="1795423"/>
            <a:ext cx="8328766" cy="461980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p>
            <a:pPr lvl="0"/>
            <a:r>
              <a:rPr lang="en-US" smtClean="0"/>
              <a:t>Klikk for å redigere tekststiler i malen</a:t>
            </a:r>
          </a:p>
          <a:p>
            <a:pPr lvl="1"/>
            <a:r>
              <a:rPr lang="en-US" smtClean="0"/>
              <a:t>Andre nivå</a:t>
            </a:r>
          </a:p>
          <a:p>
            <a:pPr lvl="2"/>
            <a:r>
              <a:rPr lang="en-US" smtClean="0"/>
              <a:t>Tredje nivå</a:t>
            </a:r>
          </a:p>
          <a:p>
            <a:pPr lvl="3"/>
            <a:r>
              <a:rPr lang="en-US" smtClean="0"/>
              <a:t>Fjerde nivå</a:t>
            </a:r>
          </a:p>
          <a:p>
            <a:pPr lvl="4"/>
            <a:r>
              <a:rPr lang="en-US" smtClean="0"/>
              <a:t>Femte nivå</a:t>
            </a:r>
          </a:p>
        </p:txBody>
      </p:sp>
      <p:sp>
        <p:nvSpPr>
          <p:cNvPr id="568357" name="Rectangle 37"/>
          <p:cNvSpPr>
            <a:spLocks noGrp="1" noChangeArrowheads="1"/>
          </p:cNvSpPr>
          <p:nvPr>
            <p:ph type="sldNum" sz="quarter" idx="4"/>
          </p:nvPr>
        </p:nvSpPr>
        <p:spPr bwMode="auto">
          <a:xfrm>
            <a:off x="519783" y="7263938"/>
            <a:ext cx="551284" cy="16799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spcBef>
                <a:spcPct val="0"/>
              </a:spcBef>
              <a:defRPr sz="800"/>
            </a:lvl1pPr>
          </a:lstStyle>
          <a:p>
            <a:pPr lvl="0"/>
            <a:fld id="{93B7431B-69D6-4FEC-B3B1-56B7DCF8BD30}" type="slidenum">
              <a:rPr lang="nb-NO" smtClean="0"/>
              <a:pPr lvl="0"/>
              <a:t>‹#›</a:t>
            </a:fld>
            <a:endParaRPr lang="nb-NO"/>
          </a:p>
        </p:txBody>
      </p:sp>
      <p:sp>
        <p:nvSpPr>
          <p:cNvPr id="568358" name="Rectangle 38"/>
          <p:cNvSpPr>
            <a:spLocks noGrp="1" noChangeArrowheads="1"/>
          </p:cNvSpPr>
          <p:nvPr>
            <p:ph type="dt" sz="half" idx="2"/>
          </p:nvPr>
        </p:nvSpPr>
        <p:spPr bwMode="auto">
          <a:xfrm>
            <a:off x="1071066" y="7262188"/>
            <a:ext cx="2352146" cy="169743"/>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lvl1pPr algn="l">
              <a:spcBef>
                <a:spcPct val="0"/>
              </a:spcBef>
              <a:defRPr sz="800"/>
            </a:lvl1pPr>
          </a:lstStyle>
          <a:p>
            <a:pPr lvl="0"/>
            <a:endParaRPr lang="nb-NO"/>
          </a:p>
        </p:txBody>
      </p:sp>
      <p:sp>
        <p:nvSpPr>
          <p:cNvPr id="8" name="Plassholder for bunntekst 7"/>
          <p:cNvSpPr>
            <a:spLocks noGrp="1"/>
          </p:cNvSpPr>
          <p:nvPr>
            <p:ph type="ftr" sz="quarter" idx="3"/>
          </p:nvPr>
        </p:nvSpPr>
        <p:spPr>
          <a:xfrm>
            <a:off x="396842" y="7065985"/>
            <a:ext cx="7000924"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smtClean="0"/>
              <a:t>JigZaw - Verifsiser Forventet Funksjonalitet</a:t>
            </a:r>
            <a:endParaRPr lang="nb-NO"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dt="0"/>
  <p:txStyles>
    <p:titleStyle>
      <a:lvl1pPr algn="l" rtl="0" eaLnBrk="1" fontAlgn="base" hangingPunct="1">
        <a:spcBef>
          <a:spcPct val="0"/>
        </a:spcBef>
        <a:spcAft>
          <a:spcPct val="0"/>
        </a:spcAft>
        <a:defRPr sz="2900">
          <a:solidFill>
            <a:schemeClr val="tx1"/>
          </a:solidFill>
          <a:latin typeface="+mj-lt"/>
          <a:ea typeface="+mj-ea"/>
          <a:cs typeface="+mj-cs"/>
        </a:defRPr>
      </a:lvl1pPr>
      <a:lvl2pPr algn="l" rtl="0" eaLnBrk="1" fontAlgn="base" hangingPunct="1">
        <a:spcBef>
          <a:spcPct val="0"/>
        </a:spcBef>
        <a:spcAft>
          <a:spcPct val="0"/>
        </a:spcAft>
        <a:defRPr sz="2900">
          <a:solidFill>
            <a:schemeClr val="tx1"/>
          </a:solidFill>
          <a:latin typeface="Verdana" pitchFamily="34" charset="0"/>
        </a:defRPr>
      </a:lvl2pPr>
      <a:lvl3pPr algn="l" rtl="0" eaLnBrk="1" fontAlgn="base" hangingPunct="1">
        <a:spcBef>
          <a:spcPct val="0"/>
        </a:spcBef>
        <a:spcAft>
          <a:spcPct val="0"/>
        </a:spcAft>
        <a:defRPr sz="2900">
          <a:solidFill>
            <a:schemeClr val="tx1"/>
          </a:solidFill>
          <a:latin typeface="Verdana" pitchFamily="34" charset="0"/>
        </a:defRPr>
      </a:lvl3pPr>
      <a:lvl4pPr algn="l" rtl="0" eaLnBrk="1" fontAlgn="base" hangingPunct="1">
        <a:spcBef>
          <a:spcPct val="0"/>
        </a:spcBef>
        <a:spcAft>
          <a:spcPct val="0"/>
        </a:spcAft>
        <a:defRPr sz="2900">
          <a:solidFill>
            <a:schemeClr val="tx1"/>
          </a:solidFill>
          <a:latin typeface="Verdana" pitchFamily="34" charset="0"/>
        </a:defRPr>
      </a:lvl4pPr>
      <a:lvl5pPr algn="l" rtl="0" eaLnBrk="1" fontAlgn="base" hangingPunct="1">
        <a:spcBef>
          <a:spcPct val="0"/>
        </a:spcBef>
        <a:spcAft>
          <a:spcPct val="0"/>
        </a:spcAft>
        <a:defRPr sz="2900">
          <a:solidFill>
            <a:schemeClr val="tx1"/>
          </a:solidFill>
          <a:latin typeface="Verdana" pitchFamily="34" charset="0"/>
        </a:defRPr>
      </a:lvl5pPr>
      <a:lvl6pPr marL="503972" algn="l" rtl="0" eaLnBrk="1" fontAlgn="base" hangingPunct="1">
        <a:spcBef>
          <a:spcPct val="0"/>
        </a:spcBef>
        <a:spcAft>
          <a:spcPct val="0"/>
        </a:spcAft>
        <a:defRPr sz="2900">
          <a:solidFill>
            <a:schemeClr val="tx1"/>
          </a:solidFill>
          <a:latin typeface="Verdana" pitchFamily="34" charset="0"/>
        </a:defRPr>
      </a:lvl6pPr>
      <a:lvl7pPr marL="1007943" algn="l" rtl="0" eaLnBrk="1" fontAlgn="base" hangingPunct="1">
        <a:spcBef>
          <a:spcPct val="0"/>
        </a:spcBef>
        <a:spcAft>
          <a:spcPct val="0"/>
        </a:spcAft>
        <a:defRPr sz="2900">
          <a:solidFill>
            <a:schemeClr val="tx1"/>
          </a:solidFill>
          <a:latin typeface="Verdana" pitchFamily="34" charset="0"/>
        </a:defRPr>
      </a:lvl7pPr>
      <a:lvl8pPr marL="1511915" algn="l" rtl="0" eaLnBrk="1" fontAlgn="base" hangingPunct="1">
        <a:spcBef>
          <a:spcPct val="0"/>
        </a:spcBef>
        <a:spcAft>
          <a:spcPct val="0"/>
        </a:spcAft>
        <a:defRPr sz="2900">
          <a:solidFill>
            <a:schemeClr val="tx1"/>
          </a:solidFill>
          <a:latin typeface="Verdana" pitchFamily="34" charset="0"/>
        </a:defRPr>
      </a:lvl8pPr>
      <a:lvl9pPr marL="2015886" algn="l" rtl="0" eaLnBrk="1" fontAlgn="base" hangingPunct="1">
        <a:spcBef>
          <a:spcPct val="0"/>
        </a:spcBef>
        <a:spcAft>
          <a:spcPct val="0"/>
        </a:spcAft>
        <a:defRPr sz="2900">
          <a:solidFill>
            <a:schemeClr val="tx1"/>
          </a:solidFill>
          <a:latin typeface="Verdana" pitchFamily="34" charset="0"/>
        </a:defRPr>
      </a:lvl9pPr>
    </p:titleStyle>
    <p:bodyStyle>
      <a:lvl1pPr algn="l" rtl="0" eaLnBrk="1" fontAlgn="base" hangingPunct="1">
        <a:spcBef>
          <a:spcPct val="20000"/>
        </a:spcBef>
        <a:spcAft>
          <a:spcPct val="30000"/>
        </a:spcAft>
        <a:buClr>
          <a:schemeClr val="tx1"/>
        </a:buClr>
        <a:buFont typeface="Verdana" pitchFamily="34" charset="0"/>
        <a:defRPr>
          <a:solidFill>
            <a:schemeClr val="tx1"/>
          </a:solidFill>
          <a:latin typeface="+mn-lt"/>
          <a:ea typeface="+mn-ea"/>
          <a:cs typeface="+mn-cs"/>
        </a:defRPr>
      </a:lvl1pPr>
      <a:lvl2pPr marL="299234" indent="-297483" algn="l" rtl="0" eaLnBrk="1" fontAlgn="base" hangingPunct="1">
        <a:spcBef>
          <a:spcPct val="20000"/>
        </a:spcBef>
        <a:spcAft>
          <a:spcPct val="30000"/>
        </a:spcAft>
        <a:buClr>
          <a:schemeClr val="tx1"/>
        </a:buClr>
        <a:buFont typeface="Verdana" pitchFamily="34" charset="0"/>
        <a:buChar char="•"/>
        <a:defRPr>
          <a:solidFill>
            <a:schemeClr val="tx1"/>
          </a:solidFill>
          <a:latin typeface="+mn-lt"/>
        </a:defRPr>
      </a:lvl2pPr>
      <a:lvl3pPr marL="598466" indent="-297483" algn="l" rtl="0" eaLnBrk="1" fontAlgn="base" hangingPunct="1">
        <a:spcBef>
          <a:spcPct val="20000"/>
        </a:spcBef>
        <a:spcAft>
          <a:spcPct val="30000"/>
        </a:spcAft>
        <a:buClr>
          <a:schemeClr val="tx1"/>
        </a:buClr>
        <a:buChar char="–"/>
        <a:defRPr sz="1800">
          <a:solidFill>
            <a:schemeClr val="tx1"/>
          </a:solidFill>
          <a:latin typeface="+mn-lt"/>
        </a:defRPr>
      </a:lvl3pPr>
      <a:lvl4pPr marL="897700" indent="-297483" algn="l" rtl="0" eaLnBrk="1" fontAlgn="base" hangingPunct="1">
        <a:spcBef>
          <a:spcPct val="20000"/>
        </a:spcBef>
        <a:spcAft>
          <a:spcPct val="30000"/>
        </a:spcAft>
        <a:buClr>
          <a:schemeClr val="tx1"/>
        </a:buClr>
        <a:buChar char="–"/>
        <a:defRPr sz="1800">
          <a:solidFill>
            <a:schemeClr val="tx1"/>
          </a:solidFill>
          <a:latin typeface="+mn-lt"/>
        </a:defRPr>
      </a:lvl4pPr>
      <a:lvl5pPr marL="1196932" indent="-297483" algn="l" rtl="0" eaLnBrk="1" fontAlgn="base" hangingPunct="1">
        <a:spcBef>
          <a:spcPct val="20000"/>
        </a:spcBef>
        <a:spcAft>
          <a:spcPct val="30000"/>
        </a:spcAft>
        <a:buClr>
          <a:schemeClr val="tx1"/>
        </a:buClr>
        <a:buChar char="–"/>
        <a:defRPr sz="1800">
          <a:solidFill>
            <a:schemeClr val="tx1"/>
          </a:solidFill>
          <a:latin typeface="+mn-lt"/>
        </a:defRPr>
      </a:lvl5pPr>
      <a:lvl6pPr marL="1700904" indent="-297483" algn="l" rtl="0" eaLnBrk="1" fontAlgn="base" hangingPunct="1">
        <a:spcBef>
          <a:spcPct val="20000"/>
        </a:spcBef>
        <a:spcAft>
          <a:spcPct val="30000"/>
        </a:spcAft>
        <a:buClr>
          <a:schemeClr val="tx1"/>
        </a:buClr>
        <a:buChar char="–"/>
        <a:defRPr sz="1800">
          <a:solidFill>
            <a:schemeClr val="tx1"/>
          </a:solidFill>
          <a:latin typeface="+mn-lt"/>
        </a:defRPr>
      </a:lvl6pPr>
      <a:lvl7pPr marL="2204876" indent="-297483" algn="l" rtl="0" eaLnBrk="1" fontAlgn="base" hangingPunct="1">
        <a:spcBef>
          <a:spcPct val="20000"/>
        </a:spcBef>
        <a:spcAft>
          <a:spcPct val="30000"/>
        </a:spcAft>
        <a:buClr>
          <a:schemeClr val="tx1"/>
        </a:buClr>
        <a:buChar char="–"/>
        <a:defRPr sz="1800">
          <a:solidFill>
            <a:schemeClr val="tx1"/>
          </a:solidFill>
          <a:latin typeface="+mn-lt"/>
        </a:defRPr>
      </a:lvl7pPr>
      <a:lvl8pPr marL="2708847" indent="-297483" algn="l" rtl="0" eaLnBrk="1" fontAlgn="base" hangingPunct="1">
        <a:spcBef>
          <a:spcPct val="20000"/>
        </a:spcBef>
        <a:spcAft>
          <a:spcPct val="30000"/>
        </a:spcAft>
        <a:buClr>
          <a:schemeClr val="tx1"/>
        </a:buClr>
        <a:buChar char="–"/>
        <a:defRPr sz="1800">
          <a:solidFill>
            <a:schemeClr val="tx1"/>
          </a:solidFill>
          <a:latin typeface="+mn-lt"/>
        </a:defRPr>
      </a:lvl8pPr>
      <a:lvl9pPr marL="3212819" indent="-297483" algn="l" rtl="0" eaLnBrk="1" fontAlgn="base" hangingPunct="1">
        <a:spcBef>
          <a:spcPct val="20000"/>
        </a:spcBef>
        <a:spcAft>
          <a:spcPct val="30000"/>
        </a:spcAft>
        <a:buClr>
          <a:schemeClr val="tx1"/>
        </a:buClr>
        <a:buChar char="–"/>
        <a:defRPr sz="1800">
          <a:solidFill>
            <a:schemeClr val="tx1"/>
          </a:solidFill>
          <a:latin typeface="+mn-lt"/>
        </a:defRPr>
      </a:lvl9pPr>
    </p:bodyStyle>
    <p:otherStyle>
      <a:defPPr>
        <a:defRPr lang="nb-NO"/>
      </a:defPPr>
      <a:lvl1pPr marL="0" algn="l" defTabSz="1007943" rtl="0" eaLnBrk="1" latinLnBrk="0" hangingPunct="1">
        <a:defRPr sz="2000" kern="1200">
          <a:solidFill>
            <a:schemeClr val="tx1"/>
          </a:solidFill>
          <a:latin typeface="+mn-lt"/>
          <a:ea typeface="+mn-ea"/>
          <a:cs typeface="+mn-cs"/>
        </a:defRPr>
      </a:lvl1pPr>
      <a:lvl2pPr marL="503972" algn="l" defTabSz="1007943" rtl="0" eaLnBrk="1" latinLnBrk="0" hangingPunct="1">
        <a:defRPr sz="2000" kern="1200">
          <a:solidFill>
            <a:schemeClr val="tx1"/>
          </a:solidFill>
          <a:latin typeface="+mn-lt"/>
          <a:ea typeface="+mn-ea"/>
          <a:cs typeface="+mn-cs"/>
        </a:defRPr>
      </a:lvl2pPr>
      <a:lvl3pPr marL="1007943" algn="l" defTabSz="1007943" rtl="0" eaLnBrk="1" latinLnBrk="0" hangingPunct="1">
        <a:defRPr sz="2000" kern="1200">
          <a:solidFill>
            <a:schemeClr val="tx1"/>
          </a:solidFill>
          <a:latin typeface="+mn-lt"/>
          <a:ea typeface="+mn-ea"/>
          <a:cs typeface="+mn-cs"/>
        </a:defRPr>
      </a:lvl3pPr>
      <a:lvl4pPr marL="1511915" algn="l" defTabSz="1007943" rtl="0" eaLnBrk="1" latinLnBrk="0" hangingPunct="1">
        <a:defRPr sz="2000" kern="1200">
          <a:solidFill>
            <a:schemeClr val="tx1"/>
          </a:solidFill>
          <a:latin typeface="+mn-lt"/>
          <a:ea typeface="+mn-ea"/>
          <a:cs typeface="+mn-cs"/>
        </a:defRPr>
      </a:lvl4pPr>
      <a:lvl5pPr marL="2015886" algn="l" defTabSz="1007943" rtl="0" eaLnBrk="1" latinLnBrk="0" hangingPunct="1">
        <a:defRPr sz="2000" kern="1200">
          <a:solidFill>
            <a:schemeClr val="tx1"/>
          </a:solidFill>
          <a:latin typeface="+mn-lt"/>
          <a:ea typeface="+mn-ea"/>
          <a:cs typeface="+mn-cs"/>
        </a:defRPr>
      </a:lvl5pPr>
      <a:lvl6pPr marL="2519858" algn="l" defTabSz="1007943" rtl="0" eaLnBrk="1" latinLnBrk="0" hangingPunct="1">
        <a:defRPr sz="2000" kern="1200">
          <a:solidFill>
            <a:schemeClr val="tx1"/>
          </a:solidFill>
          <a:latin typeface="+mn-lt"/>
          <a:ea typeface="+mn-ea"/>
          <a:cs typeface="+mn-cs"/>
        </a:defRPr>
      </a:lvl6pPr>
      <a:lvl7pPr marL="3023829" algn="l" defTabSz="1007943" rtl="0" eaLnBrk="1" latinLnBrk="0" hangingPunct="1">
        <a:defRPr sz="2000" kern="1200">
          <a:solidFill>
            <a:schemeClr val="tx1"/>
          </a:solidFill>
          <a:latin typeface="+mn-lt"/>
          <a:ea typeface="+mn-ea"/>
          <a:cs typeface="+mn-cs"/>
        </a:defRPr>
      </a:lvl7pPr>
      <a:lvl8pPr marL="3527801" algn="l" defTabSz="1007943" rtl="0" eaLnBrk="1" latinLnBrk="0" hangingPunct="1">
        <a:defRPr sz="2000" kern="1200">
          <a:solidFill>
            <a:schemeClr val="tx1"/>
          </a:solidFill>
          <a:latin typeface="+mn-lt"/>
          <a:ea typeface="+mn-ea"/>
          <a:cs typeface="+mn-cs"/>
        </a:defRPr>
      </a:lvl8pPr>
      <a:lvl9pPr marL="4031772" algn="l" defTabSz="1007943"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ctrTitle"/>
          </p:nvPr>
        </p:nvSpPr>
        <p:spPr>
          <a:xfrm>
            <a:off x="3754428" y="2708267"/>
            <a:ext cx="1683168" cy="419982"/>
          </a:xfrm>
        </p:spPr>
        <p:txBody>
          <a:bodyPr/>
          <a:lstStyle/>
          <a:p>
            <a:r>
              <a:rPr lang="nb-NO" dirty="0" err="1" smtClean="0"/>
              <a:t>JigZaw</a:t>
            </a:r>
            <a:endParaRPr lang="nb-NO" dirty="0"/>
          </a:p>
        </p:txBody>
      </p:sp>
      <p:sp>
        <p:nvSpPr>
          <p:cNvPr id="3" name="Undertittel 2"/>
          <p:cNvSpPr>
            <a:spLocks noGrp="1"/>
          </p:cNvSpPr>
          <p:nvPr>
            <p:ph type="subTitle" sz="quarter" idx="1"/>
          </p:nvPr>
        </p:nvSpPr>
        <p:spPr>
          <a:xfrm>
            <a:off x="2399294" y="3494085"/>
            <a:ext cx="4393437" cy="419982"/>
          </a:xfrm>
        </p:spPr>
        <p:txBody>
          <a:bodyPr/>
          <a:lstStyle/>
          <a:p>
            <a:r>
              <a:rPr lang="nb-NO" dirty="0" smtClean="0"/>
              <a:t>”Verifiser Forventet Funksjonalitet”</a:t>
            </a:r>
            <a:endParaRPr lang="nb-NO" dirty="0"/>
          </a:p>
        </p:txBody>
      </p:sp>
      <p:sp>
        <p:nvSpPr>
          <p:cNvPr id="5" name="TekstSylinder 4"/>
          <p:cNvSpPr txBox="1"/>
          <p:nvPr/>
        </p:nvSpPr>
        <p:spPr>
          <a:xfrm>
            <a:off x="2799014" y="4137027"/>
            <a:ext cx="3593996" cy="1569660"/>
          </a:xfrm>
          <a:prstGeom prst="rect">
            <a:avLst/>
          </a:prstGeom>
          <a:noFill/>
        </p:spPr>
        <p:txBody>
          <a:bodyPr wrap="none" rtlCol="0">
            <a:spAutoFit/>
          </a:bodyPr>
          <a:lstStyle/>
          <a:p>
            <a:pPr algn="ctr"/>
            <a:r>
              <a:rPr lang="nb-NO" sz="2400" dirty="0" err="1" smtClean="0">
                <a:latin typeface="Verdana" pitchFamily="34" charset="0"/>
              </a:rPr>
              <a:t>Teststategi</a:t>
            </a:r>
            <a:r>
              <a:rPr lang="nb-NO" sz="2400" dirty="0" smtClean="0">
                <a:latin typeface="Verdana" pitchFamily="34" charset="0"/>
              </a:rPr>
              <a:t> utviklet av</a:t>
            </a:r>
          </a:p>
          <a:p>
            <a:pPr algn="ctr"/>
            <a:endParaRPr lang="nb-NO" sz="2400" dirty="0" smtClean="0">
              <a:latin typeface="Verdana" pitchFamily="34" charset="0"/>
            </a:endParaRPr>
          </a:p>
          <a:p>
            <a:pPr algn="ctr"/>
            <a:r>
              <a:rPr lang="nb-NO" sz="2400" dirty="0" smtClean="0">
                <a:latin typeface="Verdana" pitchFamily="34" charset="0"/>
              </a:rPr>
              <a:t>Erik </a:t>
            </a:r>
            <a:r>
              <a:rPr lang="nb-NO" sz="2400" dirty="0" err="1" smtClean="0">
                <a:latin typeface="Verdana" pitchFamily="34" charset="0"/>
              </a:rPr>
              <a:t>Drolshammer</a:t>
            </a:r>
            <a:endParaRPr lang="nb-NO" sz="2400" dirty="0" smtClean="0">
              <a:latin typeface="Verdana" pitchFamily="34" charset="0"/>
            </a:endParaRPr>
          </a:p>
          <a:p>
            <a:pPr algn="ctr"/>
            <a:r>
              <a:rPr lang="nb-NO" sz="2400" dirty="0" smtClean="0">
                <a:latin typeface="Verdana" pitchFamily="34" charset="0"/>
              </a:rPr>
              <a:t>Bård Lind</a:t>
            </a:r>
            <a:endParaRPr lang="nb-NO" sz="2400" dirty="0">
              <a:latin typeface="Verdana" pitchFamily="34"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tel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nb-NO" dirty="0" smtClean="0"/>
              <a:t>Bård Lind</a:t>
            </a:r>
            <a:endParaRPr lang="nb-NO" dirty="0"/>
          </a:p>
        </p:txBody>
      </p:sp>
      <p:sp>
        <p:nvSpPr>
          <p:cNvPr id="3" name="Undertittel 2"/>
          <p:cNvSpPr txBox="1">
            <a:spLocks noGrp="1"/>
          </p:cNvSpPr>
          <p:nvPr>
            <p:ph type="subTitle" idx="4294967295"/>
          </p:nvPr>
        </p:nvSpPr>
        <p:spPr>
          <a:xfrm>
            <a:off x="0" y="1993900"/>
            <a:ext cx="10080625" cy="3721100"/>
          </a:xfrm>
        </p:spPr>
        <p:txBody>
          <a:bodyPr anchor="ct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marL="0" lvl="0" indent="-216000" algn="ctr">
              <a:buNone/>
            </a:pPr>
            <a:r>
              <a:rPr lang="nb-NO" dirty="0"/>
              <a:t>Java siden 1997</a:t>
            </a:r>
          </a:p>
          <a:p>
            <a:pPr marL="0" lvl="0" indent="-216000" algn="ctr">
              <a:buNone/>
            </a:pPr>
            <a:r>
              <a:rPr lang="nb-NO" dirty="0"/>
              <a:t>Arkitekt siden 2000</a:t>
            </a:r>
          </a:p>
          <a:p>
            <a:pPr marL="0" lvl="0" indent="-216000" algn="ctr">
              <a:buNone/>
            </a:pPr>
            <a:r>
              <a:rPr lang="nb-NO" dirty="0" err="1"/>
              <a:t>JavaBin</a:t>
            </a:r>
            <a:r>
              <a:rPr lang="nb-NO" dirty="0"/>
              <a:t> siden 1999</a:t>
            </a:r>
          </a:p>
          <a:p>
            <a:pPr marL="0" lvl="0" indent="-216000" algn="ctr">
              <a:buNone/>
            </a:pPr>
            <a:r>
              <a:rPr lang="nb-NO" dirty="0"/>
              <a:t>Enterprise </a:t>
            </a:r>
            <a:r>
              <a:rPr lang="nb-NO" dirty="0" err="1"/>
              <a:t>Domain</a:t>
            </a:r>
            <a:r>
              <a:rPr lang="nb-NO" dirty="0"/>
              <a:t> </a:t>
            </a:r>
            <a:r>
              <a:rPr lang="nb-NO" dirty="0" err="1"/>
              <a:t>Repository</a:t>
            </a:r>
            <a:endParaRPr lang="nb-NO" dirty="0"/>
          </a:p>
          <a:p>
            <a:pPr marL="0" lvl="0" indent="-216000" algn="ctr">
              <a:buNone/>
            </a:pPr>
            <a:r>
              <a:rPr lang="nb-NO" dirty="0"/>
              <a:t>og </a:t>
            </a:r>
            <a:r>
              <a:rPr lang="nb-NO" dirty="0" err="1" smtClean="0"/>
              <a:t>JigZaw-teststrategi</a:t>
            </a:r>
            <a:endParaRPr lang="nb-NO" dirty="0" smtClean="0"/>
          </a:p>
          <a:p>
            <a:pPr marL="0" lvl="0" indent="-216000" algn="ctr">
              <a:buNone/>
            </a:pPr>
            <a:endParaRPr lang="nb-NO" dirty="0" smtClean="0"/>
          </a:p>
          <a:p>
            <a:pPr marL="0" lvl="0" indent="-216000" algn="ctr">
              <a:buNone/>
            </a:pPr>
            <a:r>
              <a:rPr lang="nb-NO" dirty="0" smtClean="0"/>
              <a:t>Arkitekt i Telenor CID/CSS siden 2009</a:t>
            </a:r>
          </a:p>
          <a:p>
            <a:pPr marL="0" lvl="0" indent="-216000" algn="ctr">
              <a:buNone/>
            </a:pPr>
            <a:r>
              <a:rPr lang="nb-NO" dirty="0" err="1" smtClean="0"/>
              <a:t>Twitter</a:t>
            </a:r>
            <a:r>
              <a:rPr lang="nb-NO" dirty="0"/>
              <a:t>: </a:t>
            </a:r>
            <a:r>
              <a:rPr lang="nb-NO" dirty="0" err="1"/>
              <a:t>baardl</a:t>
            </a:r>
            <a:endParaRPr lang="nb-NO" dirty="0"/>
          </a:p>
          <a:p>
            <a:pPr marL="0" lvl="0" indent="-216000" algn="ctr">
              <a:buNone/>
            </a:pPr>
            <a:r>
              <a:rPr lang="nb-NO" dirty="0" err="1" smtClean="0"/>
              <a:t>bard.lind@telenor.com</a:t>
            </a:r>
            <a:endParaRPr lang="nb-NO"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descr="JigZaw-Cantara.png"/>
          <p:cNvPicPr>
            <a:picLocks noChangeAspect="1"/>
          </p:cNvPicPr>
          <p:nvPr/>
        </p:nvPicPr>
        <p:blipFill>
          <a:blip r:embed="rId3" cstate="print"/>
          <a:stretch>
            <a:fillRect/>
          </a:stretch>
        </p:blipFill>
        <p:spPr>
          <a:xfrm>
            <a:off x="0" y="0"/>
            <a:ext cx="10080625" cy="6579187"/>
          </a:xfrm>
          <a:prstGeom prst="rect">
            <a:avLst/>
          </a:prstGeom>
        </p:spPr>
      </p:pic>
      <p:sp>
        <p:nvSpPr>
          <p:cNvPr id="4" name="TekstSylinder 3"/>
          <p:cNvSpPr txBox="1"/>
          <p:nvPr/>
        </p:nvSpPr>
        <p:spPr>
          <a:xfrm>
            <a:off x="2039916" y="6994547"/>
            <a:ext cx="6215106" cy="369332"/>
          </a:xfrm>
          <a:prstGeom prst="rect">
            <a:avLst/>
          </a:prstGeom>
          <a:solidFill>
            <a:schemeClr val="accent2"/>
          </a:solidFill>
        </p:spPr>
        <p:txBody>
          <a:bodyPr wrap="square" rtlCol="0">
            <a:spAutoFit/>
          </a:bodyPr>
          <a:lstStyle/>
          <a:p>
            <a:r>
              <a:rPr lang="nb-NO" dirty="0" smtClean="0"/>
              <a:t>http://wiki.cantara.no/display/smidigtonull/JigZaw</a:t>
            </a:r>
            <a:endParaRPr lang="nb-NO" dirty="0"/>
          </a:p>
        </p:txBody>
      </p:sp>
      <p:sp>
        <p:nvSpPr>
          <p:cNvPr id="5" name="Tittel 4"/>
          <p:cNvSpPr>
            <a:spLocks noGrp="1"/>
          </p:cNvSpPr>
          <p:nvPr>
            <p:ph type="title"/>
          </p:nvPr>
        </p:nvSpPr>
        <p:spPr>
          <a:xfrm>
            <a:off x="0" y="922317"/>
            <a:ext cx="8400521" cy="1007957"/>
          </a:xfrm>
        </p:spPr>
        <p:txBody>
          <a:bodyPr/>
          <a:lstStyle/>
          <a:p>
            <a:endParaRPr lang="nb-NO"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Hva vi ønsker å oppnå</a:t>
            </a:r>
            <a:endParaRPr lang="nb-NO" dirty="0"/>
          </a:p>
        </p:txBody>
      </p:sp>
      <p:sp>
        <p:nvSpPr>
          <p:cNvPr id="3" name="Plassholder for innhold 2"/>
          <p:cNvSpPr>
            <a:spLocks noGrp="1"/>
          </p:cNvSpPr>
          <p:nvPr>
            <p:ph idx="1"/>
          </p:nvPr>
        </p:nvSpPr>
        <p:spPr/>
        <p:txBody>
          <a:bodyPr/>
          <a:lstStyle/>
          <a:p>
            <a:endParaRPr lang="nb-NO" dirty="0" smtClean="0"/>
          </a:p>
          <a:p>
            <a:pPr>
              <a:buFont typeface="Arial" pitchFamily="34" charset="0"/>
              <a:buChar char="•"/>
            </a:pPr>
            <a:r>
              <a:rPr lang="nb-NO" dirty="0" err="1" smtClean="0"/>
              <a:t>Ultimat</a:t>
            </a:r>
            <a:r>
              <a:rPr lang="nb-NO" dirty="0" smtClean="0"/>
              <a:t> mål: kortere tid fra </a:t>
            </a:r>
            <a:r>
              <a:rPr lang="nb-NO" dirty="0" err="1" smtClean="0"/>
              <a:t>idee</a:t>
            </a:r>
            <a:r>
              <a:rPr lang="nb-NO" dirty="0" smtClean="0"/>
              <a:t> til produksjon</a:t>
            </a:r>
          </a:p>
          <a:p>
            <a:pPr>
              <a:buFont typeface="Arial" pitchFamily="34" charset="0"/>
              <a:buChar char="•"/>
            </a:pPr>
            <a:endParaRPr lang="nb-NO" dirty="0" smtClean="0"/>
          </a:p>
          <a:p>
            <a:pPr>
              <a:buFont typeface="Arial" pitchFamily="34" charset="0"/>
              <a:buChar char="•"/>
            </a:pPr>
            <a:r>
              <a:rPr lang="nb-NO" dirty="0" smtClean="0"/>
              <a:t>Bruke mindre tid på testing totalt sett</a:t>
            </a:r>
            <a:r>
              <a:rPr lang="nb-NO" dirty="0" smtClean="0"/>
              <a:t>.</a:t>
            </a:r>
          </a:p>
          <a:p>
            <a:pPr>
              <a:buFont typeface="Arial" pitchFamily="34" charset="0"/>
              <a:buChar char="•"/>
            </a:pPr>
            <a:endParaRPr lang="nb-NO" dirty="0" smtClean="0"/>
          </a:p>
          <a:p>
            <a:pPr>
              <a:buFont typeface="Arial" pitchFamily="34" charset="0"/>
              <a:buChar char="•"/>
            </a:pPr>
            <a:r>
              <a:rPr lang="nb-NO" dirty="0" smtClean="0"/>
              <a:t>Hvordan:</a:t>
            </a:r>
          </a:p>
          <a:p>
            <a:pPr lvl="2">
              <a:buFont typeface="Arial" pitchFamily="34" charset="0"/>
              <a:buChar char="•"/>
            </a:pPr>
            <a:r>
              <a:rPr lang="nb-NO" dirty="0" smtClean="0"/>
              <a:t>Splitt og hersk (</a:t>
            </a:r>
            <a:r>
              <a:rPr lang="nb-NO" dirty="0" err="1" smtClean="0"/>
              <a:t>Divide</a:t>
            </a:r>
            <a:r>
              <a:rPr lang="nb-NO" dirty="0" smtClean="0"/>
              <a:t> and </a:t>
            </a:r>
            <a:r>
              <a:rPr lang="nb-NO" dirty="0" err="1" smtClean="0"/>
              <a:t>Conquer</a:t>
            </a:r>
            <a:r>
              <a:rPr lang="nb-NO" dirty="0" smtClean="0"/>
              <a:t>)</a:t>
            </a:r>
          </a:p>
          <a:p>
            <a:pPr lvl="2">
              <a:buFont typeface="Arial" pitchFamily="34" charset="0"/>
              <a:buChar char="•"/>
            </a:pPr>
            <a:r>
              <a:rPr lang="nb-NO" dirty="0" smtClean="0"/>
              <a:t>Grupper kan være avhengig av hverandre.</a:t>
            </a:r>
          </a:p>
          <a:p>
            <a:pPr lvl="2">
              <a:buFont typeface="Arial" pitchFamily="34" charset="0"/>
              <a:buChar char="•"/>
            </a:pPr>
            <a:r>
              <a:rPr lang="nb-NO" dirty="0" smtClean="0"/>
              <a:t>Verktøy tilgjengelig lar deg teste det du ikke kunne teste før</a:t>
            </a:r>
            <a:r>
              <a:rPr lang="nb-NO" dirty="0" smtClean="0"/>
              <a:t>.</a:t>
            </a:r>
          </a:p>
          <a:p>
            <a:pPr lvl="2">
              <a:buFont typeface="Arial" pitchFamily="34" charset="0"/>
              <a:buChar char="•"/>
            </a:pPr>
            <a:r>
              <a:rPr lang="nb-NO" dirty="0" smtClean="0"/>
              <a:t>Sum av tester verifiserer forventet funksjonalitet.</a:t>
            </a:r>
            <a:endParaRPr lang="nb-NO" dirty="0" smtClean="0"/>
          </a:p>
          <a:p>
            <a:pPr lvl="1">
              <a:buFont typeface="Arial" pitchFamily="34" charset="0"/>
              <a:buChar char="•"/>
            </a:pPr>
            <a:endParaRPr lang="nb-NO" dirty="0"/>
          </a:p>
        </p:txBody>
      </p:sp>
      <p:sp>
        <p:nvSpPr>
          <p:cNvPr id="6" name="Plassholder for bunntekst 5"/>
          <p:cNvSpPr>
            <a:spLocks noGrp="1"/>
          </p:cNvSpPr>
          <p:nvPr>
            <p:ph type="ftr" sz="quarter" idx="12"/>
          </p:nvPr>
        </p:nvSpPr>
        <p:spPr/>
        <p:txBody>
          <a:bodyPr/>
          <a:lstStyle/>
          <a:p>
            <a:r>
              <a:rPr lang="nb-NO" smtClean="0"/>
              <a:t>JigZaw - Verifsiser Forventet Funksjonalitet</a:t>
            </a:r>
            <a:endParaRPr lang="nb-NO"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tel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nb-NO" dirty="0" smtClean="0"/>
              <a:t>Forutsetning</a:t>
            </a:r>
            <a:endParaRPr lang="nb-NO" dirty="0"/>
          </a:p>
        </p:txBody>
      </p:sp>
      <p:sp>
        <p:nvSpPr>
          <p:cNvPr id="3" name="Plassholder for tekst 2"/>
          <p:cNvSpPr txBox="1">
            <a:spLocks noGrp="1"/>
          </p:cNvSpPr>
          <p:nvPr>
            <p:ph idx="1"/>
          </p:nvPr>
        </p:nvSpPr>
        <p:spPr/>
        <p:txBody>
          <a:bodyPr/>
          <a:lstStyle>
            <a:defPPr marL="432000" marR="0" lvl="0" indent="-324000">
              <a:spcBef>
                <a:spcPts val="0"/>
              </a:spcBef>
              <a:spcAft>
                <a:spcPts val="1417"/>
              </a:spcAft>
              <a:buSzPct val="45000"/>
              <a:buFont typeface="StarSymbol"/>
              <a:buNone/>
              <a:defRPr lang="nb-NO" sz="3200" b="0" i="0" u="none" strike="noStrike">
                <a:ln>
                  <a:noFill/>
                </a:ln>
                <a:latin typeface="Albany" pitchFamily="18"/>
                <a:ea typeface="Andale Sans UI" pitchFamily="2"/>
                <a:cs typeface="Tahoma" pitchFamily="2"/>
              </a:defRPr>
            </a:defPPr>
            <a:lvl1pPr marL="432000" marR="0" lvl="0" indent="-324000">
              <a:spcBef>
                <a:spcPts val="0"/>
              </a:spcBef>
              <a:spcAft>
                <a:spcPts val="1417"/>
              </a:spcAft>
              <a:buSzPct val="45000"/>
              <a:buFont typeface="StarSymbol"/>
              <a:buChar char="●"/>
              <a:defRPr lang="nb-NO" sz="3200" b="0" i="0" u="none" strike="noStrike">
                <a:ln>
                  <a:noFill/>
                </a:ln>
                <a:latin typeface="Albany" pitchFamily="18"/>
                <a:ea typeface="Andale Sans UI" pitchFamily="2"/>
                <a:cs typeface="Tahoma" pitchFamily="2"/>
              </a:defRPr>
            </a:lvl1pPr>
            <a:lvl2pPr marL="864000" marR="0" lvl="1" indent="-288000">
              <a:spcBef>
                <a:spcPts val="0"/>
              </a:spcBef>
              <a:spcAft>
                <a:spcPts val="1134"/>
              </a:spcAft>
              <a:buSzPct val="75000"/>
              <a:buFont typeface="StarSymbol"/>
              <a:buChar char="–"/>
              <a:defRPr lang="nb-NO" sz="2800" b="0" i="0" u="none" strike="noStrike">
                <a:ln>
                  <a:noFill/>
                </a:ln>
                <a:latin typeface="Albany" pitchFamily="18"/>
                <a:ea typeface="Andale Sans UI" pitchFamily="2"/>
                <a:cs typeface="Tahoma" pitchFamily="2"/>
              </a:defRPr>
            </a:lvl2pPr>
            <a:lvl3pPr marL="1296000" marR="0" lvl="2" indent="-216000">
              <a:spcBef>
                <a:spcPts val="0"/>
              </a:spcBef>
              <a:spcAft>
                <a:spcPts val="850"/>
              </a:spcAft>
              <a:buSzPct val="45000"/>
              <a:buFont typeface="StarSymbol"/>
              <a:buChar char="●"/>
              <a:defRPr lang="nb-NO" sz="2400" b="0" i="0" u="none" strike="noStrike">
                <a:ln>
                  <a:noFill/>
                </a:ln>
                <a:latin typeface="Albany" pitchFamily="18"/>
                <a:ea typeface="Andale Sans UI" pitchFamily="2"/>
                <a:cs typeface="Tahoma" pitchFamily="2"/>
              </a:defRPr>
            </a:lvl3pPr>
            <a:lvl4pPr marL="1728000" marR="0" lvl="3" indent="-216000">
              <a:spcBef>
                <a:spcPts val="0"/>
              </a:spcBef>
              <a:spcAft>
                <a:spcPts val="567"/>
              </a:spcAft>
              <a:buSzPct val="75000"/>
              <a:buFont typeface="StarSymbol"/>
              <a:buChar char="–"/>
              <a:defRPr lang="nb-NO" sz="2000" b="0" i="0" u="none" strike="noStrike">
                <a:ln>
                  <a:noFill/>
                </a:ln>
                <a:latin typeface="Albany" pitchFamily="18"/>
                <a:ea typeface="Andale Sans UI" pitchFamily="2"/>
                <a:cs typeface="Tahoma" pitchFamily="2"/>
              </a:defRPr>
            </a:lvl4pPr>
            <a:lvl5pPr marL="2160000" marR="0" lvl="4"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5pPr>
            <a:lvl6pPr marL="2592000" marR="0" lvl="5"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6pPr>
            <a:lvl7pPr marL="3024000" marR="0" lvl="6"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7pPr>
            <a:lvl8pPr marL="3456000" marR="0" lvl="7"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8pPr>
            <a:lvl9pPr marL="3887999" marR="0" lvl="8"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9pPr>
          </a:lstStyle>
          <a:p>
            <a:r>
              <a:rPr lang="nb-NO" sz="1800" dirty="0" smtClean="0">
                <a:latin typeface="+mn-lt"/>
              </a:rPr>
              <a:t>Enhetstesting med </a:t>
            </a:r>
            <a:r>
              <a:rPr lang="nb-NO" sz="1800" dirty="0" err="1" smtClean="0">
                <a:latin typeface="+mn-lt"/>
              </a:rPr>
              <a:t>Junit</a:t>
            </a:r>
            <a:r>
              <a:rPr lang="nb-NO" sz="1800" dirty="0" smtClean="0">
                <a:latin typeface="+mn-lt"/>
              </a:rPr>
              <a:t> brukes i prosjektet</a:t>
            </a:r>
          </a:p>
          <a:p>
            <a:r>
              <a:rPr lang="nb-NO" sz="1800" dirty="0" smtClean="0">
                <a:latin typeface="+mn-lt"/>
              </a:rPr>
              <a:t>CI server brukes i prosjektet</a:t>
            </a:r>
          </a:p>
          <a:p>
            <a:r>
              <a:rPr lang="nb-NO" sz="1800" dirty="0" smtClean="0">
                <a:latin typeface="+mn-lt"/>
              </a:rPr>
              <a:t>Automatisk bygg via Maven, eller Ant</a:t>
            </a:r>
          </a:p>
          <a:p>
            <a:endParaRPr lang="nb-NO" sz="1800" dirty="0" smtClean="0">
              <a:latin typeface="+mn-lt"/>
            </a:endParaRPr>
          </a:p>
          <a:p>
            <a:r>
              <a:rPr lang="nb-NO" sz="1800" dirty="0" smtClean="0">
                <a:latin typeface="+mn-lt"/>
              </a:rPr>
              <a:t>Prosjekt == Produkt, </a:t>
            </a:r>
            <a:r>
              <a:rPr lang="nb-NO" sz="1800" dirty="0" smtClean="0">
                <a:latin typeface="+mn-lt"/>
              </a:rPr>
              <a:t>kostnader </a:t>
            </a:r>
            <a:r>
              <a:rPr lang="nb-NO" sz="1800" dirty="0" smtClean="0">
                <a:latin typeface="+mn-lt"/>
              </a:rPr>
              <a:t>slutter </a:t>
            </a:r>
            <a:r>
              <a:rPr lang="nb-NO" sz="1800" dirty="0" smtClean="0">
                <a:latin typeface="+mn-lt"/>
              </a:rPr>
              <a:t>ikke når 1. leveranse er gjort</a:t>
            </a:r>
            <a:endParaRPr lang="nb-NO" sz="1800" dirty="0">
              <a:latin typeface="+mn-lt"/>
            </a:endParaRPr>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Felles språk</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err="1" smtClean="0"/>
              <a:t>Ende-til-ende</a:t>
            </a:r>
            <a:r>
              <a:rPr lang="nb-NO" dirty="0" smtClean="0"/>
              <a:t> test</a:t>
            </a:r>
          </a:p>
          <a:p>
            <a:pPr>
              <a:buFont typeface="Arial" pitchFamily="34" charset="0"/>
              <a:buChar char="•"/>
            </a:pPr>
            <a:r>
              <a:rPr lang="nb-NO" dirty="0" smtClean="0"/>
              <a:t>Klassisk trelagsarkitektur</a:t>
            </a:r>
          </a:p>
          <a:p>
            <a:pPr>
              <a:buFont typeface="Arial" pitchFamily="34" charset="0"/>
              <a:buChar char="•"/>
            </a:pPr>
            <a:r>
              <a:rPr lang="nb-NO" dirty="0" err="1" smtClean="0"/>
              <a:t>Unit</a:t>
            </a:r>
            <a:r>
              <a:rPr lang="nb-NO" dirty="0" smtClean="0"/>
              <a:t> </a:t>
            </a:r>
            <a:r>
              <a:rPr lang="nb-NO" dirty="0" err="1" smtClean="0"/>
              <a:t>vs</a:t>
            </a:r>
            <a:r>
              <a:rPr lang="nb-NO" dirty="0" smtClean="0"/>
              <a:t> </a:t>
            </a:r>
            <a:r>
              <a:rPr lang="nb-NO" dirty="0" err="1" smtClean="0"/>
              <a:t>manuell/automatisert-manuell</a:t>
            </a:r>
            <a:r>
              <a:rPr lang="nb-NO" dirty="0" smtClean="0"/>
              <a:t> test.</a:t>
            </a:r>
          </a:p>
          <a:p>
            <a:pPr>
              <a:buFont typeface="Arial" pitchFamily="34" charset="0"/>
              <a:buChar char="•"/>
            </a:pPr>
            <a:r>
              <a:rPr lang="nb-NO" dirty="0" err="1" smtClean="0"/>
              <a:t>Stub</a:t>
            </a:r>
            <a:r>
              <a:rPr lang="nb-NO" dirty="0" smtClean="0"/>
              <a:t> og </a:t>
            </a:r>
            <a:r>
              <a:rPr lang="nb-NO" dirty="0" err="1" smtClean="0"/>
              <a:t>Mock</a:t>
            </a:r>
            <a:r>
              <a:rPr lang="nb-NO" dirty="0" smtClean="0"/>
              <a:t> er vanlig</a:t>
            </a:r>
          </a:p>
          <a:p>
            <a:pPr>
              <a:buFont typeface="Arial" pitchFamily="34" charset="0"/>
              <a:buChar char="•"/>
            </a:pPr>
            <a:r>
              <a:rPr lang="nb-NO" dirty="0" smtClean="0"/>
              <a:t>Verifiser Forventet Funksjonalitet</a:t>
            </a:r>
          </a:p>
          <a:p>
            <a:pPr>
              <a:buFont typeface="Arial" pitchFamily="34" charset="0"/>
              <a:buChar char="•"/>
            </a:pPr>
            <a:r>
              <a:rPr lang="nb-NO" dirty="0" err="1" smtClean="0"/>
              <a:t>JigZaw</a:t>
            </a:r>
            <a:r>
              <a:rPr lang="nb-NO" dirty="0" smtClean="0"/>
              <a:t> i Telenor Terminologi</a:t>
            </a:r>
          </a:p>
          <a:p>
            <a:pPr lvl="2">
              <a:buFont typeface="Arial" pitchFamily="34" charset="0"/>
              <a:buChar char="•"/>
            </a:pPr>
            <a:r>
              <a:rPr lang="nb-NO" dirty="0" smtClean="0"/>
              <a:t>Hva </a:t>
            </a:r>
            <a:r>
              <a:rPr lang="nb-NO" dirty="0" smtClean="0"/>
              <a:t>er en Integrasjonstest</a:t>
            </a:r>
            <a:r>
              <a:rPr lang="nb-NO" dirty="0" smtClean="0"/>
              <a:t>? </a:t>
            </a:r>
          </a:p>
          <a:p>
            <a:pPr lvl="2">
              <a:buFont typeface="Arial" pitchFamily="34" charset="0"/>
              <a:buChar char="•"/>
            </a:pPr>
            <a:r>
              <a:rPr lang="nb-NO" dirty="0" smtClean="0"/>
              <a:t>Systemtest?, SI Test? VKT?</a:t>
            </a:r>
            <a:endParaRPr lang="nb-NO" dirty="0" smtClean="0"/>
          </a:p>
          <a:p>
            <a:pPr lvl="2">
              <a:buFont typeface="Arial" pitchFamily="34" charset="0"/>
              <a:buChar char="•"/>
            </a:pP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name="page6">
    <p:spTree>
      <p:nvGrpSpPr>
        <p:cNvPr id="1" name=""/>
        <p:cNvGrpSpPr/>
        <p:nvPr/>
      </p:nvGrpSpPr>
      <p:grpSpPr>
        <a:xfrm>
          <a:off x="0" y="0"/>
          <a:ext cx="0" cy="0"/>
          <a:chOff x="0" y="0"/>
          <a:chExt cx="0" cy="0"/>
        </a:xfrm>
      </p:grpSpPr>
      <p:sp>
        <p:nvSpPr>
          <p:cNvPr id="2" name="Tittel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nb-NO" smtClean="0"/>
              <a:t>Bakgrunn for JigZaw</a:t>
            </a:r>
            <a:endParaRPr lang="nb-NO"/>
          </a:p>
        </p:txBody>
      </p:sp>
      <p:sp>
        <p:nvSpPr>
          <p:cNvPr id="3" name="Plassholder for tekst 2"/>
          <p:cNvSpPr txBox="1">
            <a:spLocks noGrp="1"/>
          </p:cNvSpPr>
          <p:nvPr>
            <p:ph idx="1"/>
          </p:nvPr>
        </p:nvSpPr>
        <p:spPr/>
        <p:txBody>
          <a:bodyPr/>
          <a:lstStyle>
            <a:defPPr marL="432000" marR="0" lvl="0" indent="-324000">
              <a:spcBef>
                <a:spcPts val="0"/>
              </a:spcBef>
              <a:spcAft>
                <a:spcPts val="1417"/>
              </a:spcAft>
              <a:buSzPct val="45000"/>
              <a:buFont typeface="StarSymbol"/>
              <a:buNone/>
              <a:defRPr lang="nb-NO" sz="3200" b="0" i="0" u="none" strike="noStrike">
                <a:ln>
                  <a:noFill/>
                </a:ln>
                <a:latin typeface="Albany" pitchFamily="18"/>
                <a:ea typeface="Andale Sans UI" pitchFamily="2"/>
                <a:cs typeface="Tahoma" pitchFamily="2"/>
              </a:defRPr>
            </a:defPPr>
            <a:lvl1pPr marL="432000" marR="0" lvl="0" indent="-324000">
              <a:spcBef>
                <a:spcPts val="0"/>
              </a:spcBef>
              <a:spcAft>
                <a:spcPts val="1417"/>
              </a:spcAft>
              <a:buSzPct val="45000"/>
              <a:buFont typeface="StarSymbol"/>
              <a:buChar char="●"/>
              <a:defRPr lang="nb-NO" sz="3200" b="0" i="0" u="none" strike="noStrike">
                <a:ln>
                  <a:noFill/>
                </a:ln>
                <a:latin typeface="Albany" pitchFamily="18"/>
                <a:ea typeface="Andale Sans UI" pitchFamily="2"/>
                <a:cs typeface="Tahoma" pitchFamily="2"/>
              </a:defRPr>
            </a:lvl1pPr>
            <a:lvl2pPr marL="864000" marR="0" lvl="1" indent="-288000">
              <a:spcBef>
                <a:spcPts val="0"/>
              </a:spcBef>
              <a:spcAft>
                <a:spcPts val="1134"/>
              </a:spcAft>
              <a:buSzPct val="75000"/>
              <a:buFont typeface="StarSymbol"/>
              <a:buChar char="–"/>
              <a:defRPr lang="nb-NO" sz="2800" b="0" i="0" u="none" strike="noStrike">
                <a:ln>
                  <a:noFill/>
                </a:ln>
                <a:latin typeface="Albany" pitchFamily="18"/>
                <a:ea typeface="Andale Sans UI" pitchFamily="2"/>
                <a:cs typeface="Tahoma" pitchFamily="2"/>
              </a:defRPr>
            </a:lvl2pPr>
            <a:lvl3pPr marL="1296000" marR="0" lvl="2" indent="-216000">
              <a:spcBef>
                <a:spcPts val="0"/>
              </a:spcBef>
              <a:spcAft>
                <a:spcPts val="850"/>
              </a:spcAft>
              <a:buSzPct val="45000"/>
              <a:buFont typeface="StarSymbol"/>
              <a:buChar char="●"/>
              <a:defRPr lang="nb-NO" sz="2400" b="0" i="0" u="none" strike="noStrike">
                <a:ln>
                  <a:noFill/>
                </a:ln>
                <a:latin typeface="Albany" pitchFamily="18"/>
                <a:ea typeface="Andale Sans UI" pitchFamily="2"/>
                <a:cs typeface="Tahoma" pitchFamily="2"/>
              </a:defRPr>
            </a:lvl3pPr>
            <a:lvl4pPr marL="1728000" marR="0" lvl="3" indent="-216000">
              <a:spcBef>
                <a:spcPts val="0"/>
              </a:spcBef>
              <a:spcAft>
                <a:spcPts val="567"/>
              </a:spcAft>
              <a:buSzPct val="75000"/>
              <a:buFont typeface="StarSymbol"/>
              <a:buChar char="–"/>
              <a:defRPr lang="nb-NO" sz="2000" b="0" i="0" u="none" strike="noStrike">
                <a:ln>
                  <a:noFill/>
                </a:ln>
                <a:latin typeface="Albany" pitchFamily="18"/>
                <a:ea typeface="Andale Sans UI" pitchFamily="2"/>
                <a:cs typeface="Tahoma" pitchFamily="2"/>
              </a:defRPr>
            </a:lvl4pPr>
            <a:lvl5pPr marL="2160000" marR="0" lvl="4"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5pPr>
            <a:lvl6pPr marL="2592000" marR="0" lvl="5"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6pPr>
            <a:lvl7pPr marL="3024000" marR="0" lvl="6"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7pPr>
            <a:lvl8pPr marL="3456000" marR="0" lvl="7"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8pPr>
            <a:lvl9pPr marL="3887999" marR="0" lvl="8"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9pPr>
          </a:lstStyle>
          <a:p>
            <a:pPr lvl="0"/>
            <a:r>
              <a:rPr lang="nb-NO" smtClean="0"/>
              <a:t>Finans, ende til ende testing gav trøbbel</a:t>
            </a:r>
          </a:p>
          <a:p>
            <a:pPr lvl="0"/>
            <a:r>
              <a:rPr lang="nb-NO" smtClean="0"/>
              <a:t>Simmulator-prosjekt - ikke mulig å teste med enhetstester alene</a:t>
            </a:r>
          </a:p>
          <a:p>
            <a:pPr lvl="0"/>
            <a:r>
              <a:rPr lang="nb-NO" smtClean="0"/>
              <a:t>Telenor Cinclus – veldig miljøavhengig for å kunne teste.</a:t>
            </a:r>
            <a:endParaRPr lang="nb-NO"/>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nb-NO" dirty="0" smtClean="0"/>
              <a:t>Når passer </a:t>
            </a:r>
            <a:r>
              <a:rPr lang="nb-NO" dirty="0" err="1" smtClean="0"/>
              <a:t>JigZaw</a:t>
            </a:r>
            <a:endParaRPr lang="nb-NO" dirty="0"/>
          </a:p>
        </p:txBody>
      </p:sp>
      <p:sp>
        <p:nvSpPr>
          <p:cNvPr id="3" name="Plassholder for tekst 2"/>
          <p:cNvSpPr txBox="1">
            <a:spLocks noGrp="1"/>
          </p:cNvSpPr>
          <p:nvPr>
            <p:ph idx="1"/>
          </p:nvPr>
        </p:nvSpPr>
        <p:spPr/>
        <p:txBody>
          <a:bodyPr/>
          <a:lstStyle>
            <a:defPPr marL="432000" marR="0" lvl="0" indent="-324000">
              <a:spcBef>
                <a:spcPts val="0"/>
              </a:spcBef>
              <a:spcAft>
                <a:spcPts val="1417"/>
              </a:spcAft>
              <a:buSzPct val="45000"/>
              <a:buFont typeface="StarSymbol"/>
              <a:buNone/>
              <a:defRPr lang="nb-NO" sz="3200" b="0" i="0" u="none" strike="noStrike">
                <a:ln>
                  <a:noFill/>
                </a:ln>
                <a:latin typeface="Albany" pitchFamily="18"/>
                <a:ea typeface="Andale Sans UI" pitchFamily="2"/>
                <a:cs typeface="Tahoma" pitchFamily="2"/>
              </a:defRPr>
            </a:defPPr>
            <a:lvl1pPr marL="432000" marR="0" lvl="0" indent="-324000">
              <a:spcBef>
                <a:spcPts val="0"/>
              </a:spcBef>
              <a:spcAft>
                <a:spcPts val="1417"/>
              </a:spcAft>
              <a:buSzPct val="45000"/>
              <a:buFont typeface="StarSymbol"/>
              <a:buChar char="●"/>
              <a:defRPr lang="nb-NO" sz="3200" b="0" i="0" u="none" strike="noStrike">
                <a:ln>
                  <a:noFill/>
                </a:ln>
                <a:latin typeface="Albany" pitchFamily="18"/>
                <a:ea typeface="Andale Sans UI" pitchFamily="2"/>
                <a:cs typeface="Tahoma" pitchFamily="2"/>
              </a:defRPr>
            </a:lvl1pPr>
            <a:lvl2pPr marL="864000" marR="0" lvl="1" indent="-288000">
              <a:spcBef>
                <a:spcPts val="0"/>
              </a:spcBef>
              <a:spcAft>
                <a:spcPts val="1134"/>
              </a:spcAft>
              <a:buSzPct val="75000"/>
              <a:buFont typeface="StarSymbol"/>
              <a:buChar char="–"/>
              <a:defRPr lang="nb-NO" sz="2800" b="0" i="0" u="none" strike="noStrike">
                <a:ln>
                  <a:noFill/>
                </a:ln>
                <a:latin typeface="Albany" pitchFamily="18"/>
                <a:ea typeface="Andale Sans UI" pitchFamily="2"/>
                <a:cs typeface="Tahoma" pitchFamily="2"/>
              </a:defRPr>
            </a:lvl2pPr>
            <a:lvl3pPr marL="1296000" marR="0" lvl="2" indent="-216000">
              <a:spcBef>
                <a:spcPts val="0"/>
              </a:spcBef>
              <a:spcAft>
                <a:spcPts val="850"/>
              </a:spcAft>
              <a:buSzPct val="45000"/>
              <a:buFont typeface="StarSymbol"/>
              <a:buChar char="●"/>
              <a:defRPr lang="nb-NO" sz="2400" b="0" i="0" u="none" strike="noStrike">
                <a:ln>
                  <a:noFill/>
                </a:ln>
                <a:latin typeface="Albany" pitchFamily="18"/>
                <a:ea typeface="Andale Sans UI" pitchFamily="2"/>
                <a:cs typeface="Tahoma" pitchFamily="2"/>
              </a:defRPr>
            </a:lvl3pPr>
            <a:lvl4pPr marL="1728000" marR="0" lvl="3" indent="-216000">
              <a:spcBef>
                <a:spcPts val="0"/>
              </a:spcBef>
              <a:spcAft>
                <a:spcPts val="567"/>
              </a:spcAft>
              <a:buSzPct val="75000"/>
              <a:buFont typeface="StarSymbol"/>
              <a:buChar char="–"/>
              <a:defRPr lang="nb-NO" sz="2000" b="0" i="0" u="none" strike="noStrike">
                <a:ln>
                  <a:noFill/>
                </a:ln>
                <a:latin typeface="Albany" pitchFamily="18"/>
                <a:ea typeface="Andale Sans UI" pitchFamily="2"/>
                <a:cs typeface="Tahoma" pitchFamily="2"/>
              </a:defRPr>
            </a:lvl4pPr>
            <a:lvl5pPr marL="2160000" marR="0" lvl="4"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5pPr>
            <a:lvl6pPr marL="2592000" marR="0" lvl="5"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6pPr>
            <a:lvl7pPr marL="3024000" marR="0" lvl="6"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7pPr>
            <a:lvl8pPr marL="3456000" marR="0" lvl="7"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8pPr>
            <a:lvl9pPr marL="3887999" marR="0" lvl="8" indent="-216000">
              <a:spcBef>
                <a:spcPts val="0"/>
              </a:spcBef>
              <a:spcAft>
                <a:spcPts val="283"/>
              </a:spcAft>
              <a:buSzPct val="45000"/>
              <a:buFont typeface="StarSymbol"/>
              <a:buChar char="●"/>
              <a:defRPr lang="nb-NO" sz="2000" b="0" i="0" u="none" strike="noStrike">
                <a:ln>
                  <a:noFill/>
                </a:ln>
                <a:latin typeface="Albany" pitchFamily="18"/>
                <a:ea typeface="Andale Sans UI" pitchFamily="2"/>
                <a:cs typeface="Tahoma" pitchFamily="2"/>
              </a:defRPr>
            </a:lvl9pPr>
          </a:lstStyle>
          <a:p>
            <a:pPr lvl="0"/>
            <a:r>
              <a:rPr lang="nb-NO" sz="1800" dirty="0" err="1" smtClean="0">
                <a:latin typeface="+mn-lt"/>
              </a:rPr>
              <a:t>Remote-centric</a:t>
            </a:r>
            <a:r>
              <a:rPr lang="nb-NO" sz="1800" dirty="0" smtClean="0">
                <a:latin typeface="+mn-lt"/>
              </a:rPr>
              <a:t> arkitektur.</a:t>
            </a:r>
          </a:p>
          <a:p>
            <a:pPr lvl="0"/>
            <a:r>
              <a:rPr lang="nb-NO" sz="1800" dirty="0" smtClean="0">
                <a:latin typeface="+mn-lt"/>
              </a:rPr>
              <a:t>Standard webapplikasjon.</a:t>
            </a:r>
          </a:p>
          <a:p>
            <a:pPr lvl="0"/>
            <a:r>
              <a:rPr lang="nb-NO" sz="1800" dirty="0" smtClean="0">
                <a:latin typeface="+mn-lt"/>
              </a:rPr>
              <a:t>Enterprise testing.</a:t>
            </a:r>
            <a:endParaRPr lang="nb-NO" sz="1800" dirty="0">
              <a:latin typeface="+mn-lt"/>
            </a:endParaRPr>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Teori</a:t>
            </a:r>
            <a:endParaRPr lang="nb-NO" dirty="0"/>
          </a:p>
        </p:txBody>
      </p:sp>
      <p:sp>
        <p:nvSpPr>
          <p:cNvPr id="3" name="Plassholder for innhold 2"/>
          <p:cNvSpPr>
            <a:spLocks noGrp="1"/>
          </p:cNvSpPr>
          <p:nvPr>
            <p:ph idx="1"/>
          </p:nvPr>
        </p:nvSpPr>
        <p:spPr/>
        <p:txBody>
          <a:bodyPr/>
          <a:lstStyle/>
          <a:p>
            <a:r>
              <a:rPr lang="nb-NO" dirty="0" smtClean="0"/>
              <a:t>A. Oppdeling i Ansvar</a:t>
            </a:r>
          </a:p>
          <a:p>
            <a:pPr lvl="2"/>
            <a:r>
              <a:rPr lang="nb-NO" dirty="0" smtClean="0"/>
              <a:t>Gi hver test ett eksplisitt ansvar</a:t>
            </a:r>
          </a:p>
          <a:p>
            <a:r>
              <a:rPr lang="nb-NO" dirty="0" smtClean="0"/>
              <a:t>B. Grupper testene dine</a:t>
            </a:r>
          </a:p>
          <a:p>
            <a:r>
              <a:rPr lang="nb-NO" dirty="0" smtClean="0"/>
              <a:t>C. Timeline </a:t>
            </a:r>
          </a:p>
          <a:p>
            <a:pPr>
              <a:buFont typeface="Arial" pitchFamily="34" charset="0"/>
              <a:buChar char="•"/>
            </a:pPr>
            <a:endParaRPr lang="nb-NO" dirty="0" smtClean="0"/>
          </a:p>
          <a:p>
            <a:pPr>
              <a:buFont typeface="Arial" pitchFamily="34" charset="0"/>
              <a:buChar char="•"/>
            </a:pPr>
            <a:r>
              <a:rPr lang="nb-NO" dirty="0" smtClean="0"/>
              <a:t>Summen av tester Verifiserer Forventet Funksjonalitet.</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A. Oppdeling i Ansvar</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Symptomer på trøbbel i horisonten.</a:t>
            </a:r>
          </a:p>
          <a:p>
            <a:pPr>
              <a:buFont typeface="Arial" pitchFamily="34" charset="0"/>
              <a:buChar char="•"/>
            </a:pPr>
            <a:r>
              <a:rPr lang="nb-NO" dirty="0" smtClean="0"/>
              <a:t>DP1. Single </a:t>
            </a:r>
            <a:r>
              <a:rPr lang="nb-NO" dirty="0" err="1" smtClean="0"/>
              <a:t>Responsibility</a:t>
            </a:r>
            <a:r>
              <a:rPr lang="nb-NO" dirty="0" smtClean="0"/>
              <a:t> </a:t>
            </a:r>
            <a:r>
              <a:rPr lang="nb-NO" dirty="0" err="1" smtClean="0"/>
              <a:t>Principle</a:t>
            </a:r>
            <a:endParaRPr lang="nb-NO" dirty="0" smtClean="0"/>
          </a:p>
          <a:p>
            <a:pPr>
              <a:buFont typeface="Arial" pitchFamily="34" charset="0"/>
              <a:buChar char="•"/>
            </a:pPr>
            <a:r>
              <a:rPr lang="nb-NO" dirty="0" smtClean="0"/>
              <a:t>DP2. </a:t>
            </a:r>
            <a:r>
              <a:rPr lang="nb-NO" dirty="0" err="1" smtClean="0"/>
              <a:t>Divide</a:t>
            </a:r>
            <a:r>
              <a:rPr lang="nb-NO" dirty="0" smtClean="0"/>
              <a:t> and </a:t>
            </a:r>
            <a:r>
              <a:rPr lang="nb-NO" dirty="0" err="1" smtClean="0"/>
              <a:t>Conquer</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tel 11"/>
          <p:cNvSpPr>
            <a:spLocks noGrp="1"/>
          </p:cNvSpPr>
          <p:nvPr>
            <p:ph type="title"/>
          </p:nvPr>
        </p:nvSpPr>
        <p:spPr/>
        <p:txBody>
          <a:bodyPr/>
          <a:lstStyle/>
          <a:p>
            <a:endParaRPr lang="nb-NO"/>
          </a:p>
        </p:txBody>
      </p:sp>
      <p:sp>
        <p:nvSpPr>
          <p:cNvPr id="3" name="Plassholder for innhold 2"/>
          <p:cNvSpPr>
            <a:spLocks noGrp="1"/>
          </p:cNvSpPr>
          <p:nvPr>
            <p:ph idx="1"/>
          </p:nvPr>
        </p:nvSpPr>
        <p:spPr/>
        <p:txBody>
          <a:bodyPr/>
          <a:lstStyle/>
          <a:p>
            <a:endParaRPr lang="nb-NO" sz="2900" dirty="0" smtClean="0">
              <a:latin typeface="+mj-lt"/>
            </a:endParaRPr>
          </a:p>
          <a:p>
            <a:r>
              <a:rPr lang="nb-NO" sz="2900" dirty="0" smtClean="0">
                <a:latin typeface="+mj-lt"/>
              </a:rPr>
              <a:t>Symptomer på trøbbel…</a:t>
            </a:r>
          </a:p>
          <a:p>
            <a:pPr>
              <a:buFont typeface="Arial" pitchFamily="34" charset="0"/>
              <a:buChar char="•"/>
            </a:pPr>
            <a:r>
              <a:rPr lang="nb-NO" sz="1800" dirty="0" smtClean="0"/>
              <a:t>Komplekst prosjekt.</a:t>
            </a:r>
          </a:p>
          <a:p>
            <a:pPr>
              <a:buFont typeface="Arial" pitchFamily="34" charset="0"/>
              <a:buChar char="•"/>
            </a:pPr>
            <a:r>
              <a:rPr lang="nb-NO" sz="1800" dirty="0" smtClean="0"/>
              <a:t>Vanskelig å skrive gode tester.</a:t>
            </a:r>
          </a:p>
          <a:p>
            <a:pPr>
              <a:buFont typeface="Arial" pitchFamily="34" charset="0"/>
              <a:buChar char="•"/>
            </a:pPr>
            <a:r>
              <a:rPr lang="nb-NO" sz="1800" dirty="0" smtClean="0"/>
              <a:t>Tungt å vedlikeholde tester.</a:t>
            </a:r>
          </a:p>
          <a:p>
            <a:pPr lvl="2"/>
            <a:r>
              <a:rPr lang="nb-NO" sz="1300" dirty="0" smtClean="0"/>
              <a:t>Utvikling av funksjonell kode hemmes av testendringer.</a:t>
            </a:r>
          </a:p>
          <a:p>
            <a:pPr>
              <a:buFont typeface="Arial" pitchFamily="34" charset="0"/>
              <a:buChar char="•"/>
            </a:pPr>
            <a:r>
              <a:rPr lang="nb-NO" sz="1800" dirty="0" smtClean="0"/>
              <a:t>Testing tar tid.</a:t>
            </a:r>
          </a:p>
          <a:p>
            <a:pPr>
              <a:buFont typeface="Arial" pitchFamily="34" charset="0"/>
              <a:buChar char="•"/>
            </a:pPr>
            <a:r>
              <a:rPr lang="nb-NO" sz="1800" dirty="0" smtClean="0"/>
              <a:t>Krøkete å kjøre tester til ”grønt”.</a:t>
            </a:r>
          </a:p>
          <a:p>
            <a:pPr>
              <a:buFont typeface="Arial" pitchFamily="34" charset="0"/>
              <a:buChar char="•"/>
            </a:pPr>
            <a:endParaRPr lang="nb-NO" sz="1800" dirty="0" smtClean="0"/>
          </a:p>
          <a:p>
            <a:pPr>
              <a:buFont typeface="Arial" pitchFamily="34" charset="0"/>
              <a:buChar char="•"/>
            </a:pPr>
            <a:r>
              <a:rPr lang="nb-NO" sz="1800" dirty="0" smtClean="0"/>
              <a:t>Vanskelig å diskutere tester.</a:t>
            </a:r>
          </a:p>
          <a:p>
            <a:pPr>
              <a:buFont typeface="Arial" pitchFamily="34" charset="0"/>
              <a:buChar char="•"/>
            </a:pPr>
            <a:endParaRPr lang="nb-NO" sz="1800" dirty="0" smtClean="0"/>
          </a:p>
          <a:p>
            <a:pPr>
              <a:buFont typeface="Arial" pitchFamily="34" charset="0"/>
              <a:buChar char="•"/>
            </a:pPr>
            <a:endParaRPr lang="nb-NO" sz="1800" dirty="0" smtClean="0"/>
          </a:p>
        </p:txBody>
      </p:sp>
      <p:sp>
        <p:nvSpPr>
          <p:cNvPr id="8" name="Plassholder for tekst 3"/>
          <p:cNvSpPr>
            <a:spLocks noGrp="1"/>
          </p:cNvSpPr>
          <p:nvPr>
            <p:ph type="body" sz="half" idx="2"/>
          </p:nvPr>
        </p:nvSpPr>
        <p:spPr/>
        <p:txBody>
          <a:bodyPr/>
          <a:lstStyle/>
          <a:p>
            <a:r>
              <a:rPr lang="nb-NO" sz="2000" b="1" dirty="0" smtClean="0"/>
              <a:t>A. Oppdeling i Ansvar</a:t>
            </a:r>
          </a:p>
          <a:p>
            <a:pPr>
              <a:buFont typeface="Arial" pitchFamily="34" charset="0"/>
              <a:buChar char="•"/>
            </a:pPr>
            <a:r>
              <a:rPr lang="nb-NO" sz="1800" dirty="0" smtClean="0"/>
              <a:t>Symptomer</a:t>
            </a:r>
          </a:p>
          <a:p>
            <a:pPr>
              <a:buFont typeface="Arial" pitchFamily="34" charset="0"/>
              <a:buChar char="•"/>
            </a:pPr>
            <a:r>
              <a:rPr lang="nb-NO" sz="1800" dirty="0" smtClean="0"/>
              <a:t>DP1. Single </a:t>
            </a:r>
            <a:r>
              <a:rPr lang="nb-NO" sz="1800" dirty="0" err="1" smtClean="0"/>
              <a:t>Responsibillity</a:t>
            </a:r>
            <a:r>
              <a:rPr lang="nb-NO" sz="1800" dirty="0" smtClean="0"/>
              <a:t> </a:t>
            </a:r>
            <a:r>
              <a:rPr lang="nb-NO" sz="1800" dirty="0" err="1" smtClean="0"/>
              <a:t>Principle</a:t>
            </a:r>
            <a:endParaRPr lang="nb-NO" sz="1800" dirty="0" smtClean="0"/>
          </a:p>
          <a:p>
            <a:pPr>
              <a:buFont typeface="Arial" pitchFamily="34" charset="0"/>
              <a:buChar char="•"/>
            </a:pPr>
            <a:r>
              <a:rPr lang="nb-NO" sz="1800" dirty="0" smtClean="0"/>
              <a:t>DP2. </a:t>
            </a:r>
            <a:r>
              <a:rPr lang="nb-NO" sz="1800" dirty="0" err="1" smtClean="0"/>
              <a:t>Divide</a:t>
            </a:r>
            <a:r>
              <a:rPr lang="nb-NO" sz="1800" dirty="0" smtClean="0"/>
              <a:t> and </a:t>
            </a:r>
            <a:r>
              <a:rPr lang="nb-NO" sz="1800" dirty="0" err="1" smtClean="0"/>
              <a:t>Conquer</a:t>
            </a:r>
            <a:endParaRPr lang="nb-NO" sz="1800" dirty="0" smtClean="0"/>
          </a:p>
          <a:p>
            <a:endParaRPr lang="nb-NO" dirty="0" smtClean="0"/>
          </a:p>
        </p:txBody>
      </p:sp>
      <p:sp>
        <p:nvSpPr>
          <p:cNvPr id="5" name="Plassholder for bunntekst 4"/>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tel 9"/>
          <p:cNvSpPr>
            <a:spLocks noGrp="1"/>
          </p:cNvSpPr>
          <p:nvPr>
            <p:ph type="title"/>
          </p:nvPr>
        </p:nvSpPr>
        <p:spPr/>
        <p:txBody>
          <a:bodyPr/>
          <a:lstStyle/>
          <a:p>
            <a:endParaRPr lang="nb-NO"/>
          </a:p>
        </p:txBody>
      </p:sp>
      <p:sp>
        <p:nvSpPr>
          <p:cNvPr id="3" name="Plassholder for innhold 2"/>
          <p:cNvSpPr>
            <a:spLocks noGrp="1"/>
          </p:cNvSpPr>
          <p:nvPr>
            <p:ph idx="1"/>
          </p:nvPr>
        </p:nvSpPr>
        <p:spPr/>
        <p:txBody>
          <a:bodyPr/>
          <a:lstStyle/>
          <a:p>
            <a:endParaRPr lang="nb-NO" sz="2900" dirty="0" smtClean="0">
              <a:latin typeface="+mj-lt"/>
            </a:endParaRPr>
          </a:p>
          <a:p>
            <a:r>
              <a:rPr lang="nb-NO" sz="2900" dirty="0" smtClean="0">
                <a:latin typeface="+mj-lt"/>
              </a:rPr>
              <a:t>Single </a:t>
            </a:r>
            <a:r>
              <a:rPr lang="nb-NO" sz="2900" dirty="0" err="1" smtClean="0">
                <a:latin typeface="+mj-lt"/>
              </a:rPr>
              <a:t>Responsibillity</a:t>
            </a:r>
            <a:r>
              <a:rPr lang="nb-NO" sz="2900" dirty="0" smtClean="0">
                <a:latin typeface="+mj-lt"/>
              </a:rPr>
              <a:t> </a:t>
            </a:r>
            <a:r>
              <a:rPr lang="nb-NO" sz="2900" dirty="0" err="1" smtClean="0">
                <a:latin typeface="+mj-lt"/>
              </a:rPr>
              <a:t>Principle</a:t>
            </a:r>
            <a:endParaRPr lang="nb-NO" sz="2900" dirty="0" smtClean="0">
              <a:latin typeface="+mj-lt"/>
            </a:endParaRPr>
          </a:p>
          <a:p>
            <a:pPr>
              <a:buFont typeface="Arial" pitchFamily="34" charset="0"/>
              <a:buChar char="•"/>
            </a:pPr>
            <a:r>
              <a:rPr lang="nb-NO" sz="1800" dirty="0" smtClean="0"/>
              <a:t>Test kun en funksjon om gangen.</a:t>
            </a:r>
          </a:p>
          <a:p>
            <a:pPr>
              <a:buFont typeface="Arial" pitchFamily="34" charset="0"/>
              <a:buChar char="•"/>
            </a:pPr>
            <a:r>
              <a:rPr lang="nb-NO" sz="1800" dirty="0" smtClean="0"/>
              <a:t>En test skal kun ha en grunn til å endres.</a:t>
            </a:r>
          </a:p>
          <a:p>
            <a:pPr>
              <a:buFont typeface="Arial" pitchFamily="34" charset="0"/>
              <a:buChar char="•"/>
            </a:pPr>
            <a:r>
              <a:rPr lang="nb-NO" sz="1800" dirty="0" smtClean="0"/>
              <a:t>Minimer overlapp mellom tester.</a:t>
            </a:r>
          </a:p>
          <a:p>
            <a:pPr>
              <a:buFont typeface="Arial" pitchFamily="34" charset="0"/>
              <a:buChar char="•"/>
            </a:pPr>
            <a:r>
              <a:rPr lang="nb-NO" sz="1800" dirty="0" smtClean="0"/>
              <a:t>Eksempel</a:t>
            </a:r>
            <a:endParaRPr lang="nb-NO" sz="1800" dirty="0"/>
          </a:p>
        </p:txBody>
      </p:sp>
      <p:sp>
        <p:nvSpPr>
          <p:cNvPr id="4" name="Plassholder for tekst 3"/>
          <p:cNvSpPr>
            <a:spLocks noGrp="1"/>
          </p:cNvSpPr>
          <p:nvPr>
            <p:ph type="body" sz="half" idx="2"/>
          </p:nvPr>
        </p:nvSpPr>
        <p:spPr/>
        <p:txBody>
          <a:bodyPr/>
          <a:lstStyle/>
          <a:p>
            <a:r>
              <a:rPr lang="nb-NO" sz="1800" b="1" dirty="0" smtClean="0"/>
              <a:t>A. Oppdeling i Ansvar</a:t>
            </a:r>
          </a:p>
          <a:p>
            <a:pPr>
              <a:buFont typeface="Arial" pitchFamily="34" charset="0"/>
              <a:buChar char="•"/>
            </a:pPr>
            <a:r>
              <a:rPr lang="nb-NO" sz="1600" dirty="0" smtClean="0"/>
              <a:t>Symptomer</a:t>
            </a:r>
          </a:p>
          <a:p>
            <a:pPr>
              <a:buFont typeface="Arial" pitchFamily="34" charset="0"/>
              <a:buChar char="•"/>
            </a:pPr>
            <a:r>
              <a:rPr lang="nb-NO" sz="1600" dirty="0" smtClean="0"/>
              <a:t>DP1. Single </a:t>
            </a:r>
            <a:r>
              <a:rPr lang="nb-NO" sz="1600" dirty="0" err="1" smtClean="0"/>
              <a:t>Responsibillity</a:t>
            </a:r>
            <a:r>
              <a:rPr lang="nb-NO" sz="1600" dirty="0" smtClean="0"/>
              <a:t> </a:t>
            </a:r>
            <a:r>
              <a:rPr lang="nb-NO" sz="1600" dirty="0" err="1" smtClean="0"/>
              <a:t>Principle</a:t>
            </a:r>
            <a:endParaRPr lang="nb-NO" sz="1600" dirty="0" smtClean="0"/>
          </a:p>
          <a:p>
            <a:pPr>
              <a:buFont typeface="Arial" pitchFamily="34" charset="0"/>
              <a:buChar char="•"/>
            </a:pPr>
            <a:r>
              <a:rPr lang="nb-NO" sz="1600" dirty="0" smtClean="0"/>
              <a:t>DP2. </a:t>
            </a:r>
            <a:r>
              <a:rPr lang="nb-NO" sz="1600" dirty="0" err="1" smtClean="0"/>
              <a:t>Divide</a:t>
            </a:r>
            <a:r>
              <a:rPr lang="nb-NO" sz="1600" dirty="0" smtClean="0"/>
              <a:t> and </a:t>
            </a:r>
            <a:r>
              <a:rPr lang="nb-NO" sz="1600" dirty="0" err="1" smtClean="0"/>
              <a:t>Conquer</a:t>
            </a:r>
            <a:endParaRPr lang="nb-NO" sz="1600" dirty="0" smtClean="0"/>
          </a:p>
          <a:p>
            <a:endParaRPr lang="nb-NO" dirty="0" smtClean="0"/>
          </a:p>
        </p:txBody>
      </p:sp>
      <p:sp>
        <p:nvSpPr>
          <p:cNvPr id="5" name="Plassholder for bunntekst 4"/>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tel 11"/>
          <p:cNvSpPr>
            <a:spLocks noGrp="1"/>
          </p:cNvSpPr>
          <p:nvPr>
            <p:ph type="title"/>
          </p:nvPr>
        </p:nvSpPr>
        <p:spPr/>
        <p:txBody>
          <a:bodyPr/>
          <a:lstStyle/>
          <a:p>
            <a:endParaRPr lang="nb-NO"/>
          </a:p>
        </p:txBody>
      </p:sp>
      <p:sp>
        <p:nvSpPr>
          <p:cNvPr id="3" name="Plassholder for innhold 2"/>
          <p:cNvSpPr>
            <a:spLocks noGrp="1"/>
          </p:cNvSpPr>
          <p:nvPr>
            <p:ph idx="1"/>
          </p:nvPr>
        </p:nvSpPr>
        <p:spPr/>
        <p:txBody>
          <a:bodyPr/>
          <a:lstStyle/>
          <a:p>
            <a:endParaRPr lang="nb-NO" sz="2900" dirty="0" smtClean="0">
              <a:latin typeface="+mj-lt"/>
            </a:endParaRPr>
          </a:p>
          <a:p>
            <a:r>
              <a:rPr lang="nb-NO" sz="2900" dirty="0" err="1" smtClean="0">
                <a:latin typeface="+mj-lt"/>
              </a:rPr>
              <a:t>Divide</a:t>
            </a:r>
            <a:r>
              <a:rPr lang="nb-NO" sz="2900" dirty="0" smtClean="0">
                <a:latin typeface="+mj-lt"/>
              </a:rPr>
              <a:t> and </a:t>
            </a:r>
            <a:r>
              <a:rPr lang="nb-NO" sz="2900" dirty="0" err="1" smtClean="0">
                <a:latin typeface="+mj-lt"/>
              </a:rPr>
              <a:t>Conquer</a:t>
            </a:r>
            <a:endParaRPr lang="nb-NO" sz="2900" dirty="0" smtClean="0">
              <a:latin typeface="+mj-lt"/>
            </a:endParaRPr>
          </a:p>
          <a:p>
            <a:pPr>
              <a:buFont typeface="Arial" pitchFamily="34" charset="0"/>
              <a:buChar char="•"/>
            </a:pPr>
            <a:r>
              <a:rPr lang="nb-NO" sz="1800" dirty="0" smtClean="0"/>
              <a:t>Del opp ansvar i enkle blokker</a:t>
            </a:r>
          </a:p>
          <a:p>
            <a:pPr>
              <a:buFont typeface="Arial" pitchFamily="34" charset="0"/>
              <a:buChar char="•"/>
            </a:pPr>
            <a:r>
              <a:rPr lang="nb-NO" sz="1800" dirty="0" smtClean="0"/>
              <a:t>Når noe er vanskelig, del opp, løs kjerneproblemet.</a:t>
            </a:r>
          </a:p>
          <a:p>
            <a:pPr>
              <a:buFont typeface="Arial" pitchFamily="34" charset="0"/>
              <a:buChar char="•"/>
            </a:pPr>
            <a:r>
              <a:rPr lang="nb-NO" sz="1800" dirty="0" smtClean="0"/>
              <a:t>Tester fra GUI til DB vil feile!</a:t>
            </a:r>
            <a:endParaRPr lang="nb-NO" sz="1800" dirty="0"/>
          </a:p>
        </p:txBody>
      </p:sp>
      <p:sp>
        <p:nvSpPr>
          <p:cNvPr id="8" name="Plassholder for tekst 3"/>
          <p:cNvSpPr>
            <a:spLocks noGrp="1"/>
          </p:cNvSpPr>
          <p:nvPr>
            <p:ph type="body" sz="half" idx="2"/>
          </p:nvPr>
        </p:nvSpPr>
        <p:spPr/>
        <p:txBody>
          <a:bodyPr/>
          <a:lstStyle/>
          <a:p>
            <a:r>
              <a:rPr lang="nb-NO" sz="1800" b="1" dirty="0" smtClean="0"/>
              <a:t>A. Oppdeling i Ansvar</a:t>
            </a:r>
          </a:p>
          <a:p>
            <a:pPr>
              <a:buFont typeface="Arial" pitchFamily="34" charset="0"/>
              <a:buChar char="•"/>
            </a:pPr>
            <a:r>
              <a:rPr lang="nb-NO" sz="1600" dirty="0" smtClean="0"/>
              <a:t>Symptomer</a:t>
            </a:r>
          </a:p>
          <a:p>
            <a:pPr>
              <a:buFont typeface="Arial" pitchFamily="34" charset="0"/>
              <a:buChar char="•"/>
            </a:pPr>
            <a:r>
              <a:rPr lang="nb-NO" sz="1600" dirty="0" smtClean="0"/>
              <a:t>DP1. Single </a:t>
            </a:r>
            <a:r>
              <a:rPr lang="nb-NO" sz="1600" dirty="0" err="1" smtClean="0"/>
              <a:t>Responsibillity</a:t>
            </a:r>
            <a:r>
              <a:rPr lang="nb-NO" sz="1600" dirty="0" smtClean="0"/>
              <a:t> </a:t>
            </a:r>
            <a:r>
              <a:rPr lang="nb-NO" sz="1600" dirty="0" err="1" smtClean="0"/>
              <a:t>Principle</a:t>
            </a:r>
            <a:endParaRPr lang="nb-NO" sz="1600" dirty="0" smtClean="0"/>
          </a:p>
          <a:p>
            <a:pPr>
              <a:buFont typeface="Arial" pitchFamily="34" charset="0"/>
              <a:buChar char="•"/>
            </a:pPr>
            <a:r>
              <a:rPr lang="nb-NO" sz="1600" dirty="0" smtClean="0"/>
              <a:t>DP2. </a:t>
            </a:r>
            <a:r>
              <a:rPr lang="nb-NO" sz="1600" dirty="0" err="1" smtClean="0"/>
              <a:t>Divide</a:t>
            </a:r>
            <a:r>
              <a:rPr lang="nb-NO" sz="1600" dirty="0" smtClean="0"/>
              <a:t> and </a:t>
            </a:r>
            <a:r>
              <a:rPr lang="nb-NO" sz="1600" dirty="0" err="1" smtClean="0"/>
              <a:t>Conquer</a:t>
            </a:r>
            <a:endParaRPr lang="nb-NO" sz="1600" dirty="0" smtClean="0"/>
          </a:p>
          <a:p>
            <a:endParaRPr lang="nb-NO" dirty="0" smtClean="0"/>
          </a:p>
        </p:txBody>
      </p:sp>
      <p:sp>
        <p:nvSpPr>
          <p:cNvPr id="5" name="Plassholder for bunntekst 4"/>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tel 1"/>
          <p:cNvSpPr>
            <a:spLocks noGrp="1"/>
          </p:cNvSpPr>
          <p:nvPr>
            <p:ph type="ctrTitle"/>
          </p:nvPr>
        </p:nvSpPr>
        <p:spPr/>
        <p:txBody>
          <a:bodyPr/>
          <a:lstStyle/>
          <a:p>
            <a:r>
              <a:rPr lang="nb-NO" smtClean="0"/>
              <a:t>Hvordan vi takler symptomene …</a:t>
            </a:r>
            <a:endParaRPr lang="nb-NO" dirty="0"/>
          </a:p>
        </p:txBody>
      </p:sp>
      <p:sp>
        <p:nvSpPr>
          <p:cNvPr id="3" name="Undertittel 2"/>
          <p:cNvSpPr>
            <a:spLocks noGrp="1"/>
          </p:cNvSpPr>
          <p:nvPr>
            <p:ph type="subTitle" sz="quarter" idx="1"/>
          </p:nvPr>
        </p:nvSpPr>
        <p:spPr/>
        <p:txBody>
          <a:bodyPr/>
          <a:lstStyle/>
          <a:p>
            <a:r>
              <a:rPr lang="nb-NO" smtClean="0"/>
              <a:t>JigZaw er en strategi for hvordan vi vil verifisere utviklingen vår.</a:t>
            </a:r>
          </a:p>
          <a:p>
            <a:endParaRPr lang="nb-NO" dirty="0" smtClean="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B. Grupper testene dine</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DP3. Grupper tester eksplisitt</a:t>
            </a:r>
          </a:p>
          <a:p>
            <a:pPr>
              <a:buFont typeface="Arial" pitchFamily="34" charset="0"/>
              <a:buChar char="•"/>
            </a:pPr>
            <a:r>
              <a:rPr lang="nb-NO" dirty="0" smtClean="0"/>
              <a:t>Forslag til grupper.</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DP3. Grupper tester eksplisitt</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Basert på forutsetninger</a:t>
            </a:r>
          </a:p>
          <a:p>
            <a:pPr lvl="2"/>
            <a:r>
              <a:rPr lang="nb-NO" dirty="0" smtClean="0"/>
              <a:t>Ressurser testen trenger</a:t>
            </a:r>
          </a:p>
          <a:p>
            <a:pPr lvl="2"/>
            <a:r>
              <a:rPr lang="nb-NO" dirty="0" smtClean="0"/>
              <a:t>Tid det tar å kjøre testen</a:t>
            </a:r>
          </a:p>
          <a:p>
            <a:pPr lvl="2"/>
            <a:r>
              <a:rPr lang="nb-NO" dirty="0" smtClean="0"/>
              <a:t>Datasett nødvendig for å sette pre/post </a:t>
            </a:r>
            <a:r>
              <a:rPr lang="nb-NO" dirty="0" err="1" smtClean="0"/>
              <a:t>conditions</a:t>
            </a:r>
            <a:r>
              <a:rPr lang="nb-NO" dirty="0" smtClean="0"/>
              <a:t>.</a:t>
            </a:r>
          </a:p>
          <a:p>
            <a:pPr>
              <a:buFont typeface="Arial" pitchFamily="34" charset="0"/>
              <a:buChar char="•"/>
            </a:pPr>
            <a:r>
              <a:rPr lang="nb-NO" dirty="0" smtClean="0"/>
              <a:t>Samme test kan være medlem av flere grupper.</a:t>
            </a:r>
          </a:p>
          <a:p>
            <a:pPr>
              <a:buFont typeface="Arial" pitchFamily="34" charset="0"/>
              <a:buChar char="•"/>
            </a:pPr>
            <a:r>
              <a:rPr lang="nb-NO" dirty="0" err="1" smtClean="0"/>
              <a:t>Test-dependency</a:t>
            </a:r>
            <a:endParaRPr lang="nb-NO" dirty="0" smtClean="0"/>
          </a:p>
          <a:p>
            <a:pPr lvl="2"/>
            <a:r>
              <a:rPr lang="nb-NO" dirty="0" smtClean="0"/>
              <a:t>En test kan være avhengig av en annen.</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Gruppeeksempler</a:t>
            </a:r>
            <a:endParaRPr lang="nb-NO" dirty="0"/>
          </a:p>
        </p:txBody>
      </p:sp>
      <p:pic>
        <p:nvPicPr>
          <p:cNvPr id="5" name="Plassholder for innhold 4" descr="JigZaw-Cantara.png"/>
          <p:cNvPicPr>
            <a:picLocks noGrp="1" noChangeAspect="1"/>
          </p:cNvPicPr>
          <p:nvPr>
            <p:ph idx="1"/>
          </p:nvPr>
        </p:nvPicPr>
        <p:blipFill>
          <a:blip r:embed="rId3" cstate="print"/>
          <a:stretch>
            <a:fillRect/>
          </a:stretch>
        </p:blipFill>
        <p:spPr>
          <a:xfrm>
            <a:off x="2039916" y="993755"/>
            <a:ext cx="7078186" cy="4619625"/>
          </a:xfrm>
        </p:spPr>
      </p:pic>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
        <p:nvSpPr>
          <p:cNvPr id="6" name="TekstSylinder 5"/>
          <p:cNvSpPr txBox="1"/>
          <p:nvPr/>
        </p:nvSpPr>
        <p:spPr>
          <a:xfrm>
            <a:off x="1968478" y="5851539"/>
            <a:ext cx="4929683" cy="369332"/>
          </a:xfrm>
          <a:prstGeom prst="rect">
            <a:avLst/>
          </a:prstGeom>
          <a:noFill/>
        </p:spPr>
        <p:txBody>
          <a:bodyPr wrap="none" rtlCol="0">
            <a:spAutoFit/>
          </a:bodyPr>
          <a:lstStyle/>
          <a:p>
            <a:r>
              <a:rPr lang="nb-NO" dirty="0" smtClean="0"/>
              <a:t>http://wiki.cantara.no/display/smidigtonull/JigZaw</a:t>
            </a:r>
            <a:endParaRPr lang="nb-NO"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Egenskaper å gruppere etter</a:t>
            </a:r>
            <a:endParaRPr lang="nb-NO" dirty="0"/>
          </a:p>
        </p:txBody>
      </p:sp>
      <p:graphicFrame>
        <p:nvGraphicFramePr>
          <p:cNvPr id="5" name="Plassholder for innhold 4"/>
          <p:cNvGraphicFramePr>
            <a:graphicFrameLocks noGrp="1"/>
          </p:cNvGraphicFramePr>
          <p:nvPr>
            <p:ph idx="1"/>
          </p:nvPr>
        </p:nvGraphicFramePr>
        <p:xfrm>
          <a:off x="515938" y="1795463"/>
          <a:ext cx="8329612" cy="4619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Eksempel testgrupper</a:t>
            </a:r>
            <a:endParaRPr lang="nb-NO" dirty="0"/>
          </a:p>
        </p:txBody>
      </p:sp>
      <p:graphicFrame>
        <p:nvGraphicFramePr>
          <p:cNvPr id="4" name="Plassholder for innhold 3"/>
          <p:cNvGraphicFramePr>
            <a:graphicFrameLocks noGrp="1"/>
          </p:cNvGraphicFramePr>
          <p:nvPr>
            <p:ph idx="1"/>
          </p:nvPr>
        </p:nvGraphicFramePr>
        <p:xfrm>
          <a:off x="515938" y="1795463"/>
          <a:ext cx="8329612" cy="4619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Plassholder for bunntekst 4"/>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C. Timeline</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DP6. Timeline</a:t>
            </a:r>
          </a:p>
          <a:p>
            <a:pPr>
              <a:buFont typeface="Arial" pitchFamily="34" charset="0"/>
              <a:buChar char="•"/>
            </a:pPr>
            <a:r>
              <a:rPr lang="nb-NO" dirty="0" smtClean="0"/>
              <a:t>Eksempel</a:t>
            </a:r>
          </a:p>
          <a:p>
            <a:pPr>
              <a:buFont typeface="Arial" pitchFamily="34" charset="0"/>
              <a:buChar char="•"/>
            </a:pPr>
            <a:r>
              <a:rPr lang="nb-NO" dirty="0" err="1" smtClean="0"/>
              <a:t>Performance</a:t>
            </a:r>
            <a:r>
              <a:rPr lang="nb-NO" dirty="0" smtClean="0"/>
              <a:t> tester</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V-modellen test-nivåer</a:t>
            </a:r>
            <a:endParaRPr lang="nb-NO" dirty="0"/>
          </a:p>
        </p:txBody>
      </p:sp>
      <p:pic>
        <p:nvPicPr>
          <p:cNvPr id="4" name="Plassholder for innhold 3" descr="v-model.gif"/>
          <p:cNvPicPr>
            <a:picLocks noGrp="1" noChangeAspect="1"/>
          </p:cNvPicPr>
          <p:nvPr>
            <p:ph idx="1"/>
          </p:nvPr>
        </p:nvPicPr>
        <p:blipFill>
          <a:blip r:embed="rId3" cstate="print"/>
          <a:stretch>
            <a:fillRect/>
          </a:stretch>
        </p:blipFill>
        <p:spPr>
          <a:xfrm>
            <a:off x="468280" y="1708135"/>
            <a:ext cx="7169606" cy="3683017"/>
          </a:xfrm>
        </p:spPr>
      </p:pic>
      <p:sp>
        <p:nvSpPr>
          <p:cNvPr id="13" name="Plassholder for bunntekst 12"/>
          <p:cNvSpPr>
            <a:spLocks noGrp="1"/>
          </p:cNvSpPr>
          <p:nvPr>
            <p:ph type="ftr" sz="quarter" idx="12"/>
          </p:nvPr>
        </p:nvSpPr>
        <p:spPr/>
        <p:txBody>
          <a:bodyPr/>
          <a:lstStyle/>
          <a:p>
            <a:pPr lvl="0"/>
            <a:r>
              <a:rPr lang="nb-NO" smtClean="0"/>
              <a:t>JigZaw - Verifsiser Forventet Funksjonalitet</a:t>
            </a:r>
            <a:endParaRPr lang="nb-NO"/>
          </a:p>
        </p:txBody>
      </p:sp>
      <p:sp>
        <p:nvSpPr>
          <p:cNvPr id="5" name="TekstSylinder 4"/>
          <p:cNvSpPr txBox="1"/>
          <p:nvPr/>
        </p:nvSpPr>
        <p:spPr>
          <a:xfrm>
            <a:off x="2325668" y="5780101"/>
            <a:ext cx="5164042" cy="307777"/>
          </a:xfrm>
          <a:prstGeom prst="rect">
            <a:avLst/>
          </a:prstGeom>
          <a:noFill/>
        </p:spPr>
        <p:txBody>
          <a:bodyPr wrap="none" rtlCol="0">
            <a:spAutoFit/>
          </a:bodyPr>
          <a:lstStyle/>
          <a:p>
            <a:r>
              <a:rPr lang="nb-NO" sz="1400" dirty="0" smtClean="0"/>
              <a:t>Ref. http://en.wikipedia.org/wiki/V-Model_(software_development)</a:t>
            </a:r>
            <a:endParaRPr lang="nb-NO" sz="1400" dirty="0"/>
          </a:p>
        </p:txBody>
      </p:sp>
      <p:grpSp>
        <p:nvGrpSpPr>
          <p:cNvPr id="10" name="Gruppe 9"/>
          <p:cNvGrpSpPr/>
          <p:nvPr/>
        </p:nvGrpSpPr>
        <p:grpSpPr>
          <a:xfrm>
            <a:off x="7826394" y="2065325"/>
            <a:ext cx="1785950" cy="2714644"/>
            <a:chOff x="7826394" y="2065325"/>
            <a:chExt cx="1785950" cy="2714644"/>
          </a:xfrm>
        </p:grpSpPr>
        <p:sp>
          <p:nvSpPr>
            <p:cNvPr id="6" name="Avrundet rektangel 5"/>
            <p:cNvSpPr/>
            <p:nvPr/>
          </p:nvSpPr>
          <p:spPr>
            <a:xfrm>
              <a:off x="7826394" y="2065325"/>
              <a:ext cx="1785950" cy="5715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nb-NO" dirty="0" err="1" smtClean="0"/>
                <a:t>Acceptance</a:t>
              </a:r>
              <a:r>
                <a:rPr lang="nb-NO" dirty="0" smtClean="0"/>
                <a:t> test</a:t>
              </a:r>
              <a:endParaRPr lang="nb-NO" dirty="0"/>
            </a:p>
          </p:txBody>
        </p:sp>
        <p:sp>
          <p:nvSpPr>
            <p:cNvPr id="7" name="Avrundet rektangel 6"/>
            <p:cNvSpPr/>
            <p:nvPr/>
          </p:nvSpPr>
          <p:spPr>
            <a:xfrm>
              <a:off x="7826394" y="2708267"/>
              <a:ext cx="1785950" cy="5715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nb-NO" dirty="0" smtClean="0"/>
                <a:t>System test</a:t>
              </a:r>
              <a:endParaRPr lang="nb-NO" dirty="0"/>
            </a:p>
          </p:txBody>
        </p:sp>
        <p:sp>
          <p:nvSpPr>
            <p:cNvPr id="8" name="Avrundet rektangel 7"/>
            <p:cNvSpPr/>
            <p:nvPr/>
          </p:nvSpPr>
          <p:spPr>
            <a:xfrm>
              <a:off x="7826394" y="3494085"/>
              <a:ext cx="1785950" cy="5715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nb-NO" dirty="0" err="1" smtClean="0"/>
                <a:t>Integration</a:t>
              </a:r>
              <a:r>
                <a:rPr lang="nb-NO" dirty="0" smtClean="0"/>
                <a:t> test</a:t>
              </a:r>
              <a:endParaRPr lang="nb-NO" dirty="0"/>
            </a:p>
          </p:txBody>
        </p:sp>
        <p:sp>
          <p:nvSpPr>
            <p:cNvPr id="9" name="Avrundet rektangel 8"/>
            <p:cNvSpPr/>
            <p:nvPr/>
          </p:nvSpPr>
          <p:spPr>
            <a:xfrm>
              <a:off x="7826394" y="4208465"/>
              <a:ext cx="1785950" cy="5715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nb-NO" dirty="0" err="1" smtClean="0"/>
                <a:t>Unti</a:t>
              </a:r>
              <a:r>
                <a:rPr lang="nb-NO" dirty="0" smtClean="0"/>
                <a:t> test</a:t>
              </a:r>
              <a:endParaRPr lang="nb-NO" dirty="0"/>
            </a:p>
          </p:txBody>
        </p:sp>
      </p:grpSp>
      <p:sp>
        <p:nvSpPr>
          <p:cNvPr id="12" name="Pil høyre 11"/>
          <p:cNvSpPr/>
          <p:nvPr/>
        </p:nvSpPr>
        <p:spPr>
          <a:xfrm rot="9514022">
            <a:off x="7492478" y="2615539"/>
            <a:ext cx="715194" cy="262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Pil høyre 13"/>
          <p:cNvSpPr/>
          <p:nvPr/>
        </p:nvSpPr>
        <p:spPr>
          <a:xfrm rot="11257161">
            <a:off x="7626341" y="4040405"/>
            <a:ext cx="715194" cy="2627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Timeline eksempel</a:t>
            </a:r>
            <a:endParaRPr lang="nb-NO" dirty="0"/>
          </a:p>
        </p:txBody>
      </p:sp>
      <p:sp>
        <p:nvSpPr>
          <p:cNvPr id="3" name="Plassholder for innhold 2"/>
          <p:cNvSpPr>
            <a:spLocks noGrp="1"/>
          </p:cNvSpPr>
          <p:nvPr>
            <p:ph idx="1"/>
          </p:nvPr>
        </p:nvSpPr>
        <p:spPr/>
        <p:txBody>
          <a:bodyPr/>
          <a:lstStyle/>
          <a:p>
            <a:pPr lvl="1"/>
            <a:r>
              <a:rPr lang="nb-NO" dirty="0" smtClean="0"/>
              <a:t>Før </a:t>
            </a:r>
            <a:r>
              <a:rPr lang="nb-NO" dirty="0" err="1" smtClean="0"/>
              <a:t>Commit</a:t>
            </a:r>
            <a:endParaRPr lang="nb-NO" dirty="0" smtClean="0"/>
          </a:p>
          <a:p>
            <a:pPr lvl="1"/>
            <a:r>
              <a:rPr lang="nb-NO" dirty="0" smtClean="0"/>
              <a:t>I sprinten</a:t>
            </a:r>
          </a:p>
          <a:p>
            <a:pPr lvl="1"/>
            <a:r>
              <a:rPr lang="nb-NO" dirty="0" smtClean="0"/>
              <a:t>Ved  sprint </a:t>
            </a:r>
            <a:r>
              <a:rPr lang="nb-NO" dirty="0" err="1" smtClean="0"/>
              <a:t>demo/avsluttning</a:t>
            </a:r>
            <a:endParaRPr lang="nb-NO" dirty="0" smtClean="0"/>
          </a:p>
          <a:p>
            <a:pPr lvl="1"/>
            <a:r>
              <a:rPr lang="nb-NO" dirty="0" smtClean="0"/>
              <a:t>Før </a:t>
            </a:r>
            <a:r>
              <a:rPr lang="nb-NO" dirty="0" err="1" smtClean="0"/>
              <a:t>produksjonsetting</a:t>
            </a:r>
            <a:endParaRPr lang="nb-NO" dirty="0" smtClean="0"/>
          </a:p>
          <a:p>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Når kjøre hvilke tester?</a:t>
            </a:r>
            <a:endParaRPr lang="nb-NO" dirty="0"/>
          </a:p>
        </p:txBody>
      </p:sp>
      <p:graphicFrame>
        <p:nvGraphicFramePr>
          <p:cNvPr id="6" name="Plassholder for innhold 5"/>
          <p:cNvGraphicFramePr>
            <a:graphicFrameLocks noGrp="1"/>
          </p:cNvGraphicFramePr>
          <p:nvPr>
            <p:ph idx="1"/>
          </p:nvPr>
        </p:nvGraphicFramePr>
        <p:xfrm>
          <a:off x="253966" y="1208069"/>
          <a:ext cx="9644132" cy="5613356"/>
        </p:xfrm>
        <a:graphic>
          <a:graphicData uri="http://schemas.openxmlformats.org/drawingml/2006/table">
            <a:tbl>
              <a:tblPr firstRow="1" bandRow="1">
                <a:tableStyleId>{93296810-A885-4BE3-A3E7-6D5BEEA58F35}</a:tableStyleId>
              </a:tblPr>
              <a:tblGrid>
                <a:gridCol w="1216483"/>
                <a:gridCol w="1069536"/>
                <a:gridCol w="928693"/>
                <a:gridCol w="1071570"/>
                <a:gridCol w="1071570"/>
                <a:gridCol w="1071570"/>
                <a:gridCol w="1071570"/>
                <a:gridCol w="1071570"/>
                <a:gridCol w="1071570"/>
              </a:tblGrid>
              <a:tr h="932644">
                <a:tc>
                  <a:txBody>
                    <a:bodyPr/>
                    <a:lstStyle/>
                    <a:p>
                      <a:endParaRPr lang="nb-NO" sz="1400" dirty="0"/>
                    </a:p>
                  </a:txBody>
                  <a:tcPr>
                    <a:solidFill>
                      <a:schemeClr val="bg1"/>
                    </a:solidFill>
                  </a:tcPr>
                </a:tc>
                <a:tc>
                  <a:txBody>
                    <a:bodyPr/>
                    <a:lstStyle/>
                    <a:p>
                      <a:r>
                        <a:rPr lang="nb-NO" sz="1400" dirty="0" smtClean="0"/>
                        <a:t>Før </a:t>
                      </a:r>
                      <a:r>
                        <a:rPr lang="nb-NO" sz="1400" dirty="0" err="1" smtClean="0"/>
                        <a:t>commit</a:t>
                      </a:r>
                      <a:endParaRPr lang="nb-NO" sz="1400" dirty="0"/>
                    </a:p>
                  </a:txBody>
                  <a:tcPr/>
                </a:tc>
                <a:tc>
                  <a:txBody>
                    <a:bodyPr/>
                    <a:lstStyle/>
                    <a:p>
                      <a:r>
                        <a:rPr lang="nb-NO" sz="1400" dirty="0" smtClean="0"/>
                        <a:t>10 min</a:t>
                      </a:r>
                      <a:endParaRPr lang="nb-NO" sz="1400" dirty="0"/>
                    </a:p>
                  </a:txBody>
                  <a:tcPr/>
                </a:tc>
                <a:tc>
                  <a:txBody>
                    <a:bodyPr/>
                    <a:lstStyle/>
                    <a:p>
                      <a:r>
                        <a:rPr lang="nb-NO" sz="1400" dirty="0" smtClean="0"/>
                        <a:t>Hver time</a:t>
                      </a:r>
                      <a:endParaRPr lang="nb-NO" sz="1400" dirty="0"/>
                    </a:p>
                  </a:txBody>
                  <a:tcPr/>
                </a:tc>
                <a:tc>
                  <a:txBody>
                    <a:bodyPr/>
                    <a:lstStyle/>
                    <a:p>
                      <a:r>
                        <a:rPr lang="nb-NO" sz="1400" dirty="0" smtClean="0"/>
                        <a:t>Daglig</a:t>
                      </a:r>
                      <a:endParaRPr lang="nb-NO" sz="1400" dirty="0"/>
                    </a:p>
                  </a:txBody>
                  <a:tcPr/>
                </a:tc>
                <a:tc>
                  <a:txBody>
                    <a:bodyPr/>
                    <a:lstStyle/>
                    <a:p>
                      <a:r>
                        <a:rPr lang="nb-NO" sz="1400" dirty="0" smtClean="0"/>
                        <a:t>Ukentlig</a:t>
                      </a:r>
                      <a:endParaRPr lang="nb-NO" sz="1400" dirty="0"/>
                    </a:p>
                  </a:txBody>
                  <a:tcPr/>
                </a:tc>
                <a:tc>
                  <a:txBody>
                    <a:bodyPr/>
                    <a:lstStyle/>
                    <a:p>
                      <a:r>
                        <a:rPr lang="nb-NO" sz="1400" dirty="0" err="1" smtClean="0"/>
                        <a:t>End</a:t>
                      </a:r>
                      <a:r>
                        <a:rPr lang="nb-NO" sz="1400" baseline="0" dirty="0" err="1" smtClean="0"/>
                        <a:t>-of-sprint</a:t>
                      </a:r>
                      <a:endParaRPr lang="nb-NO" sz="1400" dirty="0"/>
                    </a:p>
                  </a:txBody>
                  <a:tcPr/>
                </a:tc>
                <a:tc>
                  <a:txBody>
                    <a:bodyPr/>
                    <a:lstStyle/>
                    <a:p>
                      <a:r>
                        <a:rPr lang="nb-NO" sz="1400" dirty="0" smtClean="0"/>
                        <a:t>Systems </a:t>
                      </a:r>
                      <a:r>
                        <a:rPr lang="nb-NO" sz="1400" dirty="0" err="1" smtClean="0"/>
                        <a:t>integration</a:t>
                      </a:r>
                      <a:endParaRPr lang="nb-NO" sz="1400" dirty="0"/>
                    </a:p>
                  </a:txBody>
                  <a:tcPr/>
                </a:tc>
                <a:tc>
                  <a:txBody>
                    <a:bodyPr/>
                    <a:lstStyle/>
                    <a:p>
                      <a:r>
                        <a:rPr lang="nb-NO" sz="1400" dirty="0" err="1" smtClean="0"/>
                        <a:t>Accept-ance</a:t>
                      </a:r>
                      <a:endParaRPr lang="nb-NO" sz="1400" dirty="0"/>
                    </a:p>
                  </a:txBody>
                  <a:tcPr/>
                </a:tc>
              </a:tr>
              <a:tr h="498856">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nb-NO" sz="1400" b="1" dirty="0" smtClean="0">
                          <a:solidFill>
                            <a:schemeClr val="bg1"/>
                          </a:solidFill>
                        </a:rPr>
                        <a:t>Med Data</a:t>
                      </a:r>
                    </a:p>
                  </a:txBody>
                  <a:tcPr>
                    <a:solidFill>
                      <a:schemeClr val="accent1"/>
                    </a:solidFill>
                  </a:tcPr>
                </a:tc>
                <a:tc>
                  <a:txBody>
                    <a:bodyPr/>
                    <a:lstStyle/>
                    <a:p>
                      <a:pPr algn="ct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r>
              <a:tr h="498856">
                <a:tc>
                  <a:txBody>
                    <a:bodyPr/>
                    <a:lstStyle/>
                    <a:p>
                      <a:r>
                        <a:rPr lang="nb-NO" sz="1400" b="1" dirty="0" smtClean="0">
                          <a:solidFill>
                            <a:schemeClr val="bg1"/>
                          </a:solidFill>
                        </a:rPr>
                        <a:t>Uten data</a:t>
                      </a:r>
                      <a:endParaRPr lang="nb-NO" sz="1400" b="1" dirty="0">
                        <a:solidFill>
                          <a:schemeClr val="bg1"/>
                        </a:solidFill>
                      </a:endParaRPr>
                    </a:p>
                  </a:txBody>
                  <a:tcPr>
                    <a:solidFill>
                      <a:schemeClr val="accent1"/>
                    </a:solidFill>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c>
                  <a:txBody>
                    <a:bodyPr/>
                    <a:lstStyle/>
                    <a:p>
                      <a:pPr algn="ctr"/>
                      <a:endParaRPr lang="nb-NO" dirty="0"/>
                    </a:p>
                  </a:txBody>
                  <a:tcPr/>
                </a:tc>
              </a:tr>
              <a:tr h="498856">
                <a:tc>
                  <a:txBody>
                    <a:bodyPr/>
                    <a:lstStyle/>
                    <a:p>
                      <a:r>
                        <a:rPr lang="nb-NO" sz="1400" b="1" dirty="0" smtClean="0">
                          <a:solidFill>
                            <a:schemeClr val="bg1"/>
                          </a:solidFill>
                        </a:rPr>
                        <a:t>Med Miljø</a:t>
                      </a:r>
                      <a:endParaRPr lang="nb-NO" sz="1400" b="1" dirty="0">
                        <a:solidFill>
                          <a:schemeClr val="bg1"/>
                        </a:solidFill>
                      </a:endParaRPr>
                    </a:p>
                  </a:txBody>
                  <a:tcPr>
                    <a:solidFill>
                      <a:schemeClr val="accent1"/>
                    </a:solidFill>
                  </a:tcPr>
                </a:tc>
                <a:tc>
                  <a:txBody>
                    <a:bodyPr/>
                    <a:lstStyle/>
                    <a:p>
                      <a:pPr algn="ctr"/>
                      <a:endParaRPr lang="nb-NO"/>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c>
                  <a:txBody>
                    <a:bodyPr/>
                    <a:lstStyle/>
                    <a:p>
                      <a:pPr algn="ctr"/>
                      <a:endParaRPr lang="nb-NO" dirty="0"/>
                    </a:p>
                  </a:txBody>
                  <a:tcPr/>
                </a:tc>
              </a:tr>
              <a:tr h="498856">
                <a:tc>
                  <a:txBody>
                    <a:bodyPr/>
                    <a:lstStyle/>
                    <a:p>
                      <a:r>
                        <a:rPr lang="nb-NO" sz="1400" b="1" dirty="0" smtClean="0">
                          <a:solidFill>
                            <a:schemeClr val="bg1"/>
                          </a:solidFill>
                        </a:rPr>
                        <a:t>Uten Miljø</a:t>
                      </a:r>
                      <a:endParaRPr lang="nb-NO" sz="1400" b="1" dirty="0">
                        <a:solidFill>
                          <a:schemeClr val="bg1"/>
                        </a:solidFill>
                      </a:endParaRPr>
                    </a:p>
                  </a:txBody>
                  <a:tcPr>
                    <a:solidFill>
                      <a:schemeClr val="accent1"/>
                    </a:solidFill>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r>
              <a:tr h="498856">
                <a:tc>
                  <a:txBody>
                    <a:bodyPr/>
                    <a:lstStyle/>
                    <a:p>
                      <a:r>
                        <a:rPr lang="nb-NO" sz="1400" b="1" dirty="0" smtClean="0">
                          <a:solidFill>
                            <a:schemeClr val="bg1"/>
                          </a:solidFill>
                        </a:rPr>
                        <a:t>Rask</a:t>
                      </a:r>
                      <a:r>
                        <a:rPr lang="nb-NO" sz="1400" b="1" baseline="0" dirty="0" smtClean="0">
                          <a:solidFill>
                            <a:schemeClr val="bg1"/>
                          </a:solidFill>
                        </a:rPr>
                        <a:t> test</a:t>
                      </a:r>
                      <a:endParaRPr lang="nb-NO" sz="1400" b="1" dirty="0">
                        <a:solidFill>
                          <a:schemeClr val="bg1"/>
                        </a:solidFill>
                      </a:endParaRPr>
                    </a:p>
                  </a:txBody>
                  <a:tcPr>
                    <a:solidFill>
                      <a:schemeClr val="accent1"/>
                    </a:solidFill>
                  </a:tcPr>
                </a:tc>
                <a:tc>
                  <a:txBody>
                    <a:bodyPr/>
                    <a:lstStyle/>
                    <a:p>
                      <a:pPr algn="ct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r>
              <a:tr h="498856">
                <a:tc>
                  <a:txBody>
                    <a:bodyPr/>
                    <a:lstStyle/>
                    <a:p>
                      <a:r>
                        <a:rPr lang="nb-NO" sz="1400" b="1" dirty="0" smtClean="0">
                          <a:solidFill>
                            <a:schemeClr val="bg1"/>
                          </a:solidFill>
                        </a:rPr>
                        <a:t>Treg test</a:t>
                      </a:r>
                      <a:endParaRPr lang="nb-NO" sz="1400" b="1" dirty="0">
                        <a:solidFill>
                          <a:schemeClr val="bg1"/>
                        </a:solidFill>
                      </a:endParaRPr>
                    </a:p>
                  </a:txBody>
                  <a:tcPr>
                    <a:solidFill>
                      <a:schemeClr val="accent1"/>
                    </a:solidFill>
                  </a:tcPr>
                </a:tc>
                <a:tc>
                  <a:txBody>
                    <a:bodyPr/>
                    <a:lstStyle/>
                    <a:p>
                      <a:pPr algn="ct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c>
                  <a:txBody>
                    <a:bodyPr/>
                    <a:lstStyle/>
                    <a:p>
                      <a:pPr algn="ctr"/>
                      <a:endParaRPr lang="nb-NO"/>
                    </a:p>
                  </a:txBody>
                  <a:tcPr/>
                </a:tc>
              </a:tr>
              <a:tr h="281962">
                <a:tc>
                  <a:txBody>
                    <a:bodyPr/>
                    <a:lstStyle/>
                    <a:p>
                      <a:r>
                        <a:rPr lang="nb-NO" sz="1400" b="1" dirty="0" smtClean="0">
                          <a:solidFill>
                            <a:schemeClr val="bg1"/>
                          </a:solidFill>
                        </a:rPr>
                        <a:t>Manuell</a:t>
                      </a:r>
                      <a:endParaRPr lang="nb-NO" sz="1400" b="1" dirty="0">
                        <a:solidFill>
                          <a:schemeClr val="bg1"/>
                        </a:solidFill>
                      </a:endParaRPr>
                    </a:p>
                  </a:txBody>
                  <a:tcPr>
                    <a:solidFill>
                      <a:schemeClr val="accent1"/>
                    </a:solidFill>
                  </a:tcPr>
                </a:tc>
                <a:tc>
                  <a:txBody>
                    <a:bodyPr/>
                    <a:lstStyle/>
                    <a:p>
                      <a:pPr algn="ctr"/>
                      <a:endParaRPr lang="nb-NO"/>
                    </a:p>
                  </a:txBody>
                  <a:tcPr/>
                </a:tc>
                <a:tc>
                  <a:txBody>
                    <a:bodyPr/>
                    <a:lstStyle/>
                    <a:p>
                      <a:pPr algn="ctr"/>
                      <a:endParaRPr lang="nb-NO" dirty="0"/>
                    </a:p>
                  </a:txBody>
                  <a:tcPr/>
                </a:tc>
                <a:tc>
                  <a:txBody>
                    <a:bodyPr/>
                    <a:lstStyle/>
                    <a:p>
                      <a:pPr algn="ctr"/>
                      <a:endParaRPr lang="nb-NO"/>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r>
                        <a:rPr lang="nb-NO" dirty="0" smtClean="0"/>
                        <a:t>X</a:t>
                      </a:r>
                      <a:endParaRPr lang="nb-NO" dirty="0"/>
                    </a:p>
                  </a:txBody>
                  <a:tcPr/>
                </a:tc>
                <a:tc>
                  <a:txBody>
                    <a:bodyPr/>
                    <a:lstStyle/>
                    <a:p>
                      <a:pPr algn="ctr"/>
                      <a:endParaRPr lang="nb-NO" dirty="0"/>
                    </a:p>
                  </a:txBody>
                  <a:tcPr/>
                </a:tc>
                <a:tc>
                  <a:txBody>
                    <a:bodyPr/>
                    <a:lstStyle/>
                    <a:p>
                      <a:pPr algn="ctr"/>
                      <a:endParaRPr lang="nb-NO" dirty="0"/>
                    </a:p>
                  </a:txBody>
                  <a:tcPr/>
                </a:tc>
              </a:tr>
              <a:tr h="498856">
                <a:tc>
                  <a:txBody>
                    <a:bodyPr/>
                    <a:lstStyle/>
                    <a:p>
                      <a:r>
                        <a:rPr lang="nb-NO" sz="1400" b="1" dirty="0" err="1" smtClean="0">
                          <a:solidFill>
                            <a:schemeClr val="bg1"/>
                          </a:solidFill>
                        </a:rPr>
                        <a:t>Load-test</a:t>
                      </a:r>
                      <a:endParaRPr lang="nb-NO" sz="1400" b="1" dirty="0">
                        <a:solidFill>
                          <a:schemeClr val="bg1"/>
                        </a:solidFill>
                      </a:endParaRPr>
                    </a:p>
                  </a:txBody>
                  <a:tcPr>
                    <a:solidFill>
                      <a:schemeClr val="accent1"/>
                    </a:solidFill>
                  </a:tcPr>
                </a:tc>
                <a:tc>
                  <a:txBody>
                    <a:bodyPr/>
                    <a:lstStyle/>
                    <a:p>
                      <a:pPr algn="ctr"/>
                      <a:endParaRPr lang="nb-NO" dirty="0"/>
                    </a:p>
                  </a:txBody>
                  <a:tcPr/>
                </a:tc>
                <a:tc>
                  <a:txBody>
                    <a:bodyPr/>
                    <a:lstStyle/>
                    <a:p>
                      <a:pPr algn="ctr"/>
                      <a:r>
                        <a:rPr lang="nb-NO" dirty="0" smtClean="0"/>
                        <a:t>?</a:t>
                      </a:r>
                      <a:endParaRPr lang="nb-NO" dirty="0"/>
                    </a:p>
                  </a:txBody>
                  <a:tcPr/>
                </a:tc>
                <a:tc>
                  <a:txBody>
                    <a:bodyPr/>
                    <a:lstStyle/>
                    <a:p>
                      <a:pPr algn="ctr"/>
                      <a:r>
                        <a:rPr lang="nb-NO" dirty="0" smtClean="0"/>
                        <a:t>?</a:t>
                      </a:r>
                      <a:endParaRPr lang="nb-NO" dirty="0"/>
                    </a:p>
                  </a:txBody>
                  <a:tcPr/>
                </a:tc>
                <a:tc>
                  <a:txBody>
                    <a:bodyPr/>
                    <a:lstStyle/>
                    <a:p>
                      <a:pPr algn="ctr"/>
                      <a:r>
                        <a:rPr lang="nb-NO" dirty="0" smtClean="0"/>
                        <a:t>?</a:t>
                      </a:r>
                      <a:endParaRPr lang="nb-NO" dirty="0"/>
                    </a:p>
                  </a:txBody>
                  <a:tcPr/>
                </a:tc>
                <a:tc>
                  <a:txBody>
                    <a:bodyPr/>
                    <a:lstStyle/>
                    <a:p>
                      <a:pPr algn="ctr"/>
                      <a:r>
                        <a:rPr lang="nb-NO" dirty="0" smtClean="0"/>
                        <a:t>?</a:t>
                      </a:r>
                      <a:endParaRPr lang="nb-NO" dirty="0"/>
                    </a:p>
                  </a:txBody>
                  <a:tcPr/>
                </a:tc>
                <a:tc>
                  <a:txBody>
                    <a:bodyPr/>
                    <a:lstStyle/>
                    <a:p>
                      <a:pPr algn="ctr"/>
                      <a:r>
                        <a:rPr lang="nb-NO" dirty="0" smtClean="0"/>
                        <a:t>X</a:t>
                      </a:r>
                      <a:endParaRPr lang="nb-NO" dirty="0"/>
                    </a:p>
                  </a:txBody>
                  <a:tcPr/>
                </a:tc>
                <a:tc>
                  <a:txBody>
                    <a:bodyPr/>
                    <a:lstStyle/>
                    <a:p>
                      <a:pPr algn="ctr"/>
                      <a:endParaRPr lang="nb-NO" dirty="0"/>
                    </a:p>
                  </a:txBody>
                  <a:tcPr/>
                </a:tc>
                <a:tc>
                  <a:txBody>
                    <a:bodyPr/>
                    <a:lstStyle/>
                    <a:p>
                      <a:pPr algn="ctr"/>
                      <a:endParaRPr lang="nb-NO" dirty="0"/>
                    </a:p>
                  </a:txBody>
                  <a:tcPr/>
                </a:tc>
              </a:tr>
              <a:tr h="281962">
                <a:tc>
                  <a:txBody>
                    <a:bodyPr/>
                    <a:lstStyle/>
                    <a:p>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r>
              <a:tr h="281962">
                <a:tc>
                  <a:txBody>
                    <a:bodyPr/>
                    <a:lstStyle/>
                    <a:p>
                      <a:endParaRPr lang="nb-NO" dirty="0"/>
                    </a:p>
                  </a:txBody>
                  <a:tcPr/>
                </a:tc>
                <a:tc>
                  <a:txBody>
                    <a:bodyPr/>
                    <a:lstStyle/>
                    <a:p>
                      <a:pPr algn="ctr"/>
                      <a:endParaRPr lang="nb-NO"/>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c>
                  <a:txBody>
                    <a:bodyPr/>
                    <a:lstStyle/>
                    <a:p>
                      <a:pPr algn="ctr"/>
                      <a:endParaRPr lang="nb-NO" dirty="0"/>
                    </a:p>
                  </a:txBody>
                  <a:tcPr/>
                </a:tc>
              </a:tr>
            </a:tbl>
          </a:graphicData>
        </a:graphic>
      </p:graphicFrame>
      <p:sp>
        <p:nvSpPr>
          <p:cNvPr id="5" name="Plassholder for bunntekst 4"/>
          <p:cNvSpPr>
            <a:spLocks noGrp="1"/>
          </p:cNvSpPr>
          <p:nvPr>
            <p:ph type="ftr" sz="quarter" idx="12"/>
          </p:nvPr>
        </p:nvSpPr>
        <p:spPr/>
        <p:txBody>
          <a:bodyPr/>
          <a:lstStyle/>
          <a:p>
            <a:pPr lvl="0"/>
            <a:r>
              <a:rPr lang="nb-NO" smtClean="0"/>
              <a:t>JigZaw - Verifsiser Forventet Funksjonalitet</a:t>
            </a:r>
            <a:endParaRPr lang="nb-NO"/>
          </a:p>
        </p:txBody>
      </p:sp>
      <p:sp>
        <p:nvSpPr>
          <p:cNvPr id="10" name="TekstSylinder 9"/>
          <p:cNvSpPr txBox="1"/>
          <p:nvPr/>
        </p:nvSpPr>
        <p:spPr>
          <a:xfrm>
            <a:off x="3468676" y="6565919"/>
            <a:ext cx="3543534" cy="461665"/>
          </a:xfrm>
          <a:prstGeom prst="rect">
            <a:avLst/>
          </a:prstGeom>
          <a:noFill/>
        </p:spPr>
        <p:txBody>
          <a:bodyPr wrap="none" rtlCol="0">
            <a:spAutoFit/>
          </a:bodyPr>
          <a:lstStyle/>
          <a:p>
            <a:r>
              <a:rPr lang="nb-NO" sz="2400" dirty="0" err="1" smtClean="0">
                <a:latin typeface="Albany"/>
              </a:rPr>
              <a:t>Test-properties</a:t>
            </a:r>
            <a:r>
              <a:rPr lang="nb-NO" sz="2400" dirty="0" smtClean="0">
                <a:latin typeface="Albany"/>
              </a:rPr>
              <a:t> </a:t>
            </a:r>
            <a:r>
              <a:rPr lang="nb-NO" sz="2400" dirty="0" err="1" smtClean="0">
                <a:latin typeface="Albany"/>
              </a:rPr>
              <a:t>vs</a:t>
            </a:r>
            <a:r>
              <a:rPr lang="nb-NO" sz="2400" smtClean="0">
                <a:latin typeface="Albany"/>
              </a:rPr>
              <a:t> Timeline</a:t>
            </a:r>
            <a:endParaRPr lang="nb-NO" sz="2400" dirty="0">
              <a:latin typeface="Albany"/>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Verifiser Forvenet Funksjonalitet</a:t>
            </a:r>
            <a:endParaRPr lang="nb-NO" dirty="0"/>
          </a:p>
        </p:txBody>
      </p:sp>
      <p:sp>
        <p:nvSpPr>
          <p:cNvPr id="3" name="Plassholder for innhold 2"/>
          <p:cNvSpPr>
            <a:spLocks noGrp="1"/>
          </p:cNvSpPr>
          <p:nvPr>
            <p:ph idx="1"/>
          </p:nvPr>
        </p:nvSpPr>
        <p:spPr/>
        <p:txBody>
          <a:bodyPr/>
          <a:lstStyle/>
          <a:p>
            <a:r>
              <a:rPr lang="nb-NO" dirty="0" smtClean="0"/>
              <a:t>A. Oppdeling i Ansvar</a:t>
            </a:r>
          </a:p>
          <a:p>
            <a:pPr lvl="2"/>
            <a:r>
              <a:rPr lang="nb-NO" dirty="0" smtClean="0"/>
              <a:t>Gi hver test ett eksplisitt ansvar</a:t>
            </a:r>
          </a:p>
          <a:p>
            <a:r>
              <a:rPr lang="nb-NO" dirty="0" smtClean="0"/>
              <a:t>B. Grupper testene dine</a:t>
            </a:r>
          </a:p>
          <a:p>
            <a:r>
              <a:rPr lang="nb-NO" dirty="0" smtClean="0"/>
              <a:t>C. Timeline </a:t>
            </a:r>
          </a:p>
          <a:p>
            <a:endParaRPr lang="nb-NO" dirty="0" smtClean="0"/>
          </a:p>
          <a:p>
            <a:r>
              <a:rPr lang="nb-NO" dirty="0" smtClean="0"/>
              <a:t>Summen av tester Verifiserer Forventet Funksjonalitet.</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Designprinsipper</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DP1. Single </a:t>
            </a:r>
            <a:r>
              <a:rPr lang="nb-NO" dirty="0" err="1" smtClean="0"/>
              <a:t>Responsibility</a:t>
            </a:r>
            <a:r>
              <a:rPr lang="nb-NO" dirty="0" smtClean="0"/>
              <a:t> </a:t>
            </a:r>
            <a:r>
              <a:rPr lang="nb-NO" dirty="0" err="1" smtClean="0"/>
              <a:t>Principle</a:t>
            </a:r>
            <a:endParaRPr lang="nb-NO" dirty="0" smtClean="0"/>
          </a:p>
          <a:p>
            <a:pPr>
              <a:buFont typeface="Arial" pitchFamily="34" charset="0"/>
              <a:buChar char="•"/>
            </a:pPr>
            <a:r>
              <a:rPr lang="nb-NO" dirty="0" smtClean="0"/>
              <a:t>DP2. </a:t>
            </a:r>
            <a:r>
              <a:rPr lang="nb-NO" dirty="0" err="1" smtClean="0"/>
              <a:t>Divide</a:t>
            </a:r>
            <a:r>
              <a:rPr lang="nb-NO" dirty="0" smtClean="0"/>
              <a:t> and </a:t>
            </a:r>
            <a:r>
              <a:rPr lang="nb-NO" dirty="0" err="1" smtClean="0"/>
              <a:t>Conquer</a:t>
            </a:r>
            <a:endParaRPr lang="nb-NO" dirty="0" smtClean="0"/>
          </a:p>
          <a:p>
            <a:pPr>
              <a:buFont typeface="Arial" pitchFamily="34" charset="0"/>
              <a:buChar char="•"/>
            </a:pPr>
            <a:r>
              <a:rPr lang="nb-NO" dirty="0" smtClean="0"/>
              <a:t>DP3. Grupper tester eksplisitt</a:t>
            </a:r>
          </a:p>
          <a:p>
            <a:pPr>
              <a:buFont typeface="Arial" pitchFamily="34" charset="0"/>
              <a:buChar char="•"/>
            </a:pPr>
            <a:r>
              <a:rPr lang="nb-NO" dirty="0" smtClean="0"/>
              <a:t>DP4. Velg den testmetode som gir lavest kost i levetiden til prosjektet.</a:t>
            </a:r>
          </a:p>
          <a:p>
            <a:pPr>
              <a:buFont typeface="Arial" pitchFamily="34" charset="0"/>
              <a:buChar char="•"/>
            </a:pPr>
            <a:r>
              <a:rPr lang="nb-NO" dirty="0" smtClean="0"/>
              <a:t>DP5. Test og testrapporter har forskjellig publikum.</a:t>
            </a:r>
          </a:p>
          <a:p>
            <a:pPr>
              <a:buFont typeface="Arial" pitchFamily="34" charset="0"/>
              <a:buChar char="•"/>
            </a:pPr>
            <a:r>
              <a:rPr lang="nb-NO" dirty="0" smtClean="0"/>
              <a:t>DP6. Timeline</a:t>
            </a:r>
          </a:p>
          <a:p>
            <a:pPr>
              <a:buFont typeface="Arial" pitchFamily="34" charset="0"/>
              <a:buChar char="•"/>
            </a:pPr>
            <a:endParaRPr lang="nb-NO" dirty="0" smtClean="0"/>
          </a:p>
          <a:p>
            <a:pPr>
              <a:buFont typeface="Arial" pitchFamily="34" charset="0"/>
              <a:buChar char="•"/>
            </a:pP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Kommunikasjon</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Forbedret kommunikasjon i teamet.</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Ukjent med applikasjonen</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Ny på teamet</a:t>
            </a:r>
          </a:p>
          <a:p>
            <a:pPr>
              <a:buFont typeface="Arial" pitchFamily="34" charset="0"/>
              <a:buChar char="•"/>
            </a:pPr>
            <a:r>
              <a:rPr lang="nb-NO" dirty="0" smtClean="0"/>
              <a:t>Driftsperspektiv</a:t>
            </a:r>
          </a:p>
          <a:p>
            <a:pPr>
              <a:buFont typeface="Arial" pitchFamily="34" charset="0"/>
              <a:buChar char="•"/>
            </a:pPr>
            <a:endParaRPr lang="nb-NO" dirty="0" smtClean="0"/>
          </a:p>
          <a:p>
            <a:pPr>
              <a:buFont typeface="Arial" pitchFamily="34" charset="0"/>
              <a:buChar char="•"/>
            </a:pPr>
            <a:r>
              <a:rPr lang="nb-NO" dirty="0" smtClean="0"/>
              <a:t>Bruk mindre tid på å oppdage feilen.</a:t>
            </a:r>
          </a:p>
          <a:p>
            <a:pPr>
              <a:buFont typeface="Arial" pitchFamily="34" charset="0"/>
              <a:buChar char="•"/>
            </a:pPr>
            <a:r>
              <a:rPr lang="nb-NO" dirty="0" smtClean="0"/>
              <a:t>Bruk mindre tid på å finne årsaken.</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Key </a:t>
            </a:r>
            <a:r>
              <a:rPr lang="nb-NO" dirty="0" err="1" smtClean="0"/>
              <a:t>take-aways</a:t>
            </a:r>
            <a:endParaRPr lang="nb-NO" dirty="0"/>
          </a:p>
        </p:txBody>
      </p:sp>
      <p:sp>
        <p:nvSpPr>
          <p:cNvPr id="3" name="Plassholder for innhold 2"/>
          <p:cNvSpPr>
            <a:spLocks noGrp="1"/>
          </p:cNvSpPr>
          <p:nvPr>
            <p:ph idx="1"/>
          </p:nvPr>
        </p:nvSpPr>
        <p:spPr/>
        <p:txBody>
          <a:bodyPr/>
          <a:lstStyle/>
          <a:p>
            <a:pPr>
              <a:buFont typeface="Arial" pitchFamily="34" charset="0"/>
              <a:buChar char="•"/>
            </a:pPr>
            <a:r>
              <a:rPr lang="nb-NO" dirty="0" smtClean="0"/>
              <a:t>Splitt og hersk (</a:t>
            </a:r>
            <a:r>
              <a:rPr lang="nb-NO" dirty="0" err="1" smtClean="0"/>
              <a:t>Divide</a:t>
            </a:r>
            <a:r>
              <a:rPr lang="nb-NO" dirty="0" smtClean="0"/>
              <a:t> </a:t>
            </a:r>
            <a:r>
              <a:rPr lang="nb-NO" dirty="0" smtClean="0"/>
              <a:t>and </a:t>
            </a:r>
            <a:r>
              <a:rPr lang="nb-NO" dirty="0" err="1" smtClean="0"/>
              <a:t>Conquer</a:t>
            </a:r>
            <a:r>
              <a:rPr lang="nb-NO" dirty="0" smtClean="0"/>
              <a:t>)</a:t>
            </a:r>
          </a:p>
          <a:p>
            <a:pPr>
              <a:buFont typeface="Arial" pitchFamily="34" charset="0"/>
              <a:buChar char="•"/>
            </a:pPr>
            <a:r>
              <a:rPr lang="nb-NO" dirty="0" smtClean="0"/>
              <a:t>Grupper kan være avhengig av hverandre.</a:t>
            </a:r>
          </a:p>
          <a:p>
            <a:pPr>
              <a:buFont typeface="Arial" pitchFamily="34" charset="0"/>
              <a:buChar char="•"/>
            </a:pPr>
            <a:r>
              <a:rPr lang="nb-NO" dirty="0" smtClean="0"/>
              <a:t>Verktøy tilgjengelig lar deg teste det du ikke kunne teste før.</a:t>
            </a:r>
            <a:endParaRPr lang="nb-NO" dirty="0"/>
          </a:p>
        </p:txBody>
      </p:sp>
      <p:sp>
        <p:nvSpPr>
          <p:cNvPr id="4" name="Plassholder for bunntekst 3"/>
          <p:cNvSpPr>
            <a:spLocks noGrp="1"/>
          </p:cNvSpPr>
          <p:nvPr>
            <p:ph type="ftr" sz="quarter" idx="12"/>
          </p:nvPr>
        </p:nvSpPr>
        <p:spPr/>
        <p:txBody>
          <a:bodyPr/>
          <a:lstStyle/>
          <a:p>
            <a:r>
              <a:rPr lang="nb-NO" smtClean="0"/>
              <a:t>JigZaw - Verifsiser Forventet Funksjonalitet</a:t>
            </a:r>
            <a:endParaRPr lang="nb-NO"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smtClean="0"/>
              <a:t>Mer Info</a:t>
            </a:r>
            <a:endParaRPr lang="nb-NO" dirty="0"/>
          </a:p>
        </p:txBody>
      </p:sp>
      <p:sp>
        <p:nvSpPr>
          <p:cNvPr id="3" name="Plassholder for innhold 2"/>
          <p:cNvSpPr>
            <a:spLocks noGrp="1"/>
          </p:cNvSpPr>
          <p:nvPr>
            <p:ph idx="1"/>
          </p:nvPr>
        </p:nvSpPr>
        <p:spPr/>
        <p:txBody>
          <a:bodyPr/>
          <a:lstStyle/>
          <a:p>
            <a:r>
              <a:rPr lang="nb-NO" dirty="0" smtClean="0">
                <a:solidFill>
                  <a:schemeClr val="accent1"/>
                </a:solidFill>
              </a:rPr>
              <a:t>http://wiki.cantara.no/display/smidigtonull/JigZaw</a:t>
            </a:r>
          </a:p>
          <a:p>
            <a:r>
              <a:rPr lang="nb-NO" dirty="0" err="1" smtClean="0">
                <a:solidFill>
                  <a:schemeClr val="accent1"/>
                </a:solidFill>
              </a:rPr>
              <a:t>erik.drolshammer@gmail.com</a:t>
            </a:r>
            <a:endParaRPr lang="nb-NO" dirty="0" smtClean="0">
              <a:solidFill>
                <a:schemeClr val="accent1"/>
              </a:solidFill>
            </a:endParaRPr>
          </a:p>
          <a:p>
            <a:r>
              <a:rPr lang="nb-NO" dirty="0" err="1" smtClean="0">
                <a:solidFill>
                  <a:schemeClr val="accent1"/>
                </a:solidFill>
              </a:rPr>
              <a:t>bard.lind@telenor.com</a:t>
            </a:r>
            <a:r>
              <a:rPr lang="nb-NO" dirty="0" smtClean="0">
                <a:solidFill>
                  <a:schemeClr val="accent1"/>
                </a:solidFill>
              </a:rPr>
              <a:t>,  </a:t>
            </a:r>
            <a:r>
              <a:rPr lang="nb-NO" dirty="0" err="1" smtClean="0">
                <a:solidFill>
                  <a:schemeClr val="accent1"/>
                </a:solidFill>
              </a:rPr>
              <a:t>twitter</a:t>
            </a:r>
            <a:r>
              <a:rPr lang="nb-NO" dirty="0" smtClean="0">
                <a:solidFill>
                  <a:schemeClr val="accent1"/>
                </a:solidFill>
              </a:rPr>
              <a:t>: </a:t>
            </a:r>
            <a:r>
              <a:rPr lang="nb-NO" dirty="0" err="1" smtClean="0">
                <a:solidFill>
                  <a:schemeClr val="accent1"/>
                </a:solidFill>
              </a:rPr>
              <a:t>baardl</a:t>
            </a:r>
            <a:endParaRPr lang="nb-NO" dirty="0" smtClean="0">
              <a:solidFill>
                <a:schemeClr val="accent1"/>
              </a:solidFill>
            </a:endParaRPr>
          </a:p>
          <a:p>
            <a:endParaRPr lang="nb-NO" dirty="0" smtClean="0"/>
          </a:p>
          <a:p>
            <a:r>
              <a:rPr lang="nb-NO" dirty="0" err="1" smtClean="0"/>
              <a:t>Cantara</a:t>
            </a:r>
            <a:endParaRPr lang="nb-NO" dirty="0" smtClean="0"/>
          </a:p>
          <a:p>
            <a:r>
              <a:rPr lang="nb-NO" dirty="0" smtClean="0"/>
              <a:t>	-</a:t>
            </a:r>
            <a:r>
              <a:rPr lang="en-US" dirty="0" smtClean="0"/>
              <a:t> </a:t>
            </a:r>
            <a:r>
              <a:rPr lang="en-US" i="1" dirty="0" smtClean="0"/>
              <a:t>Mature and empower Norwegian software development.</a:t>
            </a:r>
            <a:r>
              <a:rPr lang="en-US" dirty="0" smtClean="0"/>
              <a:t>-</a:t>
            </a:r>
          </a:p>
          <a:p>
            <a:endParaRPr lang="nb-NO" smtClean="0"/>
          </a:p>
          <a:p>
            <a:r>
              <a:rPr lang="nb-NO" smtClean="0"/>
              <a:t>Cantara</a:t>
            </a:r>
            <a:r>
              <a:rPr lang="nb-NO" dirty="0" smtClean="0"/>
              <a:t> er et åpent forum for deling av kompetanse på tvers av firmarelasjoner.</a:t>
            </a:r>
            <a:endParaRPr lang="nb-NO" dirty="0"/>
          </a:p>
        </p:txBody>
      </p:sp>
      <p:sp>
        <p:nvSpPr>
          <p:cNvPr id="4" name="Plassholder for bunntekst 3"/>
          <p:cNvSpPr>
            <a:spLocks noGrp="1"/>
          </p:cNvSpPr>
          <p:nvPr>
            <p:ph type="ftr" sz="quarter" idx="12"/>
          </p:nvPr>
        </p:nvSpPr>
        <p:spPr/>
        <p:txBody>
          <a:bodyPr/>
          <a:lstStyle/>
          <a:p>
            <a:pPr lvl="0"/>
            <a:r>
              <a:rPr lang="nb-NO" smtClean="0"/>
              <a:t>JigZaw - Verifsiser Forventet Funksjonalitet</a:t>
            </a:r>
            <a:endParaRPr lang="nb-NO"/>
          </a:p>
        </p:txBody>
      </p:sp>
    </p:spTree>
  </p:cSld>
  <p:clrMapOvr>
    <a:masterClrMapping/>
  </p:clrMapOvr>
  <p:transition/>
</p:sld>
</file>

<file path=ppt/theme/theme1.xml><?xml version="1.0" encoding="utf-8"?>
<a:theme xmlns:a="http://schemas.openxmlformats.org/drawingml/2006/main" name="Telenor_group_white_revised_bard_lind">
  <a:themeElements>
    <a:clrScheme name="Telenor_group_white_revised 11">
      <a:dk1>
        <a:srgbClr val="000000"/>
      </a:dk1>
      <a:lt1>
        <a:srgbClr val="FFFFFF"/>
      </a:lt1>
      <a:dk2>
        <a:srgbClr val="000000"/>
      </a:dk2>
      <a:lt2>
        <a:srgbClr val="808080"/>
      </a:lt2>
      <a:accent1>
        <a:srgbClr val="0099FF"/>
      </a:accent1>
      <a:accent2>
        <a:srgbClr val="A2AD00"/>
      </a:accent2>
      <a:accent3>
        <a:srgbClr val="FFFFFF"/>
      </a:accent3>
      <a:accent4>
        <a:srgbClr val="000000"/>
      </a:accent4>
      <a:accent5>
        <a:srgbClr val="AACAFF"/>
      </a:accent5>
      <a:accent6>
        <a:srgbClr val="929C00"/>
      </a:accent6>
      <a:hlink>
        <a:srgbClr val="DDD3AF"/>
      </a:hlink>
      <a:folHlink>
        <a:srgbClr val="825C26"/>
      </a:folHlink>
    </a:clrScheme>
    <a:fontScheme name="Telenor_group_white_revised">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GB"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GB"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Telenor_group_white_revise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lenor_group_white_revise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lenor_group_white_revise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lenor_group_white_revise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lenor_group_white_revise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lenor_group_white_revise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lenor_group_white_revise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elenor_group_white_revised 8">
        <a:dk1>
          <a:srgbClr val="000000"/>
        </a:dk1>
        <a:lt1>
          <a:srgbClr val="FFFFFF"/>
        </a:lt1>
        <a:dk2>
          <a:srgbClr val="000000"/>
        </a:dk2>
        <a:lt2>
          <a:srgbClr val="808080"/>
        </a:lt2>
        <a:accent1>
          <a:srgbClr val="E0D4BB"/>
        </a:accent1>
        <a:accent2>
          <a:srgbClr val="3333CC"/>
        </a:accent2>
        <a:accent3>
          <a:srgbClr val="FFFFFF"/>
        </a:accent3>
        <a:accent4>
          <a:srgbClr val="000000"/>
        </a:accent4>
        <a:accent5>
          <a:srgbClr val="EDE6D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lenor_group_white_revised 9">
        <a:dk1>
          <a:srgbClr val="000000"/>
        </a:dk1>
        <a:lt1>
          <a:srgbClr val="FFFFFF"/>
        </a:lt1>
        <a:dk2>
          <a:srgbClr val="000000"/>
        </a:dk2>
        <a:lt2>
          <a:srgbClr val="808080"/>
        </a:lt2>
        <a:accent1>
          <a:srgbClr val="0099FF"/>
        </a:accent1>
        <a:accent2>
          <a:srgbClr val="3333CC"/>
        </a:accent2>
        <a:accent3>
          <a:srgbClr val="FFFFFF"/>
        </a:accent3>
        <a:accent4>
          <a:srgbClr val="000000"/>
        </a:accent4>
        <a:accent5>
          <a:srgbClr val="A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lenor_group_white_revised 10">
        <a:dk1>
          <a:srgbClr val="000000"/>
        </a:dk1>
        <a:lt1>
          <a:srgbClr val="FFFFFF"/>
        </a:lt1>
        <a:dk2>
          <a:srgbClr val="000000"/>
        </a:dk2>
        <a:lt2>
          <a:srgbClr val="808080"/>
        </a:lt2>
        <a:accent1>
          <a:srgbClr val="0099FF"/>
        </a:accent1>
        <a:accent2>
          <a:srgbClr val="A2AD00"/>
        </a:accent2>
        <a:accent3>
          <a:srgbClr val="FFFFFF"/>
        </a:accent3>
        <a:accent4>
          <a:srgbClr val="000000"/>
        </a:accent4>
        <a:accent5>
          <a:srgbClr val="AACAFF"/>
        </a:accent5>
        <a:accent6>
          <a:srgbClr val="929C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lenor_group_white_revised 11">
        <a:dk1>
          <a:srgbClr val="000000"/>
        </a:dk1>
        <a:lt1>
          <a:srgbClr val="FFFFFF"/>
        </a:lt1>
        <a:dk2>
          <a:srgbClr val="000000"/>
        </a:dk2>
        <a:lt2>
          <a:srgbClr val="808080"/>
        </a:lt2>
        <a:accent1>
          <a:srgbClr val="0099FF"/>
        </a:accent1>
        <a:accent2>
          <a:srgbClr val="A2AD00"/>
        </a:accent2>
        <a:accent3>
          <a:srgbClr val="FFFFFF"/>
        </a:accent3>
        <a:accent4>
          <a:srgbClr val="000000"/>
        </a:accent4>
        <a:accent5>
          <a:srgbClr val="AACAFF"/>
        </a:accent5>
        <a:accent6>
          <a:srgbClr val="929C00"/>
        </a:accent6>
        <a:hlink>
          <a:srgbClr val="DDD3AF"/>
        </a:hlink>
        <a:folHlink>
          <a:srgbClr val="825C26"/>
        </a:folHlink>
      </a:clrScheme>
      <a:clrMap bg1="lt1" tx1="dk1" bg2="lt2" tx2="dk2" accent1="accent1" accent2="accent2" accent3="accent3" accent4="accent4" accent5="accent5" accent6="accent6" hlink="hlink" folHlink="folHlink"/>
    </a:extraClrScheme>
    <a:extraClrScheme>
      <a:clrScheme name="Telenor_group_white_revised 12">
        <a:dk1>
          <a:srgbClr val="000000"/>
        </a:dk1>
        <a:lt1>
          <a:srgbClr val="FFFFFF"/>
        </a:lt1>
        <a:dk2>
          <a:srgbClr val="FFFFFF"/>
        </a:dk2>
        <a:lt2>
          <a:srgbClr val="0099FF"/>
        </a:lt2>
        <a:accent1>
          <a:srgbClr val="FFFFFF"/>
        </a:accent1>
        <a:accent2>
          <a:srgbClr val="FFFFFF"/>
        </a:accent2>
        <a:accent3>
          <a:srgbClr val="FFFFFF"/>
        </a:accent3>
        <a:accent4>
          <a:srgbClr val="000000"/>
        </a:accent4>
        <a:accent5>
          <a:srgbClr val="FFFFFF"/>
        </a:accent5>
        <a:accent6>
          <a:srgbClr val="E7E7E7"/>
        </a:accent6>
        <a:hlink>
          <a:srgbClr val="FFFFFF"/>
        </a:hlink>
        <a:folHlink>
          <a:srgbClr val="FFFF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Telenor_white_revised</Template>
  <TotalTime>14123</TotalTime>
  <Words>2714</Words>
  <Application>Microsoft Office PowerPoint</Application>
  <PresentationFormat>Egendefinert</PresentationFormat>
  <Paragraphs>528</Paragraphs>
  <Slides>29</Slides>
  <Notes>29</Notes>
  <HiddenSlides>2</HiddenSlides>
  <MMClips>0</MMClips>
  <ScaleCrop>false</ScaleCrop>
  <HeadingPairs>
    <vt:vector size="4" baseType="variant">
      <vt:variant>
        <vt:lpstr>Tema</vt:lpstr>
      </vt:variant>
      <vt:variant>
        <vt:i4>1</vt:i4>
      </vt:variant>
      <vt:variant>
        <vt:lpstr>Lysbildetitler</vt:lpstr>
      </vt:variant>
      <vt:variant>
        <vt:i4>29</vt:i4>
      </vt:variant>
    </vt:vector>
  </HeadingPairs>
  <TitlesOfParts>
    <vt:vector size="30" baseType="lpstr">
      <vt:lpstr>Telenor_group_white_revised_bard_lind</vt:lpstr>
      <vt:lpstr>JigZaw</vt:lpstr>
      <vt:lpstr>Bård Lind</vt:lpstr>
      <vt:lpstr>Lysbilde 3</vt:lpstr>
      <vt:lpstr>Hva vi ønsker å oppnå</vt:lpstr>
      <vt:lpstr>Forutsetning</vt:lpstr>
      <vt:lpstr>Felles språk</vt:lpstr>
      <vt:lpstr>Bakgrunn for JigZaw</vt:lpstr>
      <vt:lpstr>Når passer JigZaw</vt:lpstr>
      <vt:lpstr>Teori</vt:lpstr>
      <vt:lpstr>A. Oppdeling i Ansvar</vt:lpstr>
      <vt:lpstr>Lysbilde 11</vt:lpstr>
      <vt:lpstr>Lysbilde 12</vt:lpstr>
      <vt:lpstr>Lysbilde 13</vt:lpstr>
      <vt:lpstr>Hvordan vi takler symptomene …</vt:lpstr>
      <vt:lpstr>B. Grupper testene dine</vt:lpstr>
      <vt:lpstr>DP3. Grupper tester eksplisitt</vt:lpstr>
      <vt:lpstr>Gruppeeksempler</vt:lpstr>
      <vt:lpstr>Egenskaper å gruppere etter</vt:lpstr>
      <vt:lpstr>Eksempel testgrupper</vt:lpstr>
      <vt:lpstr>C. Timeline</vt:lpstr>
      <vt:lpstr>V-modellen test-nivåer</vt:lpstr>
      <vt:lpstr>Timeline eksempel</vt:lpstr>
      <vt:lpstr>Når kjøre hvilke tester?</vt:lpstr>
      <vt:lpstr>Verifiser Forvenet Funksjonalitet</vt:lpstr>
      <vt:lpstr>Designprinsipper</vt:lpstr>
      <vt:lpstr>Kommunikasjon</vt:lpstr>
      <vt:lpstr>Ukjent med applikasjonen</vt:lpstr>
      <vt:lpstr>Key take-aways</vt:lpstr>
      <vt:lpstr>Mer Info</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JigZaw</dc:title>
  <cp:lastModifiedBy>Bård Lind</cp:lastModifiedBy>
  <cp:revision>62</cp:revision>
  <dcterms:created xsi:type="dcterms:W3CDTF">2010-04-04T10:40:21Z</dcterms:created>
  <dcterms:modified xsi:type="dcterms:W3CDTF">2010-04-19T08:58:18Z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fo 1">
    <vt:lpwstr/>
  </property>
  <property fmtid="{D5CDD505-2E9C-101B-9397-08002B2CF9AE}" pid="3" name="Info 2">
    <vt:lpwstr/>
  </property>
  <property fmtid="{D5CDD505-2E9C-101B-9397-08002B2CF9AE}" pid="4" name="Info 3">
    <vt:lpwstr/>
  </property>
  <property fmtid="{D5CDD505-2E9C-101B-9397-08002B2CF9AE}" pid="5" name="Info 4">
    <vt:lpwstr/>
  </property>
</Properties>
</file>
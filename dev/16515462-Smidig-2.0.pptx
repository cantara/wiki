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8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ustom.xml" ContentType="application/vnd.openxmlformats-officedocument.custom-properties+xml"/>
  <Override PartName="/ppt/slideMasters/slideMaster8.xml" ContentType="application/vnd.openxmlformats-officedocument.presentationml.slideMaster+xml"/>
  <Override PartName="/ppt/slideMasters/slideMaster6.xml" ContentType="application/vnd.openxmlformats-officedocument.presentationml.slideMaster+xml"/>
  <Override PartName="/ppt/theme/theme8.xml" ContentType="application/vnd.openxmlformats-officedocument.theme+xml"/>
  <Override PartName="/ppt/slideMasters/slideMaster4.xml" ContentType="application/vnd.openxmlformats-officedocument.presentationml.slide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heme/theme6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1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0.xml" ContentType="application/vnd.openxmlformats-officedocument.presentationml.slideLayout+xml"/>
  <Override PartName="/docProps/app.xml" ContentType="application/vnd.openxmlformats-officedocument.extended-properties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7.xml" ContentType="application/vnd.openxmlformats-officedocument.presentationml.slideMaster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8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6" r:id="rId2"/>
    <p:sldMasterId id="2147483650" r:id="rId3"/>
    <p:sldMasterId id="2147483658" r:id="rId4"/>
    <p:sldMasterId id="2147483652" r:id="rId5"/>
    <p:sldMasterId id="2147483660" r:id="rId6"/>
    <p:sldMasterId id="2147483654" r:id="rId7"/>
    <p:sldMasterId id="2147483662" r:id="rId8"/>
  </p:sldMasterIdLst>
  <p:notesMasterIdLst>
    <p:notesMasterId r:id="rId15"/>
  </p:notesMasterIdLst>
  <p:handoutMasterIdLst>
    <p:handoutMasterId r:id="rId16"/>
  </p:handoutMasterIdLst>
  <p:sldIdLst>
    <p:sldId id="385" r:id="rId9"/>
    <p:sldId id="399" r:id="rId10"/>
    <p:sldId id="497" r:id="rId11"/>
    <p:sldId id="499" r:id="rId12"/>
    <p:sldId id="498" r:id="rId13"/>
    <p:sldId id="500" r:id="rId14"/>
  </p:sldIdLst>
  <p:sldSz cx="9144000" cy="6858000" type="screen4x3"/>
  <p:notesSz cx="6797675" cy="9926638"/>
  <p:defaultTextStyle>
    <a:defPPr>
      <a:defRPr lang="nb-N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077" autoAdjust="0"/>
    <p:restoredTop sz="80429" autoAdjust="0"/>
  </p:normalViewPr>
  <p:slideViewPr>
    <p:cSldViewPr snapToGrid="0" snapToObjects="1">
      <p:cViewPr varScale="1">
        <p:scale>
          <a:sx n="74" d="100"/>
          <a:sy n="74" d="100"/>
        </p:scale>
        <p:origin x="-154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1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90" d="100"/>
          <a:sy n="90" d="100"/>
        </p:scale>
        <p:origin x="-2034" y="-120"/>
      </p:cViewPr>
      <p:guideLst>
        <p:guide orient="horz" pos="3126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086B84A-7EB5-465C-8BA9-EA2899773433}" type="datetimeFigureOut">
              <a:rPr lang="en-US"/>
              <a:pPr>
                <a:defRPr/>
              </a:pPr>
              <a:t>11/23/2007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1EF509B-6D44-42C4-84AD-EE335B241E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noProof="0" smtClean="0"/>
              <a:t>Click to edit Master text styles</a:t>
            </a:r>
          </a:p>
          <a:p>
            <a:pPr lvl="1"/>
            <a:r>
              <a:rPr lang="nb-NO" noProof="0" smtClean="0"/>
              <a:t>Second level</a:t>
            </a:r>
          </a:p>
          <a:p>
            <a:pPr lvl="2"/>
            <a:r>
              <a:rPr lang="nb-NO" noProof="0" smtClean="0"/>
              <a:t>Third level</a:t>
            </a:r>
          </a:p>
          <a:p>
            <a:pPr lvl="3"/>
            <a:r>
              <a:rPr lang="nb-NO" noProof="0" smtClean="0"/>
              <a:t>Fourth level</a:t>
            </a:r>
          </a:p>
          <a:p>
            <a:pPr lvl="4"/>
            <a:r>
              <a:rPr lang="nb-NO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1BD74C5-CBA4-4F2D-A05B-D68B5ADC615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b-NO" dirty="0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DB03762-9D72-4F07-8334-98530EF81CFC}" type="slidenum">
              <a:rPr lang="nb-NO" smtClean="0"/>
              <a:pPr>
                <a:defRPr/>
              </a:pPr>
              <a:t>1</a:t>
            </a:fld>
            <a:endParaRPr lang="nb-NO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D74C5-CBA4-4F2D-A05B-D68B5ADC615A}" type="slidenum">
              <a:rPr lang="nb-NO" smtClean="0"/>
              <a:pPr>
                <a:defRPr/>
              </a:pPr>
              <a:t>2</a:t>
            </a:fld>
            <a:endParaRPr lang="nb-N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D74C5-CBA4-4F2D-A05B-D68B5ADC615A}" type="slidenum">
              <a:rPr lang="nb-NO" smtClean="0"/>
              <a:pPr>
                <a:defRPr/>
              </a:pPr>
              <a:t>3</a:t>
            </a:fld>
            <a:endParaRPr lang="nb-N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D74C5-CBA4-4F2D-A05B-D68B5ADC615A}" type="slidenum">
              <a:rPr lang="nb-NO" smtClean="0"/>
              <a:pPr>
                <a:defRPr/>
              </a:pPr>
              <a:t>4</a:t>
            </a:fld>
            <a:endParaRPr lang="nb-N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D74C5-CBA4-4F2D-A05B-D68B5ADC615A}" type="slidenum">
              <a:rPr lang="nb-NO" smtClean="0"/>
              <a:pPr>
                <a:defRPr/>
              </a:pPr>
              <a:t>5</a:t>
            </a:fld>
            <a:endParaRPr lang="nb-N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BD74C5-CBA4-4F2D-A05B-D68B5ADC615A}" type="slidenum">
              <a:rPr lang="nb-NO" smtClean="0"/>
              <a:pPr>
                <a:defRPr/>
              </a:pPr>
              <a:t>6</a:t>
            </a:fld>
            <a:endParaRPr lang="nb-N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6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4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15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22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/>
          <a:lstStyle>
            <a:lvl1pPr algn="ctr">
              <a:defRPr/>
            </a:lvl1pPr>
          </a:lstStyle>
          <a:p>
            <a:r>
              <a:rPr lang="nb-NO" dirty="0" err="1"/>
              <a:t>Click</a:t>
            </a:r>
            <a:r>
              <a:rPr lang="nb-NO" dirty="0"/>
              <a:t> to </a:t>
            </a:r>
            <a:r>
              <a:rPr lang="nb-NO" dirty="0" err="1"/>
              <a:t>edit</a:t>
            </a:r>
            <a:r>
              <a:rPr lang="nb-NO" dirty="0"/>
              <a:t> Master </a:t>
            </a:r>
            <a:r>
              <a:rPr lang="nb-NO" dirty="0" err="1"/>
              <a:t>subtitle</a:t>
            </a:r>
            <a:r>
              <a:rPr lang="nb-NO" dirty="0"/>
              <a:t> </a:t>
            </a:r>
            <a:r>
              <a:rPr lang="nb-NO" dirty="0" err="1"/>
              <a:t>style</a:t>
            </a:r>
            <a:endParaRPr lang="nb-NO" dirty="0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9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 dirty="0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D57C4-B2BF-4795-8C9B-9F3736C3F6A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E0CFE-D6B3-4F2D-9515-3762D4E0A63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260BC-9BAB-4DC8-9FEF-08BE90484C3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675" y="1389063"/>
            <a:ext cx="4017963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2038" y="1389063"/>
            <a:ext cx="4019550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350D38-5283-4F8B-9FB6-FE76732A335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C30A02-6CDA-4A44-81D3-8A7ECC993210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B534C9-C3D6-4F86-B40A-E5F1AEC3339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FD32F-F3E9-4BD6-8BD7-A99891D0A5F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98212-6E9B-4364-B766-1C9980EFD61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8CC89-1181-4FAD-809B-CEA33D280AE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A4C6F-DC65-4116-802A-635C2319373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5300" y="381000"/>
            <a:ext cx="204628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1675" y="381000"/>
            <a:ext cx="5991225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77782-2A85-4023-8F8B-F594594715A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8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 tIns="478800"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E9259-C4D8-43C7-BD07-1CCBFCDDA24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922A41-1F83-49A7-98FA-855888C6559F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2B8D5-4333-46AC-9091-097EE4F2A50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38" y="1389063"/>
            <a:ext cx="4333875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7713" y="1389063"/>
            <a:ext cx="4333875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801CE-7921-42A6-8FCF-98E2CD7A49E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F8F80A-B0DE-4BDB-BA2C-B376B53FE8F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68B29F-38E9-43B1-957D-B33658ACD28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C3DCB2-C697-46D0-B295-53865DD28EF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9A74F-1ECF-4BE1-A767-8776E43B27B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197BE-5398-4B31-811B-22035243D61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87444-C6F9-4A17-89BD-2CD9E114A10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20503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438" y="381000"/>
            <a:ext cx="6462712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92A2D9-6E8E-42CA-93DE-8B56F7BDF0C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5C958F-4E1B-49E9-8658-8841146957B0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10334-A4E9-46D2-A333-1123EF5D6D0F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1C1E70-41E3-43AC-9977-033AABC3F85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1675" y="1389063"/>
            <a:ext cx="4017963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2038" y="1389063"/>
            <a:ext cx="4019550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8DECE8-5B86-4C6E-9EF7-8FCDBB2C571F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901C1F-73F6-433B-A057-F571E8A00D0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09C304-F73C-4621-AB46-024C9107540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4AA72B-FCFC-468D-8246-6D08ECFF371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14FBE-00AC-44D9-A8BF-514BE9128D5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017F0A-748F-4D56-AF97-25F052A6F896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AF1E2C-57FE-4DD9-BF49-E40644D9CC7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5300" y="381000"/>
            <a:ext cx="204628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1675" y="381000"/>
            <a:ext cx="5991225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B15FBC-7825-48D5-AB1D-DBE4A5460D9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49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 tIns="478800"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12493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EEBAB1-C176-4B69-9711-4861BBE13D0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AE2667-A21B-4BE9-9906-D0F55725AC4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41A9F3-A931-4854-84B6-D326B0EB22F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438" y="1389063"/>
            <a:ext cx="4333875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57713" y="1389063"/>
            <a:ext cx="4333875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A16ECB-6B8C-41A6-968D-DAD84FE2539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D89AAB-39A2-4BD2-B6F0-E67277AF1A0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64412-16D9-439A-A8A3-418018FFDB9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D20590-39B8-437C-B08C-4AD69E83F2D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9D733-2F69-4A8B-945A-051D6CE8C290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FDDA8-2734-467B-985E-E327F7E7F0BF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F3FB4A-B437-4F28-92C1-FEF0F8EA2EF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381000"/>
            <a:ext cx="220503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438" y="381000"/>
            <a:ext cx="6462712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5D2A8-B2D0-429E-BC9B-A7890FCD6B5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ED94FD-01C0-40BF-8B5C-6D15D1A29ED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A94423-ECC2-4F66-BAB3-ABE93A3822C6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57C4BE-8FE4-4529-B56A-6C1B08F7E05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3463" y="1389063"/>
            <a:ext cx="2582862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8725" y="1389063"/>
            <a:ext cx="2582863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F5F3A2-54B8-4AE6-AFBF-266B6958425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8B1BD0-C49F-45E5-BF2D-8DC58AC6336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FCF68B-B0A5-4DCF-878E-97C849FADCA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0B24D-1033-48EC-9DDA-B06D076B106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20913-0F29-47A4-ADA0-90A0558B2BB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F299E3-4FA3-476C-9540-D50B1C1D5F2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BFC986-8416-4FEF-88F1-C7D35543165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2850" y="381000"/>
            <a:ext cx="132873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73463" y="381000"/>
            <a:ext cx="3836987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147A2-1E48-4AE8-8E02-E12C400B007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697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 tIns="478800"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12698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60DB9-E435-4B54-8262-45517DABD285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15D35B-8405-4CB4-9F10-CF8A23EBDEC6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356072-A42F-4A01-853B-1DECC6507CF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3463" y="1389063"/>
            <a:ext cx="2582862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8725" y="1389063"/>
            <a:ext cx="2582863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783D9-6631-4239-9AD2-37E1839A3D6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4B2D6-6534-4C5A-8048-0057A15F999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E19BF-28C6-4386-8746-1793B629322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1AF58-60D7-4E2C-A2E4-58579F571E6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EA7DA-D891-4AB7-917B-3877047D0D5F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967C5-CBFC-4A2F-A0D8-D61B1132F8F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9948E-6A13-42E3-BB76-6DD3CA95551E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2850" y="381000"/>
            <a:ext cx="132873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73463" y="381000"/>
            <a:ext cx="3836987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24012E-E774-4B6F-B085-56785A18F39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08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12083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E800C2-4D0A-4E18-8A1F-A06AFAB45DB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02E791-AC94-471F-9C7E-D6AB9493658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C5948-193E-4F01-A0EF-84EE62AD4A2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3463" y="1389063"/>
            <a:ext cx="2582862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8725" y="1389063"/>
            <a:ext cx="2582863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F1159F-F4D7-42F1-A417-FAF1D61DDDA9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9510D-4060-4849-A4DD-80A4DF3CD2A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ACC7E-3F7E-40B7-B1E8-CF0ABFD844A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58C7DE-24A7-4F88-8B88-E236E40B22D1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80185-C697-4126-B443-E791B0E4CD5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D4864-763B-4F44-96F6-809FA2B93E8D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E5FAA8-BE88-476F-96B1-F1AEB2D0065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2850" y="381000"/>
            <a:ext cx="132873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73463" y="381000"/>
            <a:ext cx="3836987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DDB66-DBE0-4733-8AED-69FE78C58A7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footer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0" y="1389063"/>
            <a:ext cx="3482975" cy="49069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3482975" y="1389063"/>
            <a:ext cx="90488" cy="198437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" name="Picture 9" descr="buble-te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9163" y="2805113"/>
            <a:ext cx="1563687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573463" y="1389063"/>
            <a:ext cx="5570537" cy="4906962"/>
          </a:xfrm>
        </p:spPr>
        <p:txBody>
          <a:bodyPr tIns="478800"/>
          <a:lstStyle>
            <a:lvl1pPr algn="ctr">
              <a:defRPr/>
            </a:lvl1pPr>
          </a:lstStyle>
          <a:p>
            <a:r>
              <a:rPr lang="nb-NO"/>
              <a:t>Click to edit Master subtitle style</a:t>
            </a:r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317625"/>
          </a:xfrm>
        </p:spPr>
        <p:txBody>
          <a:bodyPr lIns="72000" rIns="72000"/>
          <a:lstStyle>
            <a:lvl1pPr>
              <a:defRPr sz="3700"/>
            </a:lvl1pPr>
          </a:lstStyle>
          <a:p>
            <a:r>
              <a:rPr lang="nb-NO"/>
              <a:t>Click to edit Master title style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F9C65-F2E6-4195-9391-21B2C8FB53F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0E31F9-60BF-4DFB-8A9E-9776DD26AFC6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21D126-155D-4979-8F8C-10764157298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73463" y="1389063"/>
            <a:ext cx="2582862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8725" y="1389063"/>
            <a:ext cx="2582863" cy="47037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397FD-0396-4A7E-82BC-B9FA97A6F37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B7366-86B0-46A6-9E16-83771B25788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7DE7C3-23BE-48BD-AD11-01A1D058FC66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E08DD2-1CB8-4BC7-880B-C6CDE3C3B42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E0D840-7DC6-45E4-BAB1-30E3D78F836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38BBB-95F1-494B-90D5-44929682299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8F921F-F9F9-4CCF-9850-F3E5DCA093CB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62850" y="381000"/>
            <a:ext cx="1328738" cy="57118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73463" y="381000"/>
            <a:ext cx="3836987" cy="57118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E6C8A7-EB2E-49BC-AAA2-E36367DBFAE8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3" descr="white-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570288" y="1389063"/>
            <a:ext cx="5573712" cy="490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2" descr="foote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1675" y="381000"/>
            <a:ext cx="8189913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1389063"/>
            <a:ext cx="8189913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788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06B21AB5-A6BF-4556-91CD-EDC6680148D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3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50863" indent="-195263" algn="l" rtl="0" eaLnBrk="0" fontAlgn="base" hangingPunct="0">
        <a:spcBef>
          <a:spcPct val="20000"/>
        </a:spcBef>
        <a:spcAft>
          <a:spcPct val="20000"/>
        </a:spcAft>
        <a:buChar char="•"/>
        <a:defRPr sz="2800" i="1">
          <a:solidFill>
            <a:schemeClr val="tx1"/>
          </a:solidFill>
          <a:latin typeface="+mn-lt"/>
        </a:defRPr>
      </a:lvl2pPr>
      <a:lvl3pPr marL="892175" indent="-16192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247775" indent="-174625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4pPr>
      <a:lvl5pPr marL="1617663" indent="-190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748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320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892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464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 descr="foot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1438" y="381000"/>
            <a:ext cx="882015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2052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438" y="1389063"/>
            <a:ext cx="8820150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1620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A9BFACC5-50D6-442B-94CE-6698134E92EC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96838" indent="-96838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50838" indent="-74613" algn="l" rtl="0" eaLnBrk="0" fontAlgn="base" hangingPunct="0">
        <a:spcBef>
          <a:spcPct val="20000"/>
        </a:spcBef>
        <a:spcAft>
          <a:spcPct val="0"/>
        </a:spcAft>
        <a:buChar char="•"/>
        <a:defRPr sz="1600" i="1">
          <a:solidFill>
            <a:schemeClr val="tx1"/>
          </a:solidFill>
          <a:latin typeface="+mn-lt"/>
        </a:defRPr>
      </a:lvl2pPr>
      <a:lvl3pPr marL="609600" indent="-7937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885825" indent="-96838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4pPr>
      <a:lvl5pPr marL="1128713" indent="-63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5859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0431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5003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29575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0" y="1389063"/>
            <a:ext cx="9144000" cy="49069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3075" name="Picture 3" descr="foot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701675" y="381000"/>
            <a:ext cx="8189913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1675" y="1389063"/>
            <a:ext cx="8189913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788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0B7F84E5-1C77-4946-A02C-2D0506F008D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0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3000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550863" indent="-195263" algn="l" rtl="0" eaLnBrk="0" fontAlgn="base" hangingPunct="0">
        <a:spcBef>
          <a:spcPct val="20000"/>
        </a:spcBef>
        <a:spcAft>
          <a:spcPct val="20000"/>
        </a:spcAft>
        <a:buChar char="•"/>
        <a:defRPr sz="2800" i="1">
          <a:solidFill>
            <a:schemeClr val="bg1"/>
          </a:solidFill>
          <a:latin typeface="+mn-lt"/>
        </a:defRPr>
      </a:lvl2pPr>
      <a:lvl3pPr marL="892175" indent="-16192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</a:defRPr>
      </a:lvl3pPr>
      <a:lvl4pPr marL="1247775" indent="-174625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4pPr>
      <a:lvl5pPr marL="1617663" indent="-190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5pPr>
      <a:lvl6pPr marL="20748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6pPr>
      <a:lvl7pPr marL="25320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7pPr>
      <a:lvl8pPr marL="29892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8pPr>
      <a:lvl9pPr marL="34464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11" name="Rectangle 7"/>
          <p:cNvSpPr>
            <a:spLocks noChangeArrowheads="1"/>
          </p:cNvSpPr>
          <p:nvPr/>
        </p:nvSpPr>
        <p:spPr bwMode="auto">
          <a:xfrm>
            <a:off x="0" y="1389063"/>
            <a:ext cx="9144000" cy="49069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4099" name="Picture 2" descr="foot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0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1438" y="381000"/>
            <a:ext cx="882015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4101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438" y="1389063"/>
            <a:ext cx="8820150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1620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62D44BE3-10CE-4435-871E-9524A5FFDE2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1239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96838" indent="-96838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  <a:ea typeface="+mn-ea"/>
          <a:cs typeface="+mn-cs"/>
        </a:defRPr>
      </a:lvl1pPr>
      <a:lvl2pPr marL="350838" indent="-74613" algn="l" rtl="0" eaLnBrk="0" fontAlgn="base" hangingPunct="0">
        <a:spcBef>
          <a:spcPct val="20000"/>
        </a:spcBef>
        <a:spcAft>
          <a:spcPct val="0"/>
        </a:spcAft>
        <a:buChar char="•"/>
        <a:defRPr sz="1600" i="1">
          <a:solidFill>
            <a:schemeClr val="bg1"/>
          </a:solidFill>
          <a:latin typeface="+mn-lt"/>
        </a:defRPr>
      </a:lvl2pPr>
      <a:lvl3pPr marL="609600" indent="-7937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</a:defRPr>
      </a:lvl3pPr>
      <a:lvl4pPr marL="885825" indent="-96838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4pPr>
      <a:lvl5pPr marL="1128713" indent="-63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5pPr>
      <a:lvl6pPr marL="15859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6pPr>
      <a:lvl7pPr marL="20431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7pPr>
      <a:lvl8pPr marL="25003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8pPr>
      <a:lvl9pPr marL="29575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ite-blue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570288" y="1389063"/>
            <a:ext cx="5573712" cy="490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 descr="foote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573463" y="381000"/>
            <a:ext cx="531812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3463" y="1389063"/>
            <a:ext cx="5318125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788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75CA8276-60C5-48EF-A450-E953B051E324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327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32784" name="Text Box 16"/>
          <p:cNvSpPr txBox="1">
            <a:spLocks noChangeArrowheads="1"/>
          </p:cNvSpPr>
          <p:nvPr/>
        </p:nvSpPr>
        <p:spPr bwMode="auto">
          <a:xfrm>
            <a:off x="161925" y="1389063"/>
            <a:ext cx="3321050" cy="490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32788" name="Rectangle 20"/>
          <p:cNvSpPr>
            <a:spLocks noChangeArrowheads="1"/>
          </p:cNvSpPr>
          <p:nvPr/>
        </p:nvSpPr>
        <p:spPr bwMode="auto">
          <a:xfrm>
            <a:off x="161925" y="1384300"/>
            <a:ext cx="3321050" cy="4905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3000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550863" indent="-195263" algn="l" rtl="0" eaLnBrk="0" fontAlgn="base" hangingPunct="0">
        <a:spcBef>
          <a:spcPct val="20000"/>
        </a:spcBef>
        <a:spcAft>
          <a:spcPct val="20000"/>
        </a:spcAft>
        <a:buChar char="•"/>
        <a:defRPr sz="2800" i="1">
          <a:solidFill>
            <a:schemeClr val="tx1"/>
          </a:solidFill>
          <a:latin typeface="+mn-lt"/>
        </a:defRPr>
      </a:lvl2pPr>
      <a:lvl3pPr marL="892175" indent="-16192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247775" indent="-174625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4pPr>
      <a:lvl5pPr marL="1617663" indent="-190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20748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5320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9892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34464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7" descr="white-blue-vertical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575050" y="1389063"/>
            <a:ext cx="5568950" cy="489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7" name="Picture 2" descr="footer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573463" y="381000"/>
            <a:ext cx="531812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614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3463" y="1389063"/>
            <a:ext cx="5318125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1620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  <a:p>
            <a:pPr lvl="4"/>
            <a:endParaRPr lang="nb-NO" smtClean="0"/>
          </a:p>
        </p:txBody>
      </p:sp>
      <p:sp>
        <p:nvSpPr>
          <p:cNvPr id="12595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DE37D290-FC88-4AD8-9FE7-19BD6CE97F1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12595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125961" name="Rectangle 9"/>
          <p:cNvSpPr>
            <a:spLocks noChangeArrowheads="1"/>
          </p:cNvSpPr>
          <p:nvPr/>
        </p:nvSpPr>
        <p:spPr bwMode="auto">
          <a:xfrm>
            <a:off x="161925" y="1384300"/>
            <a:ext cx="3321050" cy="4905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3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96838" indent="-96838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350838" indent="-74613" algn="l" rtl="0" eaLnBrk="0" fontAlgn="base" hangingPunct="0">
        <a:spcBef>
          <a:spcPct val="20000"/>
        </a:spcBef>
        <a:spcAft>
          <a:spcPct val="0"/>
        </a:spcAft>
        <a:buChar char="•"/>
        <a:defRPr sz="1600" i="1">
          <a:solidFill>
            <a:schemeClr val="tx1"/>
          </a:solidFill>
          <a:latin typeface="+mn-lt"/>
        </a:defRPr>
      </a:lvl2pPr>
      <a:lvl3pPr marL="609600" indent="-7937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885825" indent="-96838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4pPr>
      <a:lvl5pPr marL="1128713" indent="-63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5pPr>
      <a:lvl6pPr marL="15859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6pPr>
      <a:lvl7pPr marL="20431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7pPr>
      <a:lvl8pPr marL="25003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8pPr>
      <a:lvl9pPr marL="29575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9" name="Rectangle 11"/>
          <p:cNvSpPr>
            <a:spLocks noChangeArrowheads="1"/>
          </p:cNvSpPr>
          <p:nvPr/>
        </p:nvSpPr>
        <p:spPr bwMode="auto">
          <a:xfrm>
            <a:off x="3573463" y="1384300"/>
            <a:ext cx="5570537" cy="49053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7171" name="Picture 3" descr="foot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573463" y="381000"/>
            <a:ext cx="531812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3463" y="1389063"/>
            <a:ext cx="5318125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788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  <a:p>
            <a:pPr lvl="4"/>
            <a:endParaRPr lang="nb-NO" smtClean="0"/>
          </a:p>
        </p:txBody>
      </p:sp>
      <p:sp>
        <p:nvSpPr>
          <p:cNvPr id="1198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B29A5501-F2C3-42F6-97AE-4DE0516FFBF2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11981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119816" name="Text Box 8"/>
          <p:cNvSpPr txBox="1">
            <a:spLocks noChangeArrowheads="1"/>
          </p:cNvSpPr>
          <p:nvPr/>
        </p:nvSpPr>
        <p:spPr bwMode="auto">
          <a:xfrm>
            <a:off x="161925" y="1389063"/>
            <a:ext cx="3321050" cy="490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119817" name="Rectangle 9"/>
          <p:cNvSpPr>
            <a:spLocks noChangeArrowheads="1"/>
          </p:cNvSpPr>
          <p:nvPr/>
        </p:nvSpPr>
        <p:spPr bwMode="auto">
          <a:xfrm>
            <a:off x="161925" y="1384300"/>
            <a:ext cx="3321050" cy="4905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4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3000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550863" indent="-195263" algn="l" rtl="0" eaLnBrk="0" fontAlgn="base" hangingPunct="0">
        <a:spcBef>
          <a:spcPct val="20000"/>
        </a:spcBef>
        <a:spcAft>
          <a:spcPct val="20000"/>
        </a:spcAft>
        <a:buChar char="•"/>
        <a:defRPr sz="2800" i="1">
          <a:solidFill>
            <a:schemeClr val="bg1"/>
          </a:solidFill>
          <a:latin typeface="+mn-lt"/>
        </a:defRPr>
      </a:lvl2pPr>
      <a:lvl3pPr marL="892175" indent="-16192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</a:defRPr>
      </a:lvl3pPr>
      <a:lvl4pPr marL="1247775" indent="-174625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4pPr>
      <a:lvl5pPr marL="1617663" indent="-190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5pPr>
      <a:lvl6pPr marL="20748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6pPr>
      <a:lvl7pPr marL="25320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7pPr>
      <a:lvl8pPr marL="29892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8pPr>
      <a:lvl9pPr marL="3446463" indent="-190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9" name="Rectangle 9"/>
          <p:cNvSpPr>
            <a:spLocks noChangeArrowheads="1"/>
          </p:cNvSpPr>
          <p:nvPr/>
        </p:nvSpPr>
        <p:spPr bwMode="auto">
          <a:xfrm>
            <a:off x="3573463" y="1384300"/>
            <a:ext cx="5570537" cy="49053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8195" name="Picture 3" descr="footer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0" y="6296025"/>
            <a:ext cx="9144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573463" y="381000"/>
            <a:ext cx="5318125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title style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73463" y="1389063"/>
            <a:ext cx="5318125" cy="4703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16200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b-NO" smtClean="0"/>
              <a:t>Click to edit Master text styles</a:t>
            </a:r>
          </a:p>
          <a:p>
            <a:pPr lvl="1"/>
            <a:r>
              <a:rPr lang="nb-NO" smtClean="0"/>
              <a:t>Second level</a:t>
            </a:r>
          </a:p>
          <a:p>
            <a:pPr lvl="2"/>
            <a:r>
              <a:rPr lang="nb-NO" smtClean="0"/>
              <a:t>Third level</a:t>
            </a:r>
          </a:p>
          <a:p>
            <a:pPr lvl="3"/>
            <a:r>
              <a:rPr lang="nb-NO" smtClean="0"/>
              <a:t>Fourth level</a:t>
            </a:r>
          </a:p>
          <a:p>
            <a:pPr lvl="4"/>
            <a:r>
              <a:rPr lang="nb-NO" smtClean="0"/>
              <a:t>Fifth level</a:t>
            </a:r>
          </a:p>
          <a:p>
            <a:pPr lvl="4"/>
            <a:endParaRPr lang="nb-NO" smtClean="0"/>
          </a:p>
        </p:txBody>
      </p:sp>
      <p:sp>
        <p:nvSpPr>
          <p:cNvPr id="12800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391525" y="6399213"/>
            <a:ext cx="500063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75821B41-C75A-4145-B319-6EFD4EFA4A3A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12800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399213"/>
            <a:ext cx="4818062" cy="17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6200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r>
              <a:rPr lang="en-US" smtClean="0"/>
              <a:t>Services in the Real World, dagen@ifi</a:t>
            </a:r>
            <a:endParaRPr lang="nb-NO"/>
          </a:p>
        </p:txBody>
      </p:sp>
      <p:sp>
        <p:nvSpPr>
          <p:cNvPr id="128010" name="Rectangle 10"/>
          <p:cNvSpPr>
            <a:spLocks noChangeArrowheads="1"/>
          </p:cNvSpPr>
          <p:nvPr/>
        </p:nvSpPr>
        <p:spPr bwMode="auto">
          <a:xfrm>
            <a:off x="161925" y="1384300"/>
            <a:ext cx="3321050" cy="49053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Verdana" pitchFamily="34" charset="0"/>
        </a:defRPr>
      </a:lvl9pPr>
    </p:titleStyle>
    <p:bodyStyle>
      <a:lvl1pPr marL="96838" indent="-96838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  <a:ea typeface="+mn-ea"/>
          <a:cs typeface="+mn-cs"/>
        </a:defRPr>
      </a:lvl1pPr>
      <a:lvl2pPr marL="350838" indent="-74613" algn="l" rtl="0" eaLnBrk="0" fontAlgn="base" hangingPunct="0">
        <a:spcBef>
          <a:spcPct val="20000"/>
        </a:spcBef>
        <a:spcAft>
          <a:spcPct val="0"/>
        </a:spcAft>
        <a:buChar char="•"/>
        <a:defRPr sz="1600" i="1">
          <a:solidFill>
            <a:schemeClr val="bg1"/>
          </a:solidFill>
          <a:latin typeface="+mn-lt"/>
        </a:defRPr>
      </a:lvl2pPr>
      <a:lvl3pPr marL="609600" indent="-79375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bg1"/>
          </a:solidFill>
          <a:latin typeface="+mn-lt"/>
        </a:defRPr>
      </a:lvl3pPr>
      <a:lvl4pPr marL="885825" indent="-96838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4pPr>
      <a:lvl5pPr marL="1128713" indent="-635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5pPr>
      <a:lvl6pPr marL="15859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6pPr>
      <a:lvl7pPr marL="20431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7pPr>
      <a:lvl8pPr marL="25003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8pPr>
      <a:lvl9pPr marL="2957513" indent="-63500" algn="l" rtl="0" fontAlgn="base">
        <a:spcBef>
          <a:spcPct val="20000"/>
        </a:spcBef>
        <a:spcAft>
          <a:spcPct val="0"/>
        </a:spcAft>
        <a:buChar char="•"/>
        <a:defRPr sz="14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l" eaLnBrk="1" hangingPunct="1">
              <a:buNone/>
            </a:pPr>
            <a:r>
              <a:rPr lang="en-US" sz="2400" dirty="0" smtClean="0"/>
              <a:t>		</a:t>
            </a:r>
          </a:p>
          <a:p>
            <a:pPr algn="l" eaLnBrk="1" hangingPunct="1">
              <a:buNone/>
            </a:pPr>
            <a:endParaRPr lang="en-US" sz="2400" dirty="0" smtClean="0"/>
          </a:p>
          <a:p>
            <a:pPr algn="l" eaLnBrk="1" hangingPunct="1">
              <a:buNone/>
            </a:pPr>
            <a:endParaRPr lang="en-US" sz="2400" dirty="0" smtClean="0"/>
          </a:p>
          <a:p>
            <a:pPr algn="l" eaLnBrk="1" hangingPunct="1">
              <a:buNone/>
            </a:pPr>
            <a:endParaRPr lang="en-US" sz="2400" dirty="0" smtClean="0"/>
          </a:p>
          <a:p>
            <a:pPr algn="l" eaLnBrk="1" hangingPunct="1">
              <a:buNone/>
            </a:pPr>
            <a:endParaRPr lang="en-US" sz="2400" dirty="0" smtClean="0"/>
          </a:p>
          <a:p>
            <a:pPr algn="l" eaLnBrk="1" hangingPunct="1">
              <a:buNone/>
            </a:pPr>
            <a:r>
              <a:rPr lang="en-US" sz="2400" dirty="0" err="1" smtClean="0"/>
              <a:t>Totto</a:t>
            </a:r>
            <a:endParaRPr lang="en-US" sz="2400" dirty="0" smtClean="0"/>
          </a:p>
          <a:p>
            <a:pPr algn="l" eaLnBrk="1" hangingPunct="1">
              <a:buNone/>
            </a:pPr>
            <a:r>
              <a:rPr lang="en-US" sz="2400" dirty="0" err="1" smtClean="0"/>
              <a:t>Objectware</a:t>
            </a:r>
            <a:r>
              <a:rPr lang="en-US" sz="2400" dirty="0" smtClean="0"/>
              <a:t> AS</a:t>
            </a:r>
          </a:p>
          <a:p>
            <a:pPr algn="l" eaLnBrk="1" hangingPunct="1">
              <a:buNone/>
            </a:pPr>
            <a:endParaRPr lang="en-US" sz="2400" dirty="0" smtClean="0"/>
          </a:p>
          <a:p>
            <a:pPr algn="l" eaLnBrk="1" hangingPunct="1">
              <a:buNone/>
            </a:pPr>
            <a:endParaRPr lang="en-US" sz="2400" dirty="0" smtClean="0"/>
          </a:p>
          <a:p>
            <a:pPr algn="l" eaLnBrk="1" hangingPunct="1">
              <a:buNone/>
            </a:pPr>
            <a:r>
              <a:rPr lang="en-US" sz="2400" dirty="0" smtClean="0"/>
              <a:t>		</a:t>
            </a:r>
          </a:p>
          <a:p>
            <a:pPr algn="l" eaLnBrk="1" hangingPunct="1">
              <a:buNone/>
            </a:pPr>
            <a:r>
              <a:rPr lang="en-US" sz="2400" dirty="0" smtClean="0"/>
              <a:t>  </a:t>
            </a:r>
          </a:p>
        </p:txBody>
      </p:sp>
      <p:sp>
        <p:nvSpPr>
          <p:cNvPr id="9219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1438" y="71438"/>
            <a:ext cx="8997950" cy="1017133"/>
          </a:xfrm>
        </p:spPr>
        <p:txBody>
          <a:bodyPr/>
          <a:lstStyle/>
          <a:p>
            <a:pPr eaLnBrk="1" hangingPunct="1"/>
            <a:r>
              <a:rPr lang="nb-NO" sz="3600" dirty="0" smtClean="0"/>
              <a:t>Smidig 2.0 – </a:t>
            </a:r>
            <a:r>
              <a:rPr lang="nb-NO" sz="3600" dirty="0" err="1" smtClean="0"/>
              <a:t>the</a:t>
            </a:r>
            <a:r>
              <a:rPr lang="nb-NO" sz="3600" dirty="0" smtClean="0"/>
              <a:t> </a:t>
            </a:r>
            <a:r>
              <a:rPr lang="nb-NO" sz="3600" dirty="0" err="1" smtClean="0"/>
              <a:t>need</a:t>
            </a:r>
            <a:r>
              <a:rPr lang="nb-NO" sz="3600" dirty="0" smtClean="0"/>
              <a:t> for </a:t>
            </a:r>
            <a:r>
              <a:rPr lang="nb-NO" sz="3600" dirty="0" err="1" smtClean="0"/>
              <a:t>change</a:t>
            </a:r>
            <a:r>
              <a:rPr lang="nb-NO" sz="3600" dirty="0" smtClean="0"/>
              <a:t> </a:t>
            </a:r>
            <a:endParaRPr lang="en-US" sz="3600" dirty="0" smtClean="0"/>
          </a:p>
        </p:txBody>
      </p:sp>
      <p:sp>
        <p:nvSpPr>
          <p:cNvPr id="9221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E9604E-1330-4B8F-B171-FA652FF30858}" type="slidenum">
              <a:rPr lang="nb-NO" smtClean="0"/>
              <a:pPr>
                <a:defRPr/>
              </a:pPr>
              <a:t>1</a:t>
            </a:fld>
            <a:endParaRPr lang="nb-NO" smtClean="0"/>
          </a:p>
        </p:txBody>
      </p:sp>
      <p:pic>
        <p:nvPicPr>
          <p:cNvPr id="9222" name="Picture 6" descr="to%20blå%20brikker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17" y="1714488"/>
            <a:ext cx="3080399" cy="2708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788229" y="1442338"/>
            <a:ext cx="5103359" cy="2554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endParaRPr lang="en-US" sz="1600" dirty="0" smtClean="0"/>
          </a:p>
          <a:p>
            <a:r>
              <a:rPr lang="en-US" sz="1600" dirty="0" smtClean="0"/>
              <a:t>Contradiction in terms - how does Agile cope with versioning? </a:t>
            </a:r>
          </a:p>
          <a:p>
            <a:endParaRPr lang="en-US" sz="1600" dirty="0" smtClean="0"/>
          </a:p>
          <a:p>
            <a:endParaRPr lang="nb-NO" sz="1600" dirty="0" smtClean="0"/>
          </a:p>
          <a:p>
            <a:endParaRPr lang="nb-NO" sz="1600" dirty="0" smtClean="0"/>
          </a:p>
          <a:p>
            <a:endParaRPr lang="nb-NO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Need</a:t>
            </a:r>
            <a:r>
              <a:rPr lang="nb-NO" dirty="0" smtClean="0"/>
              <a:t> for speed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Smidig </a:t>
            </a:r>
            <a:r>
              <a:rPr lang="en-US" dirty="0" err="1" smtClean="0"/>
              <a:t>har</a:t>
            </a:r>
            <a:r>
              <a:rPr lang="en-US" dirty="0" smtClean="0"/>
              <a:t> </a:t>
            </a:r>
            <a:r>
              <a:rPr lang="en-US" dirty="0" err="1" smtClean="0"/>
              <a:t>gitt</a:t>
            </a:r>
            <a:r>
              <a:rPr lang="en-US" dirty="0" smtClean="0"/>
              <a:t> </a:t>
            </a:r>
            <a:r>
              <a:rPr lang="en-US" dirty="0" err="1" smtClean="0"/>
              <a:t>effektiv</a:t>
            </a:r>
            <a:r>
              <a:rPr lang="en-US" dirty="0" smtClean="0"/>
              <a:t> </a:t>
            </a:r>
            <a:r>
              <a:rPr lang="en-US" dirty="0" err="1" smtClean="0"/>
              <a:t>utvikling</a:t>
            </a:r>
            <a:r>
              <a:rPr lang="en-US" dirty="0" smtClean="0"/>
              <a:t>, men </a:t>
            </a:r>
            <a:r>
              <a:rPr lang="en-US" dirty="0" err="1" smtClean="0"/>
              <a:t>henger</a:t>
            </a:r>
            <a:r>
              <a:rPr lang="en-US" dirty="0" smtClean="0"/>
              <a:t> </a:t>
            </a:r>
            <a:r>
              <a:rPr lang="en-US" dirty="0" err="1" smtClean="0"/>
              <a:t>resten</a:t>
            </a:r>
            <a:r>
              <a:rPr lang="en-US" dirty="0" smtClean="0"/>
              <a:t> </a:t>
            </a:r>
            <a:r>
              <a:rPr lang="en-US" dirty="0" err="1" smtClean="0"/>
              <a:t>av</a:t>
            </a:r>
            <a:r>
              <a:rPr lang="en-US" dirty="0" smtClean="0"/>
              <a:t> </a:t>
            </a:r>
            <a:r>
              <a:rPr lang="en-US" dirty="0" err="1" smtClean="0"/>
              <a:t>verden</a:t>
            </a:r>
            <a:r>
              <a:rPr lang="en-US" dirty="0" smtClean="0"/>
              <a:t> med </a:t>
            </a:r>
            <a:r>
              <a:rPr lang="en-US" dirty="0" err="1" smtClean="0"/>
              <a:t>på</a:t>
            </a:r>
            <a:r>
              <a:rPr lang="en-US" dirty="0" smtClean="0"/>
              <a:t> </a:t>
            </a:r>
            <a:r>
              <a:rPr lang="en-US" dirty="0" err="1" smtClean="0"/>
              <a:t>det</a:t>
            </a:r>
            <a:r>
              <a:rPr lang="en-US" dirty="0" smtClean="0"/>
              <a:t> </a:t>
            </a:r>
            <a:r>
              <a:rPr lang="en-US" dirty="0" err="1" smtClean="0"/>
              <a:t>økte</a:t>
            </a:r>
            <a:r>
              <a:rPr lang="en-US" dirty="0" smtClean="0"/>
              <a:t> </a:t>
            </a:r>
            <a:r>
              <a:rPr lang="en-US" dirty="0" err="1" smtClean="0"/>
              <a:t>tempoet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E0CFE-D6B3-4F2D-9515-3762D4E0A633}" type="slidenum">
              <a:rPr lang="nb-NO" smtClean="0"/>
              <a:pPr>
                <a:defRPr/>
              </a:pPr>
              <a:t>2</a:t>
            </a:fld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Kort om dagens situasjon</a:t>
            </a:r>
            <a:br>
              <a:rPr lang="nb-NO" dirty="0" smtClean="0"/>
            </a:b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675" y="1028451"/>
            <a:ext cx="8189913" cy="4703762"/>
          </a:xfrm>
        </p:spPr>
        <p:txBody>
          <a:bodyPr/>
          <a:lstStyle/>
          <a:p>
            <a:pPr lvl="1"/>
            <a:r>
              <a:rPr lang="nb-NO" sz="1800" dirty="0" smtClean="0"/>
              <a:t>Smidige prosjekter er et stor suksess </a:t>
            </a:r>
          </a:p>
          <a:p>
            <a:pPr lvl="1">
              <a:buNone/>
            </a:pPr>
            <a:r>
              <a:rPr lang="nb-NO" sz="1800" dirty="0" smtClean="0"/>
              <a:t> </a:t>
            </a:r>
          </a:p>
          <a:p>
            <a:pPr lvl="1"/>
            <a:r>
              <a:rPr lang="nb-NO" sz="1800" dirty="0" smtClean="0"/>
              <a:t> Men vi har noen ’nye’ utfordringer </a:t>
            </a:r>
          </a:p>
          <a:p>
            <a:pPr lvl="2"/>
            <a:r>
              <a:rPr lang="nb-NO" sz="1800" dirty="0" smtClean="0"/>
              <a:t>En lei tendens til å lage nye 2.5 lags </a:t>
            </a:r>
            <a:r>
              <a:rPr lang="nb-NO" sz="1800" dirty="0" err="1" smtClean="0"/>
              <a:t>database-sentriske</a:t>
            </a:r>
            <a:r>
              <a:rPr lang="nb-NO" sz="1800" dirty="0" smtClean="0"/>
              <a:t> siloapplikasjoner  </a:t>
            </a:r>
          </a:p>
          <a:p>
            <a:pPr lvl="3"/>
            <a:r>
              <a:rPr lang="nb-NO" dirty="0" smtClean="0"/>
              <a:t>”arkitektur, design er ikke viktig” – les: for vanskelig/tidkrevende</a:t>
            </a:r>
          </a:p>
          <a:p>
            <a:pPr lvl="2"/>
            <a:r>
              <a:rPr lang="nb-NO" sz="1800" dirty="0" smtClean="0"/>
              <a:t>Testing – raske tester, som også skal være aktiv del av dokumentasjon er selvmotsigelser </a:t>
            </a:r>
          </a:p>
          <a:p>
            <a:pPr lvl="2"/>
            <a:r>
              <a:rPr lang="nb-NO" sz="1800" dirty="0" smtClean="0"/>
              <a:t>Konfigurasjonsstyring – blir ofte ’glemt’ i smidige prosjekter, siden drift sjelden er aktiv stakeholder. </a:t>
            </a:r>
          </a:p>
          <a:p>
            <a:pPr lvl="2"/>
            <a:r>
              <a:rPr lang="nb-NO" sz="1800" dirty="0" err="1" smtClean="0"/>
              <a:t>Smidig-bevegelsen</a:t>
            </a:r>
            <a:r>
              <a:rPr lang="nb-NO" sz="1800" dirty="0" smtClean="0"/>
              <a:t> er religiøst selvsentrisk, og lite villige til å se konsekvenser  </a:t>
            </a:r>
          </a:p>
          <a:p>
            <a:pPr lvl="3"/>
            <a:r>
              <a:rPr lang="nb-NO" sz="1600" dirty="0" smtClean="0"/>
              <a:t> (Overvekt av </a:t>
            </a:r>
            <a:r>
              <a:rPr lang="nb-NO" sz="1600" dirty="0" err="1" smtClean="0"/>
              <a:t>hotshot-grooupies</a:t>
            </a:r>
            <a:r>
              <a:rPr lang="nb-NO" sz="1600" dirty="0" smtClean="0"/>
              <a:t>)</a:t>
            </a:r>
            <a:endParaRPr lang="nb-NO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E0CFE-D6B3-4F2D-9515-3762D4E0A633}" type="slidenum">
              <a:rPr lang="nb-NO" smtClean="0"/>
              <a:pPr>
                <a:defRPr/>
              </a:pPr>
              <a:t>3</a:t>
            </a:fld>
            <a:endParaRPr lang="nb-N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What</a:t>
            </a:r>
            <a:r>
              <a:rPr lang="nb-NO" dirty="0" smtClean="0"/>
              <a:t> </a:t>
            </a:r>
            <a:r>
              <a:rPr lang="nb-NO" dirty="0" err="1" smtClean="0"/>
              <a:t>we</a:t>
            </a:r>
            <a:r>
              <a:rPr lang="nb-NO" dirty="0" smtClean="0"/>
              <a:t> </a:t>
            </a:r>
            <a:r>
              <a:rPr lang="nb-NO" dirty="0" err="1" smtClean="0"/>
              <a:t>need</a:t>
            </a:r>
            <a:endParaRPr lang="nb-NO" dirty="0" smtClean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Utfordringene</a:t>
            </a:r>
            <a:r>
              <a:rPr lang="en-US" dirty="0" smtClean="0"/>
              <a:t> </a:t>
            </a:r>
            <a:r>
              <a:rPr lang="en-US" dirty="0" err="1" smtClean="0"/>
              <a:t>rundt</a:t>
            </a:r>
            <a:r>
              <a:rPr lang="en-US" dirty="0" smtClean="0"/>
              <a:t> </a:t>
            </a:r>
            <a:r>
              <a:rPr lang="en-US" dirty="0" err="1" smtClean="0"/>
              <a:t>resultatene</a:t>
            </a:r>
            <a:r>
              <a:rPr lang="en-US" dirty="0" smtClean="0"/>
              <a:t> </a:t>
            </a:r>
            <a:r>
              <a:rPr lang="en-US" dirty="0" err="1" smtClean="0"/>
              <a:t>fra</a:t>
            </a:r>
            <a:r>
              <a:rPr lang="en-US" dirty="0" smtClean="0"/>
              <a:t> </a:t>
            </a:r>
            <a:r>
              <a:rPr lang="en-US" dirty="0" err="1" smtClean="0"/>
              <a:t>Smidige</a:t>
            </a:r>
            <a:r>
              <a:rPr lang="en-US" dirty="0" smtClean="0"/>
              <a:t> </a:t>
            </a:r>
            <a:r>
              <a:rPr lang="en-US" dirty="0" err="1" smtClean="0"/>
              <a:t>prosjekter</a:t>
            </a:r>
            <a:r>
              <a:rPr lang="en-US" dirty="0" smtClean="0"/>
              <a:t> </a:t>
            </a:r>
            <a:r>
              <a:rPr lang="en-US" dirty="0" err="1" smtClean="0"/>
              <a:t>som</a:t>
            </a:r>
            <a:r>
              <a:rPr lang="en-US" dirty="0" smtClean="0"/>
              <a:t> </a:t>
            </a:r>
            <a:r>
              <a:rPr lang="en-US" dirty="0" err="1" smtClean="0"/>
              <a:t>belyst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dagens</a:t>
            </a:r>
            <a:r>
              <a:rPr lang="en-US" dirty="0" smtClean="0"/>
              <a:t> </a:t>
            </a:r>
            <a:r>
              <a:rPr lang="en-US" dirty="0" err="1" smtClean="0"/>
              <a:t>situasjon</a:t>
            </a:r>
            <a:r>
              <a:rPr lang="en-US" dirty="0" smtClean="0"/>
              <a:t> </a:t>
            </a:r>
            <a:r>
              <a:rPr lang="en-US" dirty="0" err="1" smtClean="0"/>
              <a:t>er</a:t>
            </a:r>
            <a:r>
              <a:rPr lang="en-US" dirty="0" smtClean="0"/>
              <a:t> </a:t>
            </a:r>
            <a:r>
              <a:rPr lang="en-US" dirty="0" err="1" smtClean="0"/>
              <a:t>økende</a:t>
            </a:r>
            <a:r>
              <a:rPr lang="en-US" dirty="0" smtClean="0"/>
              <a:t>, </a:t>
            </a:r>
            <a:r>
              <a:rPr lang="en-US" dirty="0" err="1" smtClean="0"/>
              <a:t>og</a:t>
            </a:r>
            <a:r>
              <a:rPr lang="en-US" dirty="0" smtClean="0"/>
              <a:t> </a:t>
            </a:r>
            <a:r>
              <a:rPr lang="en-US" dirty="0" err="1" smtClean="0"/>
              <a:t>hvis</a:t>
            </a:r>
            <a:r>
              <a:rPr lang="en-US" dirty="0" smtClean="0"/>
              <a:t> vi </a:t>
            </a:r>
            <a:r>
              <a:rPr lang="en-US" dirty="0" err="1" smtClean="0"/>
              <a:t>ikke</a:t>
            </a:r>
            <a:r>
              <a:rPr lang="en-US" dirty="0" smtClean="0"/>
              <a:t> </a:t>
            </a:r>
            <a:r>
              <a:rPr lang="en-US" dirty="0" err="1" smtClean="0"/>
              <a:t>gjør</a:t>
            </a:r>
            <a:r>
              <a:rPr lang="en-US" dirty="0" smtClean="0"/>
              <a:t> </a:t>
            </a:r>
            <a:r>
              <a:rPr lang="en-US" dirty="0" err="1" smtClean="0"/>
              <a:t>noen</a:t>
            </a:r>
            <a:r>
              <a:rPr lang="en-US" dirty="0" smtClean="0"/>
              <a:t> </a:t>
            </a:r>
            <a:r>
              <a:rPr lang="en-US" dirty="0" err="1" smtClean="0"/>
              <a:t>nødvendige</a:t>
            </a:r>
            <a:r>
              <a:rPr lang="en-US" dirty="0" smtClean="0"/>
              <a:t> </a:t>
            </a:r>
            <a:r>
              <a:rPr lang="en-US" dirty="0" err="1" smtClean="0"/>
              <a:t>justeringer</a:t>
            </a:r>
            <a:r>
              <a:rPr lang="en-US" dirty="0" smtClean="0"/>
              <a:t>, </a:t>
            </a:r>
            <a:r>
              <a:rPr lang="en-US" dirty="0" err="1" smtClean="0"/>
              <a:t>så</a:t>
            </a:r>
            <a:r>
              <a:rPr lang="en-US" dirty="0" smtClean="0"/>
              <a:t> </a:t>
            </a:r>
            <a:r>
              <a:rPr lang="en-US" dirty="0" err="1" smtClean="0"/>
              <a:t>står</a:t>
            </a:r>
            <a:r>
              <a:rPr lang="en-US" dirty="0" smtClean="0"/>
              <a:t> vi </a:t>
            </a:r>
            <a:r>
              <a:rPr lang="en-US" dirty="0" err="1" smtClean="0"/>
              <a:t>i</a:t>
            </a:r>
            <a:r>
              <a:rPr lang="en-US" dirty="0" smtClean="0"/>
              <a:t> fare for å </a:t>
            </a:r>
            <a:r>
              <a:rPr lang="en-US" dirty="0" err="1" smtClean="0"/>
              <a:t>miste</a:t>
            </a:r>
            <a:r>
              <a:rPr lang="en-US" dirty="0" smtClean="0"/>
              <a:t> den </a:t>
            </a:r>
            <a:r>
              <a:rPr lang="en-US" dirty="0" err="1" smtClean="0"/>
              <a:t>verdien</a:t>
            </a:r>
            <a:r>
              <a:rPr lang="en-US" dirty="0" smtClean="0"/>
              <a:t> vi </a:t>
            </a:r>
            <a:r>
              <a:rPr lang="en-US" dirty="0" err="1" smtClean="0"/>
              <a:t>alle</a:t>
            </a:r>
            <a:r>
              <a:rPr lang="en-US" dirty="0" smtClean="0"/>
              <a:t> </a:t>
            </a:r>
            <a:r>
              <a:rPr lang="en-US" dirty="0" err="1" smtClean="0"/>
              <a:t>har</a:t>
            </a:r>
            <a:r>
              <a:rPr lang="en-US" dirty="0" smtClean="0"/>
              <a:t> </a:t>
            </a:r>
            <a:r>
              <a:rPr lang="en-US" dirty="0" err="1" smtClean="0"/>
              <a:t>av</a:t>
            </a:r>
            <a:r>
              <a:rPr lang="en-US" dirty="0" smtClean="0"/>
              <a:t> </a:t>
            </a:r>
            <a:r>
              <a:rPr lang="en-US" dirty="0" err="1" smtClean="0"/>
              <a:t>smidig</a:t>
            </a:r>
            <a:r>
              <a:rPr lang="en-US" dirty="0" smtClean="0"/>
              <a:t> </a:t>
            </a:r>
            <a:r>
              <a:rPr lang="en-US" dirty="0" err="1" smtClean="0"/>
              <a:t>systemutvikling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E0CFE-D6B3-4F2D-9515-3762D4E0A633}" type="slidenum">
              <a:rPr lang="nb-NO" smtClean="0"/>
              <a:pPr>
                <a:defRPr/>
              </a:pPr>
              <a:t>4</a:t>
            </a:fld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Hvordan håndtere utfordringene?</a:t>
            </a:r>
            <a:br>
              <a:rPr lang="nb-NO" dirty="0" smtClean="0"/>
            </a:b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675" y="1033659"/>
            <a:ext cx="8189913" cy="5058047"/>
          </a:xfrm>
        </p:spPr>
        <p:txBody>
          <a:bodyPr/>
          <a:lstStyle/>
          <a:p>
            <a:r>
              <a:rPr lang="nb-NO" dirty="0" smtClean="0"/>
              <a:t>Gjeninnføre arkitektur og design</a:t>
            </a:r>
          </a:p>
          <a:p>
            <a:pPr lvl="1"/>
            <a:r>
              <a:rPr lang="nb-NO" sz="1400" dirty="0" smtClean="0"/>
              <a:t>Tøffe utfordringer trenger de beste </a:t>
            </a:r>
            <a:r>
              <a:rPr lang="nb-NO" sz="1400" dirty="0" smtClean="0"/>
              <a:t>utviklerne!</a:t>
            </a:r>
          </a:p>
          <a:p>
            <a:pPr lvl="1"/>
            <a:r>
              <a:rPr lang="nb-NO" sz="1400" dirty="0" smtClean="0"/>
              <a:t>Hvor ble det av </a:t>
            </a:r>
            <a:r>
              <a:rPr lang="nb-NO" sz="1400" dirty="0" err="1" smtClean="0"/>
              <a:t>anti-corruption</a:t>
            </a:r>
            <a:r>
              <a:rPr lang="nb-NO" sz="1400" dirty="0" smtClean="0"/>
              <a:t> </a:t>
            </a:r>
            <a:r>
              <a:rPr lang="nb-NO" sz="1400" dirty="0" err="1" smtClean="0"/>
              <a:t>layer</a:t>
            </a:r>
            <a:r>
              <a:rPr lang="nb-NO" sz="1400" dirty="0" smtClean="0"/>
              <a:t>?</a:t>
            </a:r>
            <a:endParaRPr lang="nb-NO" sz="1400" dirty="0" smtClean="0"/>
          </a:p>
          <a:p>
            <a:pPr lvl="1"/>
            <a:r>
              <a:rPr lang="nb-NO" sz="1400" dirty="0" smtClean="0"/>
              <a:t>Vi kan ikke fortsette å ignorere at modning tar tid</a:t>
            </a:r>
            <a:endParaRPr lang="nb-NO" sz="1050" dirty="0" smtClean="0"/>
          </a:p>
          <a:p>
            <a:r>
              <a:rPr lang="nb-NO" dirty="0" err="1" smtClean="0"/>
              <a:t>Opprette/standarisere</a:t>
            </a:r>
            <a:r>
              <a:rPr lang="nb-NO" dirty="0" smtClean="0"/>
              <a:t> </a:t>
            </a:r>
            <a:r>
              <a:rPr lang="nb-NO" dirty="0" err="1" smtClean="0"/>
              <a:t>test-kategorisering</a:t>
            </a:r>
            <a:endParaRPr lang="nb-NO" dirty="0" smtClean="0"/>
          </a:p>
          <a:p>
            <a:endParaRPr lang="nb-NO" dirty="0" smtClean="0"/>
          </a:p>
          <a:p>
            <a:endParaRPr lang="nb-NO" dirty="0" smtClean="0"/>
          </a:p>
          <a:p>
            <a:pPr>
              <a:buNone/>
            </a:pPr>
            <a:endParaRPr lang="nb-NO" dirty="0" smtClean="0"/>
          </a:p>
          <a:p>
            <a:r>
              <a:rPr lang="nb-NO" dirty="0" smtClean="0"/>
              <a:t>Gjeninnføre et bevist forhold til konfigurasjonsstyring og </a:t>
            </a:r>
            <a:r>
              <a:rPr lang="nb-NO" dirty="0" err="1" smtClean="0"/>
              <a:t>versjonering</a:t>
            </a:r>
            <a:r>
              <a:rPr lang="nb-NO" dirty="0" smtClean="0"/>
              <a:t>.</a:t>
            </a:r>
          </a:p>
          <a:p>
            <a:r>
              <a:rPr lang="nb-NO" dirty="0" smtClean="0"/>
              <a:t>Gjeninnføre </a:t>
            </a:r>
            <a:r>
              <a:rPr lang="nb-NO" b="1" dirty="0" smtClean="0"/>
              <a:t>sunn fornuft</a:t>
            </a:r>
          </a:p>
          <a:p>
            <a:endParaRPr lang="nb-NO" dirty="0" smtClean="0"/>
          </a:p>
          <a:p>
            <a:pPr lvl="1"/>
            <a:endParaRPr lang="nb-NO" dirty="0" smtClean="0"/>
          </a:p>
          <a:p>
            <a:pPr lvl="1"/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E0CFE-D6B3-4F2D-9515-3762D4E0A633}" type="slidenum">
              <a:rPr lang="nb-NO" smtClean="0"/>
              <a:pPr>
                <a:defRPr/>
              </a:pPr>
              <a:t>5</a:t>
            </a:fld>
            <a:endParaRPr lang="nb-NO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06764" y="3247618"/>
            <a:ext cx="4612836" cy="1416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90069" y="2098962"/>
            <a:ext cx="2668946" cy="2565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5-Point Star 8"/>
          <p:cNvSpPr/>
          <p:nvPr/>
        </p:nvSpPr>
        <p:spPr>
          <a:xfrm>
            <a:off x="5280354" y="798476"/>
            <a:ext cx="3928062" cy="3528811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smtClean="0">
                <a:solidFill>
                  <a:schemeClr val="tx1"/>
                </a:solidFill>
              </a:rPr>
              <a:t>Lightning talk – ikke tid til detaljer….</a:t>
            </a:r>
            <a:endParaRPr lang="nb-NO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Ingen sa noensinne at smidig var for idioter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Med </a:t>
            </a:r>
            <a:r>
              <a:rPr lang="en-US" dirty="0" err="1" smtClean="0"/>
              <a:t>så</a:t>
            </a:r>
            <a:r>
              <a:rPr lang="en-US" dirty="0" smtClean="0"/>
              <a:t> store </a:t>
            </a:r>
            <a:r>
              <a:rPr lang="en-US" dirty="0" err="1" smtClean="0"/>
              <a:t>endringer</a:t>
            </a:r>
            <a:r>
              <a:rPr lang="en-US" dirty="0" smtClean="0"/>
              <a:t> </a:t>
            </a:r>
            <a:r>
              <a:rPr lang="en-US" dirty="0" err="1" smtClean="0"/>
              <a:t>på</a:t>
            </a:r>
            <a:r>
              <a:rPr lang="en-US" dirty="0" smtClean="0"/>
              <a:t> </a:t>
            </a:r>
            <a:r>
              <a:rPr lang="en-US" dirty="0" err="1" smtClean="0"/>
              <a:t>dagens</a:t>
            </a:r>
            <a:r>
              <a:rPr lang="en-US" dirty="0" smtClean="0"/>
              <a:t> </a:t>
            </a:r>
            <a:r>
              <a:rPr lang="en-US" dirty="0" err="1" smtClean="0"/>
              <a:t>praksis</a:t>
            </a:r>
            <a:r>
              <a:rPr lang="en-US" dirty="0" smtClean="0"/>
              <a:t>, </a:t>
            </a:r>
            <a:r>
              <a:rPr lang="en-US" dirty="0" err="1" smtClean="0"/>
              <a:t>ikke</a:t>
            </a:r>
            <a:r>
              <a:rPr lang="en-US" dirty="0" smtClean="0"/>
              <a:t> </a:t>
            </a:r>
            <a:r>
              <a:rPr lang="en-US" dirty="0" err="1" smtClean="0"/>
              <a:t>minst</a:t>
            </a:r>
            <a:r>
              <a:rPr lang="en-US" dirty="0" smtClean="0"/>
              <a:t> </a:t>
            </a:r>
            <a:r>
              <a:rPr lang="en-US" dirty="0" err="1" smtClean="0"/>
              <a:t>kulturelt</a:t>
            </a:r>
            <a:r>
              <a:rPr lang="en-US" dirty="0" smtClean="0"/>
              <a:t>, </a:t>
            </a:r>
            <a:r>
              <a:rPr lang="en-US" dirty="0" err="1" smtClean="0"/>
              <a:t>så</a:t>
            </a:r>
            <a:r>
              <a:rPr lang="en-US" dirty="0" smtClean="0"/>
              <a:t> ser </a:t>
            </a:r>
            <a:r>
              <a:rPr lang="en-US" dirty="0" err="1" smtClean="0"/>
              <a:t>jeg</a:t>
            </a:r>
            <a:r>
              <a:rPr lang="en-US" dirty="0" smtClean="0"/>
              <a:t> </a:t>
            </a:r>
            <a:r>
              <a:rPr lang="en-US" dirty="0" err="1" smtClean="0"/>
              <a:t>ingen</a:t>
            </a:r>
            <a:r>
              <a:rPr lang="en-US" dirty="0" smtClean="0"/>
              <a:t> </a:t>
            </a:r>
            <a:r>
              <a:rPr lang="en-US" dirty="0" err="1" smtClean="0"/>
              <a:t>annen</a:t>
            </a:r>
            <a:r>
              <a:rPr lang="en-US" dirty="0" smtClean="0"/>
              <a:t> </a:t>
            </a:r>
            <a:r>
              <a:rPr lang="en-US" dirty="0" err="1" smtClean="0"/>
              <a:t>vei</a:t>
            </a:r>
            <a:r>
              <a:rPr lang="en-US" dirty="0" smtClean="0"/>
              <a:t> </a:t>
            </a:r>
            <a:r>
              <a:rPr lang="en-US" dirty="0" err="1" smtClean="0"/>
              <a:t>enn</a:t>
            </a:r>
            <a:r>
              <a:rPr lang="en-US" dirty="0" smtClean="0"/>
              <a:t> å ‘</a:t>
            </a:r>
            <a:r>
              <a:rPr lang="en-US" dirty="0" err="1" smtClean="0"/>
              <a:t>forke</a:t>
            </a:r>
            <a:r>
              <a:rPr lang="en-US" dirty="0" smtClean="0"/>
              <a:t>’ </a:t>
            </a:r>
            <a:r>
              <a:rPr lang="en-US" dirty="0" err="1" smtClean="0"/>
              <a:t>bevegelsen</a:t>
            </a:r>
            <a:r>
              <a:rPr lang="en-US" dirty="0" smtClean="0"/>
              <a:t> </a:t>
            </a:r>
            <a:r>
              <a:rPr lang="en-US" dirty="0" err="1" smtClean="0"/>
              <a:t>til</a:t>
            </a:r>
            <a:r>
              <a:rPr lang="en-US" dirty="0" smtClean="0"/>
              <a:t> Smidig 2.0 for å </a:t>
            </a:r>
            <a:r>
              <a:rPr lang="en-US" dirty="0" err="1" smtClean="0"/>
              <a:t>etablere</a:t>
            </a:r>
            <a:r>
              <a:rPr lang="en-US" dirty="0" smtClean="0"/>
              <a:t> den </a:t>
            </a:r>
            <a:r>
              <a:rPr lang="en-US" dirty="0" err="1" smtClean="0"/>
              <a:t>nye</a:t>
            </a:r>
            <a:r>
              <a:rPr lang="en-US" dirty="0" smtClean="0"/>
              <a:t> </a:t>
            </a:r>
            <a:r>
              <a:rPr lang="en-US" dirty="0" err="1" smtClean="0"/>
              <a:t>retningen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50E0CFE-D6B3-4F2D-9515-3762D4E0A633}" type="slidenum">
              <a:rPr lang="nb-NO" smtClean="0"/>
              <a:pPr>
                <a:defRPr/>
              </a:pPr>
              <a:t>6</a:t>
            </a:fld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bjectware">
  <a:themeElements>
    <a:clrScheme name="Objectware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Objectwar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bjectware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axwidth">
  <a:themeElements>
    <a:clrScheme name="Maxwidth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Maxwidth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xwidth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rown Default">
  <a:themeElements>
    <a:clrScheme name="Brown Default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Brown Defaul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rown Default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Maxwidth Brown">
  <a:themeElements>
    <a:clrScheme name="Maxwidth Brown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Maxwidth Brow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xwidth Brown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Image Default">
  <a:themeElements>
    <a:clrScheme name="Image Default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Image Defaul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mage Default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Maxwidth Image">
  <a:themeElements>
    <a:clrScheme name="Maxwidth Image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Maxwidth Imag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xwidth Image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Image Brown Default">
  <a:themeElements>
    <a:clrScheme name="Image Brown Default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Image Brown Defaul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mage Brown Default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Maxwidth Image Brown">
  <a:themeElements>
    <a:clrScheme name="Maxwidth Image Brown 1">
      <a:dk1>
        <a:srgbClr val="512B1B"/>
      </a:dk1>
      <a:lt1>
        <a:srgbClr val="FFFFFF"/>
      </a:lt1>
      <a:dk2>
        <a:srgbClr val="512B1B"/>
      </a:dk2>
      <a:lt2>
        <a:srgbClr val="988F86"/>
      </a:lt2>
      <a:accent1>
        <a:srgbClr val="DAD7CB"/>
      </a:accent1>
      <a:accent2>
        <a:srgbClr val="E8AF00"/>
      </a:accent2>
      <a:accent3>
        <a:srgbClr val="FFFFFF"/>
      </a:accent3>
      <a:accent4>
        <a:srgbClr val="442315"/>
      </a:accent4>
      <a:accent5>
        <a:srgbClr val="EAE8E2"/>
      </a:accent5>
      <a:accent6>
        <a:srgbClr val="D29E00"/>
      </a:accent6>
      <a:hlink>
        <a:srgbClr val="988F86"/>
      </a:hlink>
      <a:folHlink>
        <a:srgbClr val="D9E0E4"/>
      </a:folHlink>
    </a:clrScheme>
    <a:fontScheme name="Maxwidth Image Brow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xwidth Image Brown 1">
        <a:dk1>
          <a:srgbClr val="512B1B"/>
        </a:dk1>
        <a:lt1>
          <a:srgbClr val="FFFFFF"/>
        </a:lt1>
        <a:dk2>
          <a:srgbClr val="512B1B"/>
        </a:dk2>
        <a:lt2>
          <a:srgbClr val="988F86"/>
        </a:lt2>
        <a:accent1>
          <a:srgbClr val="DAD7CB"/>
        </a:accent1>
        <a:accent2>
          <a:srgbClr val="E8AF00"/>
        </a:accent2>
        <a:accent3>
          <a:srgbClr val="FFFFFF"/>
        </a:accent3>
        <a:accent4>
          <a:srgbClr val="442315"/>
        </a:accent4>
        <a:accent5>
          <a:srgbClr val="EAE8E2"/>
        </a:accent5>
        <a:accent6>
          <a:srgbClr val="D29E00"/>
        </a:accent6>
        <a:hlink>
          <a:srgbClr val="988F86"/>
        </a:hlink>
        <a:folHlink>
          <a:srgbClr val="D9E0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4741</TotalTime>
  <Words>282</Words>
  <Application>Microsoft Office PowerPoint</Application>
  <PresentationFormat>On-screen Show (4:3)</PresentationFormat>
  <Paragraphs>60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Objectware</vt:lpstr>
      <vt:lpstr>Maxwidth</vt:lpstr>
      <vt:lpstr>Brown Default</vt:lpstr>
      <vt:lpstr>Maxwidth Brown</vt:lpstr>
      <vt:lpstr>Image Default</vt:lpstr>
      <vt:lpstr>Maxwidth Image</vt:lpstr>
      <vt:lpstr>Image Brown Default</vt:lpstr>
      <vt:lpstr>Maxwidth Image Brown</vt:lpstr>
      <vt:lpstr>Smidig 2.0 – the need for change </vt:lpstr>
      <vt:lpstr>Need for speed</vt:lpstr>
      <vt:lpstr>Kort om dagens situasjon </vt:lpstr>
      <vt:lpstr>What we need</vt:lpstr>
      <vt:lpstr>Hvordan håndtere utfordringene? </vt:lpstr>
      <vt:lpstr>Ingen sa noensinne at smidig var for idioter</vt:lpstr>
    </vt:vector>
  </TitlesOfParts>
  <Company>Objectware AS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Developers have always known how to deliver successful SOA!</dc:title>
  <dc:creator>Mads Nissen / Thor Henning Hetland</dc:creator>
  <cp:keywords>Architecture SOA Contracts</cp:keywords>
  <cp:lastModifiedBy>Thor Henning Hetland</cp:lastModifiedBy>
  <cp:revision>242</cp:revision>
  <dcterms:created xsi:type="dcterms:W3CDTF">2006-10-26T13:29:53Z</dcterms:created>
  <dcterms:modified xsi:type="dcterms:W3CDTF">2007-11-23T18:29:56Z</dcterms:modified>
  <cp:category>Evangelism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v. by">
    <vt:lpwstr>addpoint.no</vt:lpwstr>
  </property>
</Properties>
</file>
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80" r:id="rId4"/>
    <p:sldId id="290" r:id="rId5"/>
    <p:sldId id="289" r:id="rId6"/>
    <p:sldId id="292" r:id="rId7"/>
    <p:sldId id="291" r:id="rId8"/>
    <p:sldId id="293" r:id="rId9"/>
  </p:sldIdLst>
  <p:sldSz cx="9144000" cy="6858000" type="screen4x3"/>
  <p:notesSz cx="6858000" cy="9144000"/>
  <p:defaultTextStyle>
    <a:defPPr>
      <a:defRPr lang="nb-NO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80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0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13E741E-F501-4A24-B5E1-60B3A8604F39}" type="datetimeFigureOut">
              <a:rPr lang="nb-NO"/>
              <a:pPr>
                <a:defRPr/>
              </a:pPr>
              <a:t>25.01.2010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5CC6435-F784-4659-89A4-9A3DADA589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7764DE2-D3B6-4B91-A93D-4EE4B2214C6F}" type="slidenum">
              <a:rPr lang="en-US" smtClean="0"/>
              <a:pPr/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FD4DE98-5E11-4689-9DF3-9ADFA30A6C7C}" type="slidenum">
              <a:rPr lang="en-US" smtClean="0"/>
              <a:pPr/>
              <a:t>2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DE6ED1B-1FB3-4C2A-85B4-88BB346CB378}" type="slidenum">
              <a:rPr lang="en-US" smtClean="0"/>
              <a:pPr/>
              <a:t>3</a:t>
            </a:fld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CC6435-F784-4659-89A4-9A3DADA5895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CC6435-F784-4659-89A4-9A3DADA5895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CC6435-F784-4659-89A4-9A3DADA5895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CC6435-F784-4659-89A4-9A3DADA5895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CC6435-F784-4659-89A4-9A3DADA5895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A50D95-A50D-4B96-B649-CA6BBEE26DCA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616AB9-7131-48FE-ACDA-1EB9F76EE67B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E3D6B9-01C9-42A4-8C12-55069EC7A42B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108CD4-D8A7-4DC2-A8D8-ABABF746A752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77B9A-30CC-4189-A01B-93F1A13D2DA4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42EA9B-E2AD-4ABC-A1C2-45E34471E40E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DC7E1E-2AD8-4A80-AD26-C631A5321CAE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D8F331-1B28-436D-81DC-63BCA4F73FE6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F9B07F-D7D0-46A9-A39C-EF9B24677C2A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B9F21F-5B83-4777-9CAA-831F8579F888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C175CA-47D4-421A-BD2F-AF88FA285EB5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b-N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b-NO" smtClean="0"/>
              <a:t>Click to edit Master text styles</a:t>
            </a:r>
          </a:p>
          <a:p>
            <a:pPr lvl="1"/>
            <a:r>
              <a:rPr lang="nb-NO" smtClean="0"/>
              <a:t>Second level</a:t>
            </a:r>
          </a:p>
          <a:p>
            <a:pPr lvl="2"/>
            <a:r>
              <a:rPr lang="nb-NO" smtClean="0"/>
              <a:t>Third level</a:t>
            </a:r>
          </a:p>
          <a:p>
            <a:pPr lvl="3"/>
            <a:r>
              <a:rPr lang="nb-NO" smtClean="0"/>
              <a:t>Fourth level</a:t>
            </a:r>
          </a:p>
          <a:p>
            <a:pPr lvl="4"/>
            <a:r>
              <a:rPr lang="nb-N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2472A83-10E6-483F-A90D-A9102E4D5582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cjo@cantara.no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92725" y="3848100"/>
            <a:ext cx="3851275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Text Box 7"/>
          <p:cNvSpPr txBox="1">
            <a:spLocks noChangeArrowheads="1"/>
          </p:cNvSpPr>
          <p:nvPr/>
        </p:nvSpPr>
        <p:spPr bwMode="auto">
          <a:xfrm>
            <a:off x="357158" y="2214554"/>
            <a:ext cx="8385629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b-NO" sz="4400" dirty="0" smtClean="0"/>
              <a:t>Oslo Software </a:t>
            </a:r>
            <a:r>
              <a:rPr lang="nb-NO" sz="4400" dirty="0" err="1"/>
              <a:t>D</a:t>
            </a:r>
            <a:r>
              <a:rPr lang="nb-NO" sz="4400" dirty="0" err="1" smtClean="0"/>
              <a:t>eveloper</a:t>
            </a:r>
            <a:r>
              <a:rPr lang="nb-NO" sz="4400" dirty="0" smtClean="0"/>
              <a:t> House</a:t>
            </a:r>
            <a:br>
              <a:rPr lang="nb-NO" sz="4400" dirty="0" smtClean="0"/>
            </a:br>
            <a:r>
              <a:rPr lang="nb-NO" sz="2000" dirty="0" smtClean="0"/>
              <a:t>et prosjekt i regi av Stiftelsen for fremme</a:t>
            </a:r>
            <a:r>
              <a:rPr lang="nb-NO" sz="2000" dirty="0"/>
              <a:t> </a:t>
            </a:r>
            <a:r>
              <a:rPr lang="nb-NO" sz="2000" dirty="0" smtClean="0"/>
              <a:t>av programvareutvikling i Norge</a:t>
            </a:r>
            <a:endParaRPr lang="nb-NO" sz="20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6364288"/>
            <a:ext cx="2311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1357298"/>
            <a:ext cx="8218487" cy="1084263"/>
          </a:xfrm>
        </p:spPr>
        <p:txBody>
          <a:bodyPr/>
          <a:lstStyle/>
          <a:p>
            <a:pPr eaLnBrk="1" hangingPunct="1"/>
            <a:r>
              <a:rPr lang="nb-NO" sz="2800" b="1" dirty="0" smtClean="0"/>
              <a:t>Stiftelsen er et </a:t>
            </a:r>
            <a:r>
              <a:rPr lang="nb-NO" sz="2800" b="1" dirty="0" err="1" smtClean="0"/>
              <a:t>non-profit</a:t>
            </a:r>
            <a:r>
              <a:rPr lang="nb-NO" sz="2800" b="1" dirty="0" smtClean="0"/>
              <a:t> initiativ drevet av sentrale fagpersoner. Formålet er at norsk programvareutvikling skal bli verdensledende.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34" y="2643182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nb-NO" sz="2000" dirty="0" smtClean="0"/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nb-NO" sz="2000" dirty="0" smtClean="0"/>
              <a:t>	Sikre at bransjen har høy kompetanse slik at vi kan konkurrere med utenlandske </a:t>
            </a:r>
            <a:r>
              <a:rPr lang="nb-NO" sz="2000" dirty="0" err="1" smtClean="0"/>
              <a:t>lavpris-aktører</a:t>
            </a:r>
            <a:endParaRPr lang="nb-NO" sz="20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nb-NO" sz="2000" dirty="0" smtClean="0"/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nb-NO" sz="2000" dirty="0" smtClean="0"/>
              <a:t>	Sikre at programvareutvikling bidrar til betydelig verdiskapning i samfunnet, ved hjelp av effektive utviklingsmetoder og innovativ bruk av teknologi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nb-NO" sz="2000" dirty="0" smtClean="0"/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nb-NO" sz="2000" dirty="0" smtClean="0"/>
              <a:t>	Bransjen må selv ta ansvar, ikke vente på IT-politikk, satsninger fra forskningsrådet, etc.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nb-NO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57313"/>
            <a:ext cx="8229600" cy="1143000"/>
          </a:xfrm>
        </p:spPr>
        <p:txBody>
          <a:bodyPr/>
          <a:lstStyle/>
          <a:p>
            <a:pPr eaLnBrk="1" hangingPunct="1"/>
            <a:r>
              <a:rPr lang="nb-NO" sz="2800" b="1" dirty="0" smtClean="0"/>
              <a:t>Stiftelsen er under etablering, men er allerede i gang med flere aktiviteter rettet mot fagmiljøene innen programvareutvikling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2857496"/>
            <a:ext cx="82296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nb-NO" sz="2000" dirty="0" smtClean="0"/>
              <a:t>Eksempler på aktiviteter: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nb-NO" sz="2000" dirty="0" smtClean="0"/>
          </a:p>
          <a:p>
            <a:pPr eaLnBrk="1" hangingPunct="1">
              <a:lnSpc>
                <a:spcPct val="90000"/>
              </a:lnSpc>
            </a:pPr>
            <a:r>
              <a:rPr lang="nb-NO" sz="2000" dirty="0" smtClean="0"/>
              <a:t>Arrangert tre ”</a:t>
            </a:r>
            <a:r>
              <a:rPr lang="nb-NO" sz="2000" dirty="0" err="1" smtClean="0"/>
              <a:t>Geek</a:t>
            </a:r>
            <a:r>
              <a:rPr lang="nb-NO" sz="2000" dirty="0" smtClean="0"/>
              <a:t> Cruise”. Her møtes ledende fagpersoner fra forskjellige miljø for å diskutere utfordrende faglige problemstillinger.  </a:t>
            </a:r>
          </a:p>
          <a:p>
            <a:pPr eaLnBrk="1" hangingPunct="1">
              <a:lnSpc>
                <a:spcPct val="90000"/>
              </a:lnSpc>
            </a:pPr>
            <a:endParaRPr lang="nb-NO" sz="2000" dirty="0" smtClean="0"/>
          </a:p>
          <a:p>
            <a:pPr eaLnBrk="1" hangingPunct="1">
              <a:lnSpc>
                <a:spcPct val="90000"/>
              </a:lnSpc>
            </a:pPr>
            <a:r>
              <a:rPr lang="nb-NO" sz="2000" dirty="0" smtClean="0"/>
              <a:t>Vi håndterer administrasjon og medlemsregistre for flere brukergrupper. </a:t>
            </a:r>
          </a:p>
          <a:p>
            <a:pPr eaLnBrk="1" hangingPunct="1">
              <a:lnSpc>
                <a:spcPct val="90000"/>
              </a:lnSpc>
            </a:pPr>
            <a:endParaRPr lang="nb-NO" sz="2000" dirty="0" smtClean="0"/>
          </a:p>
          <a:p>
            <a:pPr eaLnBrk="1" hangingPunct="1">
              <a:lnSpc>
                <a:spcPct val="90000"/>
              </a:lnSpc>
            </a:pPr>
            <a:r>
              <a:rPr lang="nb-NO" sz="2000" dirty="0" smtClean="0"/>
              <a:t>”</a:t>
            </a:r>
            <a:r>
              <a:rPr lang="nb-NO" sz="2000" dirty="0" err="1" smtClean="0"/>
              <a:t>Communities</a:t>
            </a:r>
            <a:r>
              <a:rPr lang="nb-NO" sz="2000" dirty="0" smtClean="0"/>
              <a:t> in action”. </a:t>
            </a:r>
            <a:r>
              <a:rPr lang="nb-NO" sz="2000" dirty="0" err="1" smtClean="0"/>
              <a:t>Bredde-arrangement</a:t>
            </a:r>
            <a:r>
              <a:rPr lang="nb-NO" sz="2000" dirty="0" smtClean="0"/>
              <a:t> for </a:t>
            </a:r>
            <a:br>
              <a:rPr lang="nb-NO" sz="2000" dirty="0" smtClean="0"/>
            </a:br>
            <a:r>
              <a:rPr lang="nb-NO" sz="2000" dirty="0" smtClean="0"/>
              <a:t>brukergrupper  (planlagt Q2 2010) </a:t>
            </a:r>
          </a:p>
          <a:p>
            <a:pPr eaLnBrk="1" hangingPunct="1">
              <a:lnSpc>
                <a:spcPct val="90000"/>
              </a:lnSpc>
            </a:pPr>
            <a:endParaRPr lang="nb-NO" sz="2000" dirty="0" smtClean="0"/>
          </a:p>
        </p:txBody>
      </p:sp>
      <p:pic>
        <p:nvPicPr>
          <p:cNvPr id="6148" name="Picture 7" descr="MPj0438805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58148" y="5148618"/>
            <a:ext cx="1285852" cy="1709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214422"/>
            <a:ext cx="8229600" cy="1143000"/>
          </a:xfrm>
        </p:spPr>
        <p:txBody>
          <a:bodyPr/>
          <a:lstStyle/>
          <a:p>
            <a:r>
              <a:rPr lang="nb-NO" sz="3600" dirty="0" smtClean="0"/>
              <a:t>Oslo har en rekke aktive fagmiljø innen programvareutvikling </a:t>
            </a:r>
            <a:endParaRPr lang="nb-NO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2857496"/>
            <a:ext cx="8229600" cy="4525963"/>
          </a:xfrm>
        </p:spPr>
        <p:txBody>
          <a:bodyPr/>
          <a:lstStyle/>
          <a:p>
            <a:r>
              <a:rPr lang="nb-NO" sz="2000" dirty="0" smtClean="0"/>
              <a:t>20+ aktive, uavhengige faggrupper i Oslo som jevnlig arrangerer medlemsmøter</a:t>
            </a:r>
          </a:p>
          <a:p>
            <a:pPr lvl="1"/>
            <a:r>
              <a:rPr lang="nb-NO" sz="1800" dirty="0" smtClean="0"/>
              <a:t>Flere av miljøene er internasjonalt anerkjente  </a:t>
            </a:r>
          </a:p>
          <a:p>
            <a:pPr lvl="1"/>
            <a:r>
              <a:rPr lang="nb-NO" sz="1800" dirty="0" smtClean="0"/>
              <a:t>En rekke teknologiprosjekter (”</a:t>
            </a:r>
            <a:r>
              <a:rPr lang="nb-NO" sz="1800" dirty="0" err="1" smtClean="0"/>
              <a:t>open</a:t>
            </a:r>
            <a:r>
              <a:rPr lang="nb-NO" sz="1800" dirty="0" smtClean="0"/>
              <a:t> </a:t>
            </a:r>
            <a:r>
              <a:rPr lang="nb-NO" sz="1800" dirty="0" err="1" smtClean="0"/>
              <a:t>source</a:t>
            </a:r>
            <a:r>
              <a:rPr lang="nb-NO" sz="1800" dirty="0" smtClean="0"/>
              <a:t>”) med norsk deltakelse</a:t>
            </a:r>
          </a:p>
          <a:p>
            <a:r>
              <a:rPr lang="nb-NO" sz="2000" dirty="0" smtClean="0"/>
              <a:t>Flere store fagkonferanser </a:t>
            </a:r>
          </a:p>
          <a:p>
            <a:pPr lvl="1"/>
            <a:r>
              <a:rPr lang="nb-NO" sz="1800" dirty="0" smtClean="0"/>
              <a:t>Den største, </a:t>
            </a:r>
            <a:r>
              <a:rPr lang="nb-NO" sz="1800" dirty="0" err="1" smtClean="0"/>
              <a:t>JavaZone</a:t>
            </a:r>
            <a:r>
              <a:rPr lang="nb-NO" sz="1800" dirty="0" smtClean="0"/>
              <a:t>, samler over 2000 utviklere i Oslo Spektrum (arrangeres av </a:t>
            </a:r>
            <a:r>
              <a:rPr lang="nb-NO" sz="1800" dirty="0" err="1" smtClean="0"/>
              <a:t>javaBin</a:t>
            </a:r>
            <a:r>
              <a:rPr lang="nb-NO" sz="1800" dirty="0" smtClean="0"/>
              <a:t>) </a:t>
            </a:r>
          </a:p>
          <a:p>
            <a:r>
              <a:rPr lang="nb-NO" sz="2000" dirty="0" smtClean="0"/>
              <a:t>Røft anslått deltar </a:t>
            </a:r>
            <a:r>
              <a:rPr lang="nb-NO" sz="2000" dirty="0" smtClean="0"/>
              <a:t>3000</a:t>
            </a:r>
            <a:r>
              <a:rPr lang="nb-NO" sz="2000" dirty="0" smtClean="0"/>
              <a:t>+ på en eller annen form for fagaktiviteter i løpet av et </a:t>
            </a:r>
            <a:r>
              <a:rPr lang="nb-NO" sz="2000" dirty="0" smtClean="0"/>
              <a:t>år</a:t>
            </a:r>
          </a:p>
          <a:p>
            <a:pPr lvl="1"/>
            <a:r>
              <a:rPr lang="nb-NO" sz="1800" dirty="0" smtClean="0"/>
              <a:t>Estimert leverer faggruppene drøye 50.000 kompetansetimer i året</a:t>
            </a:r>
            <a:endParaRPr lang="nb-NO" sz="2000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1214422"/>
            <a:ext cx="8229600" cy="1143000"/>
          </a:xfrm>
        </p:spPr>
        <p:txBody>
          <a:bodyPr/>
          <a:lstStyle/>
          <a:p>
            <a:r>
              <a:rPr lang="nb-NO" sz="2600" b="1" dirty="0" smtClean="0"/>
              <a:t>Vi ønsker å etablere et </a:t>
            </a:r>
            <a:r>
              <a:rPr lang="nb-NO" sz="2600" b="1" dirty="0" err="1" smtClean="0"/>
              <a:t>samlingsted</a:t>
            </a:r>
            <a:r>
              <a:rPr lang="nb-NO" sz="2600" b="1" dirty="0" smtClean="0"/>
              <a:t> for fagmiljøene etter modell av Litteraturhuset</a:t>
            </a:r>
            <a:endParaRPr lang="nb-NO" sz="2600" b="1" dirty="0"/>
          </a:p>
        </p:txBody>
      </p:sp>
      <p:pic>
        <p:nvPicPr>
          <p:cNvPr id="552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86644" y="3000372"/>
            <a:ext cx="1598548" cy="919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86644" y="4143380"/>
            <a:ext cx="161746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42844" y="23320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nb-NO" sz="2000" dirty="0" smtClean="0"/>
              <a:t>Oslo Software </a:t>
            </a:r>
            <a:r>
              <a:rPr lang="nb-NO" sz="2000" dirty="0" err="1" smtClean="0"/>
              <a:t>Developer</a:t>
            </a:r>
            <a:r>
              <a:rPr lang="nb-NO" sz="2000" dirty="0" smtClean="0"/>
              <a:t> House 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nb-NO" sz="2000" dirty="0" smtClean="0"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nb-NO" sz="2000" dirty="0" smtClean="0"/>
              <a:t>Arena for møter i faggrupper, fagseminarer og andre </a:t>
            </a:r>
            <a:br>
              <a:rPr lang="nb-NO" sz="2000" dirty="0" smtClean="0"/>
            </a:br>
            <a:r>
              <a:rPr lang="nb-NO" sz="2000" dirty="0" err="1" smtClean="0"/>
              <a:t>events</a:t>
            </a:r>
            <a:r>
              <a:rPr lang="nb-NO" sz="2000" dirty="0" smtClean="0"/>
              <a:t> 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nb-NO" sz="2000" dirty="0" smtClean="0"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nb-NO" sz="2000" dirty="0" smtClean="0"/>
              <a:t>Samlingssted for engasjerte fagfolk som ønsker å </a:t>
            </a:r>
            <a:br>
              <a:rPr lang="nb-NO" sz="2000" dirty="0" smtClean="0"/>
            </a:br>
            <a:r>
              <a:rPr lang="nb-NO" sz="2000" dirty="0" smtClean="0"/>
              <a:t>diskutere teknologi og fag (servering, </a:t>
            </a:r>
            <a:r>
              <a:rPr lang="nb-NO" sz="2000" dirty="0" err="1" smtClean="0"/>
              <a:t>mingleområde</a:t>
            </a:r>
            <a:r>
              <a:rPr lang="nb-NO" sz="2000" dirty="0" smtClean="0"/>
              <a:t>) 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nb-NO" sz="2000" dirty="0" smtClean="0"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nb-NO" sz="2000" dirty="0"/>
              <a:t>F</a:t>
            </a:r>
            <a:r>
              <a:rPr lang="nb-NO" sz="2000" dirty="0" smtClean="0"/>
              <a:t>orskjellige </a:t>
            </a:r>
            <a:r>
              <a:rPr lang="nb-NO" sz="2000" dirty="0" err="1" smtClean="0"/>
              <a:t>open-source</a:t>
            </a:r>
            <a:r>
              <a:rPr lang="nb-NO" sz="2000" dirty="0" smtClean="0"/>
              <a:t> prosjekter og andre fagaktiviteter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kumimoji="0" lang="nb-NO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nb-NO" sz="2000" kern="0" dirty="0" smtClean="0">
                <a:latin typeface="+mn-lt"/>
              </a:rPr>
              <a:t>Samlokalisering med viktige samarbeidspartnere (kursleverandører, </a:t>
            </a:r>
            <a:r>
              <a:rPr lang="nb-NO" sz="2000" kern="0" dirty="0" err="1" smtClean="0">
                <a:latin typeface="+mn-lt"/>
              </a:rPr>
              <a:t>eventorganisatorer</a:t>
            </a:r>
            <a:r>
              <a:rPr lang="nb-NO" sz="2000" kern="0" dirty="0" smtClean="0">
                <a:latin typeface="+mn-lt"/>
              </a:rPr>
              <a:t>,…)  </a:t>
            </a:r>
            <a:endParaRPr kumimoji="0" lang="nb-NO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857232"/>
            <a:ext cx="8229600" cy="1143000"/>
          </a:xfrm>
        </p:spPr>
        <p:txBody>
          <a:bodyPr/>
          <a:lstStyle/>
          <a:p>
            <a:r>
              <a:rPr lang="nb-NO" sz="3600" dirty="0" smtClean="0"/>
              <a:t>Hva slags lokaler ser vi etter?</a:t>
            </a:r>
            <a:endParaRPr lang="nb-NO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4525963"/>
          </a:xfrm>
        </p:spPr>
        <p:txBody>
          <a:bodyPr/>
          <a:lstStyle/>
          <a:p>
            <a:r>
              <a:rPr lang="nb-NO" sz="2800" dirty="0" smtClean="0"/>
              <a:t>Høy grad av tilgjengelighet</a:t>
            </a:r>
          </a:p>
          <a:p>
            <a:pPr lvl="1"/>
            <a:r>
              <a:rPr lang="nb-NO" sz="2400" dirty="0" smtClean="0"/>
              <a:t>Sentrumsnært (lett å stikke innom) </a:t>
            </a:r>
          </a:p>
          <a:p>
            <a:pPr lvl="1"/>
            <a:r>
              <a:rPr lang="nb-NO" sz="2400" dirty="0" smtClean="0"/>
              <a:t>Faglige arrangementer de fleste av ukens dager</a:t>
            </a:r>
          </a:p>
          <a:p>
            <a:r>
              <a:rPr lang="nb-NO" sz="2800" dirty="0" smtClean="0"/>
              <a:t>Medlemsmøter opp til ca 150 personer</a:t>
            </a:r>
          </a:p>
          <a:p>
            <a:r>
              <a:rPr lang="nb-NO" sz="2800" dirty="0" smtClean="0"/>
              <a:t>Servering og </a:t>
            </a:r>
            <a:r>
              <a:rPr lang="nb-NO" sz="2800" dirty="0" err="1" smtClean="0"/>
              <a:t>mingleområde</a:t>
            </a:r>
            <a:endParaRPr lang="nb-NO" sz="2800" dirty="0" smtClean="0"/>
          </a:p>
          <a:p>
            <a:r>
              <a:rPr lang="nb-NO" sz="2800" dirty="0" smtClean="0"/>
              <a:t>Gode </a:t>
            </a:r>
            <a:r>
              <a:rPr lang="nb-NO" sz="2800" dirty="0" err="1" smtClean="0"/>
              <a:t>prosjektrom</a:t>
            </a:r>
            <a:endParaRPr lang="nb-NO" sz="2800" dirty="0" smtClean="0"/>
          </a:p>
          <a:p>
            <a:r>
              <a:rPr lang="nb-NO" sz="2800" dirty="0" smtClean="0"/>
              <a:t>Noe plass til lagring av utstyr og materiell </a:t>
            </a:r>
            <a:endParaRPr lang="nb-NO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214422"/>
            <a:ext cx="8229600" cy="1143000"/>
          </a:xfrm>
        </p:spPr>
        <p:txBody>
          <a:bodyPr/>
          <a:lstStyle/>
          <a:p>
            <a:r>
              <a:rPr lang="nb-NO" sz="3600" dirty="0" smtClean="0"/>
              <a:t>Er det interessant for et Thon-hotell å være med på Utviklerhuset? </a:t>
            </a:r>
            <a:endParaRPr lang="nb-NO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2571744"/>
            <a:ext cx="8229600" cy="4525963"/>
          </a:xfrm>
        </p:spPr>
        <p:txBody>
          <a:bodyPr/>
          <a:lstStyle/>
          <a:p>
            <a:r>
              <a:rPr lang="nb-NO" sz="2800" dirty="0" smtClean="0"/>
              <a:t>Potensielle gevinster mht hotelldrift? </a:t>
            </a:r>
          </a:p>
          <a:p>
            <a:pPr lvl="1"/>
            <a:r>
              <a:rPr lang="nb-NO" sz="2400" dirty="0" smtClean="0"/>
              <a:t>Bryne seg på krevende arrangementer med ”</a:t>
            </a:r>
            <a:r>
              <a:rPr lang="nb-NO" sz="2400" dirty="0" err="1" smtClean="0"/>
              <a:t>bleeding</a:t>
            </a:r>
            <a:r>
              <a:rPr lang="nb-NO" sz="2400" dirty="0" smtClean="0"/>
              <a:t> </a:t>
            </a:r>
            <a:r>
              <a:rPr lang="nb-NO" sz="2400" dirty="0" err="1" smtClean="0"/>
              <a:t>edge</a:t>
            </a:r>
            <a:r>
              <a:rPr lang="nb-NO" sz="2400" dirty="0" smtClean="0"/>
              <a:t>”-teknologi  </a:t>
            </a:r>
          </a:p>
          <a:p>
            <a:pPr lvl="2"/>
            <a:r>
              <a:rPr lang="nb-NO" sz="2000" dirty="0" smtClean="0"/>
              <a:t>Kurs </a:t>
            </a:r>
            <a:r>
              <a:rPr lang="nb-NO" sz="2000" dirty="0" err="1" smtClean="0"/>
              <a:t>vs</a:t>
            </a:r>
            <a:r>
              <a:rPr lang="nb-NO" sz="2000" dirty="0" smtClean="0"/>
              <a:t> konferansedrift </a:t>
            </a:r>
          </a:p>
          <a:p>
            <a:pPr lvl="2"/>
            <a:r>
              <a:rPr lang="nb-NO" sz="2000" dirty="0" smtClean="0"/>
              <a:t>Web 2.0 </a:t>
            </a:r>
            <a:r>
              <a:rPr lang="nb-NO" sz="2000" dirty="0" err="1" smtClean="0"/>
              <a:t>vs</a:t>
            </a:r>
            <a:r>
              <a:rPr lang="nb-NO" sz="2000" dirty="0" smtClean="0"/>
              <a:t> hotell</a:t>
            </a:r>
          </a:p>
          <a:p>
            <a:pPr lvl="1"/>
            <a:r>
              <a:rPr lang="nb-NO" dirty="0" smtClean="0"/>
              <a:t>Nærhet til </a:t>
            </a:r>
            <a:r>
              <a:rPr lang="nb-NO" dirty="0" err="1" smtClean="0"/>
              <a:t>IKT-bransjen</a:t>
            </a:r>
            <a:r>
              <a:rPr lang="nb-NO" dirty="0" smtClean="0"/>
              <a:t> </a:t>
            </a:r>
          </a:p>
          <a:p>
            <a:r>
              <a:rPr lang="nb-NO" sz="2800" dirty="0" smtClean="0"/>
              <a:t>Potensielle gevinster mht eiendomsutvikling? </a:t>
            </a:r>
          </a:p>
          <a:p>
            <a:pPr lvl="1"/>
            <a:r>
              <a:rPr lang="nb-NO" sz="2400" dirty="0" smtClean="0"/>
              <a:t>Tilrettelegge for ”</a:t>
            </a:r>
            <a:r>
              <a:rPr lang="nb-NO" sz="2400" dirty="0" err="1" smtClean="0"/>
              <a:t>Bleeding</a:t>
            </a:r>
            <a:r>
              <a:rPr lang="nb-NO" sz="2400" dirty="0" smtClean="0"/>
              <a:t> </a:t>
            </a:r>
            <a:r>
              <a:rPr lang="nb-NO" sz="2400" dirty="0" err="1" smtClean="0"/>
              <a:t>edge</a:t>
            </a:r>
            <a:r>
              <a:rPr lang="nb-NO" sz="2400" dirty="0" smtClean="0"/>
              <a:t> </a:t>
            </a:r>
            <a:r>
              <a:rPr lang="nb-NO" sz="2400" dirty="0" err="1" smtClean="0"/>
              <a:t>technology</a:t>
            </a:r>
            <a:r>
              <a:rPr lang="nb-NO" sz="2400" dirty="0" smtClean="0"/>
              <a:t>”</a:t>
            </a:r>
          </a:p>
          <a:p>
            <a:pPr lvl="1"/>
            <a:r>
              <a:rPr lang="nb-NO" sz="2400" dirty="0" smtClean="0"/>
              <a:t>Høste erfaring med å huse ”</a:t>
            </a:r>
            <a:r>
              <a:rPr lang="nb-NO" sz="2400" dirty="0" err="1" smtClean="0"/>
              <a:t>tema-hus</a:t>
            </a:r>
            <a:r>
              <a:rPr lang="nb-NO" sz="2400" dirty="0" smtClean="0"/>
              <a:t>” </a:t>
            </a:r>
          </a:p>
          <a:p>
            <a:pPr lvl="1"/>
            <a:endParaRPr lang="nb-NO" dirty="0" smtClean="0"/>
          </a:p>
          <a:p>
            <a:pPr lvl="1"/>
            <a:endParaRPr lang="nb-NO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142984"/>
            <a:ext cx="8229600" cy="1143000"/>
          </a:xfrm>
        </p:spPr>
        <p:txBody>
          <a:bodyPr/>
          <a:lstStyle/>
          <a:p>
            <a:r>
              <a:rPr lang="nb-NO" dirty="0" smtClean="0"/>
              <a:t>Kontaktinformasjon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" y="2357431"/>
            <a:ext cx="8501122" cy="3714776"/>
          </a:xfrm>
        </p:spPr>
        <p:txBody>
          <a:bodyPr/>
          <a:lstStyle/>
          <a:p>
            <a:pPr>
              <a:buNone/>
            </a:pPr>
            <a:r>
              <a:rPr lang="nb-NO" dirty="0" smtClean="0"/>
              <a:t>	</a:t>
            </a:r>
            <a:r>
              <a:rPr lang="nb-NO" sz="2400" dirty="0" smtClean="0"/>
              <a:t>Stiftelsen for Fremme av Programvareutvikling i Norge </a:t>
            </a:r>
          </a:p>
          <a:p>
            <a:pPr>
              <a:buNone/>
            </a:pPr>
            <a:r>
              <a:rPr lang="nb-NO" sz="2400" dirty="0" smtClean="0"/>
              <a:t>	P.B. XXX Helsfyr </a:t>
            </a:r>
            <a:br>
              <a:rPr lang="nb-NO" sz="2400" dirty="0" smtClean="0"/>
            </a:br>
            <a:r>
              <a:rPr lang="nb-NO" sz="2400" dirty="0" smtClean="0"/>
              <a:t>0000 Oslo</a:t>
            </a:r>
            <a:r>
              <a:rPr lang="nb-NO" sz="2800" dirty="0" smtClean="0"/>
              <a:t/>
            </a:r>
            <a:br>
              <a:rPr lang="nb-NO" sz="2800" dirty="0" smtClean="0"/>
            </a:br>
            <a:endParaRPr lang="nb-NO" sz="2800" dirty="0" smtClean="0"/>
          </a:p>
          <a:p>
            <a:pPr>
              <a:buNone/>
            </a:pPr>
            <a:r>
              <a:rPr lang="nb-NO" sz="2400" dirty="0" smtClean="0"/>
              <a:t>	Kontaktperson: </a:t>
            </a:r>
            <a:br>
              <a:rPr lang="nb-NO" sz="2400" dirty="0" smtClean="0"/>
            </a:br>
            <a:r>
              <a:rPr lang="nb-NO" sz="2400" dirty="0" smtClean="0"/>
              <a:t>Carl Onstad</a:t>
            </a:r>
            <a:br>
              <a:rPr lang="nb-NO" sz="2400" dirty="0" smtClean="0"/>
            </a:br>
            <a:r>
              <a:rPr lang="nb-NO" sz="2400" dirty="0" err="1" smtClean="0">
                <a:hlinkClick r:id="rId3"/>
              </a:rPr>
              <a:t>cjo@cantara.no</a:t>
            </a:r>
            <a:r>
              <a:rPr lang="nb-NO" sz="2400" dirty="0" smtClean="0"/>
              <a:t/>
            </a:r>
            <a:br>
              <a:rPr lang="nb-NO" sz="2400" dirty="0" smtClean="0"/>
            </a:br>
            <a:r>
              <a:rPr lang="nb-NO" sz="2400" dirty="0" smtClean="0"/>
              <a:t>99015660 </a:t>
            </a:r>
          </a:p>
          <a:p>
            <a:endParaRPr lang="nb-NO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6039</TotalTime>
  <Words>285</Words>
  <Application>Microsoft Office PowerPoint</Application>
  <PresentationFormat>On-screen Show (4:3)</PresentationFormat>
  <Paragraphs>64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Default Design</vt:lpstr>
      <vt:lpstr>Slide 1</vt:lpstr>
      <vt:lpstr>Stiftelsen er et non-profit initiativ drevet av sentrale fagpersoner. Formålet er at norsk programvareutvikling skal bli verdensledende.</vt:lpstr>
      <vt:lpstr>Stiftelsen er under etablering, men er allerede i gang med flere aktiviteter rettet mot fagmiljøene innen programvareutvikling </vt:lpstr>
      <vt:lpstr>Oslo har en rekke aktive fagmiljø innen programvareutvikling </vt:lpstr>
      <vt:lpstr>Vi ønsker å etablere et samlingsted for fagmiljøene etter modell av Litteraturhuset</vt:lpstr>
      <vt:lpstr>Hva slags lokaler ser vi etter?</vt:lpstr>
      <vt:lpstr>Er det interessant for et Thon-hotell å være med på Utviklerhuset? </vt:lpstr>
      <vt:lpstr>Kontaktinformasjon</vt:lpstr>
    </vt:vector>
  </TitlesOfParts>
  <Company>UiO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steingr</dc:creator>
  <cp:lastModifiedBy>totto</cp:lastModifiedBy>
  <cp:revision>50</cp:revision>
  <dcterms:created xsi:type="dcterms:W3CDTF">2009-09-14T08:41:07Z</dcterms:created>
  <dcterms:modified xsi:type="dcterms:W3CDTF">2010-01-25T13:57:34Z</dcterms:modified>
</cp:coreProperties>
</file>
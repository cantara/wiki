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6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diagrams/layout1.xml" ContentType="application/vnd.openxmlformats-officedocument.drawingml.diagramLayout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notesSlides/notesSlide29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60" r:id="rId1"/>
  </p:sldMasterIdLst>
  <p:notesMasterIdLst>
    <p:notesMasterId r:id="rId38"/>
  </p:notesMasterIdLst>
  <p:handoutMasterIdLst>
    <p:handoutMasterId r:id="rId39"/>
  </p:handoutMasterIdLst>
  <p:sldIdLst>
    <p:sldId id="258" r:id="rId2"/>
    <p:sldId id="262" r:id="rId3"/>
    <p:sldId id="264" r:id="rId4"/>
    <p:sldId id="269" r:id="rId5"/>
    <p:sldId id="261" r:id="rId6"/>
    <p:sldId id="265" r:id="rId7"/>
    <p:sldId id="290" r:id="rId8"/>
    <p:sldId id="266" r:id="rId9"/>
    <p:sldId id="276" r:id="rId10"/>
    <p:sldId id="273" r:id="rId11"/>
    <p:sldId id="274" r:id="rId12"/>
    <p:sldId id="275" r:id="rId13"/>
    <p:sldId id="295" r:id="rId14"/>
    <p:sldId id="289" r:id="rId15"/>
    <p:sldId id="292" r:id="rId16"/>
    <p:sldId id="296" r:id="rId17"/>
    <p:sldId id="263" r:id="rId18"/>
    <p:sldId id="267" r:id="rId19"/>
    <p:sldId id="268" r:id="rId20"/>
    <p:sldId id="271" r:id="rId21"/>
    <p:sldId id="277" r:id="rId22"/>
    <p:sldId id="278" r:id="rId23"/>
    <p:sldId id="272" r:id="rId24"/>
    <p:sldId id="279" r:id="rId25"/>
    <p:sldId id="286" r:id="rId26"/>
    <p:sldId id="291" r:id="rId27"/>
    <p:sldId id="282" r:id="rId28"/>
    <p:sldId id="287" r:id="rId29"/>
    <p:sldId id="283" r:id="rId30"/>
    <p:sldId id="284" r:id="rId31"/>
    <p:sldId id="285" r:id="rId32"/>
    <p:sldId id="297" r:id="rId33"/>
    <p:sldId id="280" r:id="rId34"/>
    <p:sldId id="298" r:id="rId35"/>
    <p:sldId id="293" r:id="rId36"/>
    <p:sldId id="288" r:id="rId37"/>
  </p:sldIdLst>
  <p:sldSz cx="9144000" cy="6858000" type="screen4x3"/>
  <p:notesSz cx="6797675" cy="99282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2261A"/>
    <a:srgbClr val="F5D312"/>
    <a:srgbClr val="F04E52"/>
    <a:srgbClr val="C2D8D7"/>
    <a:srgbClr val="EF4E52"/>
    <a:srgbClr val="857362"/>
    <a:srgbClr val="FFFFFF"/>
    <a:srgbClr val="E1DAD5"/>
    <a:srgbClr val="CBC0B7"/>
    <a:srgbClr val="F8F8F8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Ingen stil, tabellrutenett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982" autoAdjust="0"/>
    <p:restoredTop sz="87100" autoAdjust="0"/>
  </p:normalViewPr>
  <p:slideViewPr>
    <p:cSldViewPr>
      <p:cViewPr>
        <p:scale>
          <a:sx n="100" d="100"/>
          <a:sy n="100" d="100"/>
        </p:scale>
        <p:origin x="-2352" y="-3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2" d="100"/>
          <a:sy n="82" d="100"/>
        </p:scale>
        <p:origin x="-3180" y="-96"/>
      </p:cViewPr>
      <p:guideLst>
        <p:guide orient="horz" pos="3127"/>
        <p:guide pos="2141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67281CF-8B67-4D2B-AFDC-72ADEAA7440C}" type="doc">
      <dgm:prSet loTypeId="urn:microsoft.com/office/officeart/2005/8/layout/default" loCatId="list" qsTypeId="urn:microsoft.com/office/officeart/2005/8/quickstyle/3d6" qsCatId="3D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64169CBD-621B-41AC-8098-190EB836285B}">
      <dgm:prSet phldrT="[Text]"/>
      <dgm:spPr>
        <a:gradFill flip="none" rotWithShape="0">
          <a:gsLst>
            <a:gs pos="0">
              <a:srgbClr val="339933">
                <a:shade val="30000"/>
                <a:satMod val="115000"/>
              </a:srgbClr>
            </a:gs>
            <a:gs pos="50000">
              <a:srgbClr val="339933">
                <a:shade val="67500"/>
                <a:satMod val="115000"/>
              </a:srgbClr>
            </a:gs>
            <a:gs pos="100000">
              <a:srgbClr val="339933">
                <a:shade val="100000"/>
                <a:satMod val="115000"/>
              </a:srgbClr>
            </a:gs>
          </a:gsLst>
          <a:lin ang="5400000" scaled="1"/>
          <a:tileRect/>
        </a:gradFill>
      </dgm:spPr>
      <dgm:t>
        <a:bodyPr/>
        <a:lstStyle/>
        <a:p>
          <a:pPr rtl="0"/>
          <a:r>
            <a:rPr kumimoji="0" lang="en-US" b="1" i="0" u="none" strike="noStrike" cap="none" spc="0" normalizeH="0" baseline="0" noProof="0" dirty="0" smtClean="0">
              <a:ln/>
              <a:effectLst/>
              <a:uLnTx/>
              <a:uFillTx/>
              <a:latin typeface="+mn-lt"/>
            </a:rPr>
            <a:t>A1: Cross Site Scripting (XSS)</a:t>
          </a:r>
          <a:endParaRPr lang="en-US" b="1" dirty="0"/>
        </a:p>
      </dgm:t>
    </dgm:pt>
    <dgm:pt modelId="{C2478B4C-85CC-4B56-8035-A1D085B2572C}" type="parTrans" cxnId="{E8FA1B3E-891C-44F5-8B95-213F7D5CE5C0}">
      <dgm:prSet/>
      <dgm:spPr/>
      <dgm:t>
        <a:bodyPr/>
        <a:lstStyle/>
        <a:p>
          <a:endParaRPr lang="en-US"/>
        </a:p>
      </dgm:t>
    </dgm:pt>
    <dgm:pt modelId="{55DCDCCE-3CAF-428A-ABFC-A8BC8FEF6AA5}" type="sibTrans" cxnId="{E8FA1B3E-891C-44F5-8B95-213F7D5CE5C0}">
      <dgm:prSet/>
      <dgm:spPr/>
      <dgm:t>
        <a:bodyPr/>
        <a:lstStyle/>
        <a:p>
          <a:endParaRPr lang="en-US"/>
        </a:p>
      </dgm:t>
    </dgm:pt>
    <dgm:pt modelId="{8BCDC084-67CA-4889-BB16-FDAA18262BAD}">
      <dgm:prSet phldrT="[Text]"/>
      <dgm:spPr>
        <a:gradFill flip="none" rotWithShape="0">
          <a:gsLst>
            <a:gs pos="0">
              <a:srgbClr val="0066CC">
                <a:shade val="30000"/>
                <a:satMod val="115000"/>
              </a:srgbClr>
            </a:gs>
            <a:gs pos="50000">
              <a:srgbClr val="0066CC">
                <a:shade val="67500"/>
                <a:satMod val="115000"/>
              </a:srgbClr>
            </a:gs>
            <a:gs pos="100000">
              <a:srgbClr val="0066CC">
                <a:shade val="100000"/>
                <a:satMod val="115000"/>
              </a:srgbClr>
            </a:gs>
          </a:gsLst>
          <a:lin ang="5400000" scaled="1"/>
          <a:tileRect/>
        </a:gradFill>
      </dgm:spPr>
      <dgm:t>
        <a:bodyPr/>
        <a:lstStyle/>
        <a:p>
          <a:r>
            <a:rPr lang="en-US" b="1" dirty="0" smtClean="0"/>
            <a:t>A6: </a:t>
          </a:r>
          <a:r>
            <a:rPr lang="en-US" altLang="ja-JP" b="1" dirty="0" smtClean="0">
              <a:ea typeface="ＭＳ Ｐゴシック" pitchFamily="1" charset="-128"/>
            </a:rPr>
            <a:t>Information Leakage and Improper Error Handling </a:t>
          </a:r>
          <a:endParaRPr lang="en-US" b="1" dirty="0"/>
        </a:p>
      </dgm:t>
    </dgm:pt>
    <dgm:pt modelId="{DFCC82B9-B307-4045-991F-0A63623D1F34}" type="parTrans" cxnId="{87367C5A-800E-4ABA-8B2B-CF70A5C89137}">
      <dgm:prSet/>
      <dgm:spPr/>
      <dgm:t>
        <a:bodyPr/>
        <a:lstStyle/>
        <a:p>
          <a:endParaRPr lang="en-US"/>
        </a:p>
      </dgm:t>
    </dgm:pt>
    <dgm:pt modelId="{C306F358-4A0E-4076-9570-D654E65D82B2}" type="sibTrans" cxnId="{87367C5A-800E-4ABA-8B2B-CF70A5C89137}">
      <dgm:prSet/>
      <dgm:spPr/>
      <dgm:t>
        <a:bodyPr/>
        <a:lstStyle/>
        <a:p>
          <a:endParaRPr lang="en-US"/>
        </a:p>
      </dgm:t>
    </dgm:pt>
    <dgm:pt modelId="{9663F371-B772-4846-B2F7-9A7F6EF1936B}">
      <dgm:prSet/>
      <dgm:spPr>
        <a:gradFill flip="none" rotWithShape="0">
          <a:gsLst>
            <a:gs pos="0">
              <a:srgbClr val="339933">
                <a:shade val="30000"/>
                <a:satMod val="115000"/>
              </a:srgbClr>
            </a:gs>
            <a:gs pos="50000">
              <a:srgbClr val="339933">
                <a:shade val="67500"/>
                <a:satMod val="115000"/>
              </a:srgbClr>
            </a:gs>
            <a:gs pos="100000">
              <a:srgbClr val="339933">
                <a:shade val="100000"/>
                <a:satMod val="115000"/>
              </a:srgbClr>
            </a:gs>
          </a:gsLst>
          <a:lin ang="5400000" scaled="1"/>
          <a:tileRect/>
        </a:gradFill>
      </dgm:spPr>
      <dgm:t>
        <a:bodyPr/>
        <a:lstStyle/>
        <a:p>
          <a:pPr rtl="0"/>
          <a:r>
            <a:rPr kumimoji="0" lang="en-US" b="1" i="0" u="none" strike="noStrike" cap="none" spc="0" normalizeH="0" baseline="0" noProof="0" dirty="0" smtClean="0">
              <a:ln/>
              <a:effectLst/>
              <a:uLnTx/>
              <a:uFillTx/>
              <a:latin typeface="+mn-lt"/>
            </a:rPr>
            <a:t>A2: Injection Flaws</a:t>
          </a:r>
        </a:p>
      </dgm:t>
    </dgm:pt>
    <dgm:pt modelId="{90CA7DB5-7617-41CB-B7D2-D1BCC1B12D4D}" type="parTrans" cxnId="{929E3299-9116-4990-B5F4-988532CF1684}">
      <dgm:prSet/>
      <dgm:spPr/>
      <dgm:t>
        <a:bodyPr/>
        <a:lstStyle/>
        <a:p>
          <a:endParaRPr lang="en-US"/>
        </a:p>
      </dgm:t>
    </dgm:pt>
    <dgm:pt modelId="{223AF5C5-6B69-4331-9C4C-A65A6A635D4A}" type="sibTrans" cxnId="{929E3299-9116-4990-B5F4-988532CF1684}">
      <dgm:prSet/>
      <dgm:spPr/>
      <dgm:t>
        <a:bodyPr/>
        <a:lstStyle/>
        <a:p>
          <a:endParaRPr lang="en-US"/>
        </a:p>
      </dgm:t>
    </dgm:pt>
    <dgm:pt modelId="{05B6A14E-A58A-427E-80F5-495E20005676}">
      <dgm:prSet/>
      <dgm:spPr>
        <a:gradFill flip="none" rotWithShape="0">
          <a:gsLst>
            <a:gs pos="0">
              <a:srgbClr val="339933">
                <a:shade val="30000"/>
                <a:satMod val="115000"/>
              </a:srgbClr>
            </a:gs>
            <a:gs pos="50000">
              <a:srgbClr val="339933">
                <a:shade val="67500"/>
                <a:satMod val="115000"/>
              </a:srgbClr>
            </a:gs>
            <a:gs pos="100000">
              <a:srgbClr val="339933">
                <a:shade val="100000"/>
                <a:satMod val="115000"/>
              </a:srgbClr>
            </a:gs>
          </a:gsLst>
          <a:lin ang="5400000" scaled="1"/>
          <a:tileRect/>
        </a:gradFill>
      </dgm:spPr>
      <dgm:t>
        <a:bodyPr/>
        <a:lstStyle/>
        <a:p>
          <a:pPr rtl="0"/>
          <a:r>
            <a:rPr kumimoji="0" lang="en-US" b="1" i="0" u="none" strike="noStrike" cap="none" spc="0" normalizeH="0" baseline="0" noProof="0" dirty="0" smtClean="0">
              <a:ln/>
              <a:effectLst/>
              <a:uLnTx/>
              <a:uFillTx/>
              <a:latin typeface="+mn-lt"/>
            </a:rPr>
            <a:t>A3: Malicious File Execution</a:t>
          </a:r>
        </a:p>
      </dgm:t>
    </dgm:pt>
    <dgm:pt modelId="{2F9BC56F-924A-4353-9F8F-40E52BE6F39F}" type="parTrans" cxnId="{AE4E6705-38DF-4ECA-80E1-760699C4E255}">
      <dgm:prSet/>
      <dgm:spPr/>
      <dgm:t>
        <a:bodyPr/>
        <a:lstStyle/>
        <a:p>
          <a:endParaRPr lang="en-US"/>
        </a:p>
      </dgm:t>
    </dgm:pt>
    <dgm:pt modelId="{E232C4F9-D265-42B7-A469-2C93E3FE3984}" type="sibTrans" cxnId="{AE4E6705-38DF-4ECA-80E1-760699C4E255}">
      <dgm:prSet/>
      <dgm:spPr/>
      <dgm:t>
        <a:bodyPr/>
        <a:lstStyle/>
        <a:p>
          <a:endParaRPr lang="en-US"/>
        </a:p>
      </dgm:t>
    </dgm:pt>
    <dgm:pt modelId="{7FBC627C-7A5D-4F89-A1E1-F66E815CA8A7}">
      <dgm:prSet/>
      <dgm:spPr>
        <a:gradFill flip="none" rotWithShape="0">
          <a:gsLst>
            <a:gs pos="0">
              <a:srgbClr val="339933">
                <a:shade val="30000"/>
                <a:satMod val="115000"/>
              </a:srgbClr>
            </a:gs>
            <a:gs pos="50000">
              <a:srgbClr val="339933">
                <a:shade val="67500"/>
                <a:satMod val="115000"/>
              </a:srgbClr>
            </a:gs>
            <a:gs pos="100000">
              <a:srgbClr val="339933">
                <a:shade val="100000"/>
                <a:satMod val="115000"/>
              </a:srgbClr>
            </a:gs>
          </a:gsLst>
          <a:lin ang="5400000" scaled="1"/>
          <a:tileRect/>
        </a:gradFill>
      </dgm:spPr>
      <dgm:t>
        <a:bodyPr/>
        <a:lstStyle/>
        <a:p>
          <a:pPr rtl="0"/>
          <a:r>
            <a:rPr kumimoji="0" lang="en-US" b="1" i="0" u="none" strike="noStrike" cap="none" spc="0" normalizeH="0" baseline="0" noProof="0" dirty="0" smtClean="0">
              <a:ln/>
              <a:effectLst/>
              <a:uLnTx/>
              <a:uFillTx/>
              <a:latin typeface="+mn-lt"/>
            </a:rPr>
            <a:t>A4: </a:t>
          </a:r>
          <a:r>
            <a:rPr kumimoji="0" lang="en-US" altLang="ja-JP" b="1" i="0" u="none" strike="noStrike" cap="none" spc="0" normalizeH="0" baseline="0" noProof="0" dirty="0" smtClean="0">
              <a:ln/>
              <a:effectLst/>
              <a:uLnTx/>
              <a:uFillTx/>
              <a:latin typeface="+mn-lt"/>
              <a:ea typeface="ＭＳ Ｐゴシック" pitchFamily="1" charset="-128"/>
            </a:rPr>
            <a:t>Insecure Direct Object Reference </a:t>
          </a:r>
          <a:endParaRPr kumimoji="0" lang="en-US" b="1" i="0" u="none" strike="noStrike" cap="none" spc="0" normalizeH="0" baseline="0" noProof="0" dirty="0" smtClean="0">
            <a:ln/>
            <a:effectLst/>
            <a:uLnTx/>
            <a:uFillTx/>
            <a:latin typeface="+mn-lt"/>
          </a:endParaRPr>
        </a:p>
      </dgm:t>
    </dgm:pt>
    <dgm:pt modelId="{C77C0D7A-4688-41D5-A7B6-ECC1745C80BA}" type="parTrans" cxnId="{62F5A9D3-EBF9-4BEC-9613-FD255126CCE1}">
      <dgm:prSet/>
      <dgm:spPr/>
      <dgm:t>
        <a:bodyPr/>
        <a:lstStyle/>
        <a:p>
          <a:endParaRPr lang="en-US"/>
        </a:p>
      </dgm:t>
    </dgm:pt>
    <dgm:pt modelId="{678EE478-5D87-49D0-AC29-0A904E85A9CD}" type="sibTrans" cxnId="{62F5A9D3-EBF9-4BEC-9613-FD255126CCE1}">
      <dgm:prSet/>
      <dgm:spPr/>
      <dgm:t>
        <a:bodyPr/>
        <a:lstStyle/>
        <a:p>
          <a:endParaRPr lang="en-US"/>
        </a:p>
      </dgm:t>
    </dgm:pt>
    <dgm:pt modelId="{C1059736-A6E2-4762-8F49-0456CD8B7C69}">
      <dgm:prSet/>
      <dgm:spPr>
        <a:gradFill flip="none" rotWithShape="0">
          <a:gsLst>
            <a:gs pos="0">
              <a:srgbClr val="339933">
                <a:shade val="30000"/>
                <a:satMod val="115000"/>
              </a:srgbClr>
            </a:gs>
            <a:gs pos="50000">
              <a:srgbClr val="339933">
                <a:shade val="67500"/>
                <a:satMod val="115000"/>
              </a:srgbClr>
            </a:gs>
            <a:gs pos="100000">
              <a:srgbClr val="339933">
                <a:shade val="100000"/>
                <a:satMod val="115000"/>
              </a:srgbClr>
            </a:gs>
          </a:gsLst>
          <a:lin ang="5400000" scaled="1"/>
          <a:tileRect/>
        </a:gradFill>
      </dgm:spPr>
      <dgm:t>
        <a:bodyPr/>
        <a:lstStyle/>
        <a:p>
          <a:pPr rtl="0"/>
          <a:r>
            <a:rPr kumimoji="0" lang="en-US" b="1" i="0" u="none" strike="noStrike" cap="none" spc="0" normalizeH="0" baseline="0" noProof="0" dirty="0" smtClean="0">
              <a:ln/>
              <a:effectLst/>
              <a:uLnTx/>
              <a:uFillTx/>
              <a:latin typeface="+mn-lt"/>
            </a:rPr>
            <a:t>A5: </a:t>
          </a:r>
          <a:r>
            <a:rPr kumimoji="0" lang="en-US" altLang="ja-JP" b="1" i="0" u="none" strike="noStrike" cap="none" spc="0" normalizeH="0" baseline="0" noProof="0" dirty="0" smtClean="0">
              <a:ln/>
              <a:effectLst/>
              <a:uLnTx/>
              <a:uFillTx/>
              <a:latin typeface="+mn-lt"/>
              <a:ea typeface="ＭＳ Ｐゴシック" pitchFamily="1" charset="-128"/>
            </a:rPr>
            <a:t>Cross Site Request Forgery (CSRF) </a:t>
          </a:r>
          <a:endParaRPr kumimoji="0" lang="en-US" b="1" i="0" u="none" strike="noStrike" cap="none" spc="0" normalizeH="0" baseline="0" noProof="0" dirty="0">
            <a:ln/>
            <a:effectLst/>
            <a:uLnTx/>
            <a:uFillTx/>
            <a:latin typeface="+mn-lt"/>
          </a:endParaRPr>
        </a:p>
      </dgm:t>
    </dgm:pt>
    <dgm:pt modelId="{DBCB215F-2702-4FBF-9B10-EE479A00694C}" type="parTrans" cxnId="{63E0B01F-E6B0-4341-846D-AEB7BCF19307}">
      <dgm:prSet/>
      <dgm:spPr/>
      <dgm:t>
        <a:bodyPr/>
        <a:lstStyle/>
        <a:p>
          <a:endParaRPr lang="en-US"/>
        </a:p>
      </dgm:t>
    </dgm:pt>
    <dgm:pt modelId="{C998CC39-D1D3-43DE-8252-4B94A9279E42}" type="sibTrans" cxnId="{63E0B01F-E6B0-4341-846D-AEB7BCF19307}">
      <dgm:prSet/>
      <dgm:spPr/>
      <dgm:t>
        <a:bodyPr/>
        <a:lstStyle/>
        <a:p>
          <a:endParaRPr lang="en-US"/>
        </a:p>
      </dgm:t>
    </dgm:pt>
    <dgm:pt modelId="{FA4512F7-A63A-4F40-B5B4-6004D8EEA2E4}">
      <dgm:prSet/>
      <dgm:spPr>
        <a:gradFill flip="none" rotWithShape="0">
          <a:gsLst>
            <a:gs pos="0">
              <a:srgbClr val="0066CC">
                <a:shade val="30000"/>
                <a:satMod val="115000"/>
              </a:srgbClr>
            </a:gs>
            <a:gs pos="50000">
              <a:srgbClr val="0066CC">
                <a:shade val="67500"/>
                <a:satMod val="115000"/>
              </a:srgbClr>
            </a:gs>
            <a:gs pos="100000">
              <a:srgbClr val="0066CC">
                <a:shade val="100000"/>
                <a:satMod val="115000"/>
              </a:srgbClr>
            </a:gs>
          </a:gsLst>
          <a:lin ang="5400000" scaled="1"/>
          <a:tileRect/>
        </a:gradFill>
      </dgm:spPr>
      <dgm:t>
        <a:bodyPr/>
        <a:lstStyle/>
        <a:p>
          <a:r>
            <a:rPr lang="en-US" b="1" dirty="0" smtClean="0"/>
            <a:t>A7: </a:t>
          </a:r>
          <a:r>
            <a:rPr lang="en-US" altLang="ja-JP" b="1" dirty="0" smtClean="0">
              <a:ea typeface="ＭＳ Ｐゴシック" pitchFamily="1" charset="-128"/>
            </a:rPr>
            <a:t>Broken Authentication and Session Management </a:t>
          </a:r>
          <a:endParaRPr lang="en-US" b="1" dirty="0"/>
        </a:p>
      </dgm:t>
    </dgm:pt>
    <dgm:pt modelId="{D53CD27D-BDD3-444C-AE6A-2311E83F246A}" type="parTrans" cxnId="{A25FC508-31D3-47AB-B526-F240B6F5C2DF}">
      <dgm:prSet/>
      <dgm:spPr/>
      <dgm:t>
        <a:bodyPr/>
        <a:lstStyle/>
        <a:p>
          <a:endParaRPr lang="en-US"/>
        </a:p>
      </dgm:t>
    </dgm:pt>
    <dgm:pt modelId="{F7E858A2-0BF8-451A-8FF3-814E21CFC0A2}" type="sibTrans" cxnId="{A25FC508-31D3-47AB-B526-F240B6F5C2DF}">
      <dgm:prSet/>
      <dgm:spPr/>
      <dgm:t>
        <a:bodyPr/>
        <a:lstStyle/>
        <a:p>
          <a:endParaRPr lang="en-US"/>
        </a:p>
      </dgm:t>
    </dgm:pt>
    <dgm:pt modelId="{5C24D233-3DB0-4C32-81EF-7ACC332CB1F3}">
      <dgm:prSet/>
      <dgm:spPr>
        <a:gradFill flip="none" rotWithShape="0">
          <a:gsLst>
            <a:gs pos="0">
              <a:srgbClr val="0066CC">
                <a:shade val="30000"/>
                <a:satMod val="115000"/>
              </a:srgbClr>
            </a:gs>
            <a:gs pos="50000">
              <a:srgbClr val="0066CC">
                <a:shade val="67500"/>
                <a:satMod val="115000"/>
              </a:srgbClr>
            </a:gs>
            <a:gs pos="100000">
              <a:srgbClr val="0066CC">
                <a:shade val="100000"/>
                <a:satMod val="115000"/>
              </a:srgbClr>
            </a:gs>
          </a:gsLst>
          <a:lin ang="5400000" scaled="1"/>
          <a:tileRect/>
        </a:gradFill>
      </dgm:spPr>
      <dgm:t>
        <a:bodyPr/>
        <a:lstStyle/>
        <a:p>
          <a:r>
            <a:rPr lang="en-US" b="1" dirty="0" smtClean="0"/>
            <a:t>A8: Insecure Cryptographic Storage</a:t>
          </a:r>
          <a:endParaRPr lang="en-US" b="1" dirty="0"/>
        </a:p>
      </dgm:t>
    </dgm:pt>
    <dgm:pt modelId="{F5591FC6-FDE3-41DF-8680-4B5B59B25A82}" type="parTrans" cxnId="{CA5F0586-67E5-44E0-94E6-0C3E3514C615}">
      <dgm:prSet/>
      <dgm:spPr/>
      <dgm:t>
        <a:bodyPr/>
        <a:lstStyle/>
        <a:p>
          <a:endParaRPr lang="en-US"/>
        </a:p>
      </dgm:t>
    </dgm:pt>
    <dgm:pt modelId="{E603982F-10ED-4D46-B99D-396ABE011015}" type="sibTrans" cxnId="{CA5F0586-67E5-44E0-94E6-0C3E3514C615}">
      <dgm:prSet/>
      <dgm:spPr/>
      <dgm:t>
        <a:bodyPr/>
        <a:lstStyle/>
        <a:p>
          <a:endParaRPr lang="en-US"/>
        </a:p>
      </dgm:t>
    </dgm:pt>
    <dgm:pt modelId="{84B38A77-F4AB-48EC-BE27-B8F2C8B986E2}">
      <dgm:prSet/>
      <dgm:spPr>
        <a:gradFill flip="none" rotWithShape="0">
          <a:gsLst>
            <a:gs pos="0">
              <a:srgbClr val="0066CC">
                <a:shade val="30000"/>
                <a:satMod val="115000"/>
              </a:srgbClr>
            </a:gs>
            <a:gs pos="50000">
              <a:srgbClr val="0066CC">
                <a:shade val="67500"/>
                <a:satMod val="115000"/>
              </a:srgbClr>
            </a:gs>
            <a:gs pos="100000">
              <a:srgbClr val="0066CC">
                <a:shade val="100000"/>
                <a:satMod val="115000"/>
              </a:srgbClr>
            </a:gs>
          </a:gsLst>
          <a:lin ang="5400000" scaled="1"/>
          <a:tileRect/>
        </a:gradFill>
      </dgm:spPr>
      <dgm:t>
        <a:bodyPr/>
        <a:lstStyle/>
        <a:p>
          <a:r>
            <a:rPr lang="en-US" b="1" dirty="0" smtClean="0"/>
            <a:t>A9: Insecure Communications</a:t>
          </a:r>
          <a:endParaRPr lang="en-US" b="1" dirty="0"/>
        </a:p>
      </dgm:t>
    </dgm:pt>
    <dgm:pt modelId="{6AD7C044-BEFE-43E1-AF8D-75816B83B709}" type="parTrans" cxnId="{2925D981-E56F-46C4-AE56-96FB49841DB6}">
      <dgm:prSet/>
      <dgm:spPr/>
      <dgm:t>
        <a:bodyPr/>
        <a:lstStyle/>
        <a:p>
          <a:endParaRPr lang="en-US"/>
        </a:p>
      </dgm:t>
    </dgm:pt>
    <dgm:pt modelId="{52E71ADB-8DE7-48E6-8ED5-C1EE6B7F6519}" type="sibTrans" cxnId="{2925D981-E56F-46C4-AE56-96FB49841DB6}">
      <dgm:prSet/>
      <dgm:spPr/>
      <dgm:t>
        <a:bodyPr/>
        <a:lstStyle/>
        <a:p>
          <a:endParaRPr lang="en-US"/>
        </a:p>
      </dgm:t>
    </dgm:pt>
    <dgm:pt modelId="{231AA091-BC50-4CB1-B212-84DF97C37E43}">
      <dgm:prSet/>
      <dgm:spPr>
        <a:gradFill flip="none" rotWithShape="0">
          <a:gsLst>
            <a:gs pos="0">
              <a:srgbClr val="0066CC">
                <a:shade val="30000"/>
                <a:satMod val="115000"/>
              </a:srgbClr>
            </a:gs>
            <a:gs pos="50000">
              <a:srgbClr val="0066CC">
                <a:shade val="67500"/>
                <a:satMod val="115000"/>
              </a:srgbClr>
            </a:gs>
            <a:gs pos="100000">
              <a:srgbClr val="0066CC">
                <a:shade val="100000"/>
                <a:satMod val="115000"/>
              </a:srgbClr>
            </a:gs>
          </a:gsLst>
          <a:lin ang="5400000" scaled="1"/>
          <a:tileRect/>
        </a:gradFill>
      </dgm:spPr>
      <dgm:t>
        <a:bodyPr/>
        <a:lstStyle/>
        <a:p>
          <a:r>
            <a:rPr lang="en-US" b="1" dirty="0" smtClean="0"/>
            <a:t>A10: </a:t>
          </a:r>
          <a:r>
            <a:rPr lang="en-US" altLang="ja-JP" b="1" dirty="0" smtClean="0">
              <a:ea typeface="ＭＳ Ｐゴシック" pitchFamily="1" charset="-128"/>
            </a:rPr>
            <a:t>Failure to Restrict URL Access</a:t>
          </a:r>
          <a:endParaRPr lang="en-US" b="1" dirty="0"/>
        </a:p>
      </dgm:t>
    </dgm:pt>
    <dgm:pt modelId="{DFD4E4B3-889C-44E4-98F7-CDE5F5A9E369}" type="parTrans" cxnId="{395778C8-53B7-4ABA-B003-A8A213D8106E}">
      <dgm:prSet/>
      <dgm:spPr/>
      <dgm:t>
        <a:bodyPr/>
        <a:lstStyle/>
        <a:p>
          <a:endParaRPr lang="en-US"/>
        </a:p>
      </dgm:t>
    </dgm:pt>
    <dgm:pt modelId="{A9F48C2C-FB58-44F1-8762-0ACF43D4AFFD}" type="sibTrans" cxnId="{395778C8-53B7-4ABA-B003-A8A213D8106E}">
      <dgm:prSet/>
      <dgm:spPr/>
      <dgm:t>
        <a:bodyPr/>
        <a:lstStyle/>
        <a:p>
          <a:endParaRPr lang="en-US"/>
        </a:p>
      </dgm:t>
    </dgm:pt>
    <dgm:pt modelId="{E1CE3EE4-2936-4D8B-92A3-E104BE0FAA24}" type="pres">
      <dgm:prSet presAssocID="{267281CF-8B67-4D2B-AFDC-72ADEAA7440C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AD2E9B06-A06B-443C-83A3-58564550A9C4}" type="pres">
      <dgm:prSet presAssocID="{64169CBD-621B-41AC-8098-190EB836285B}" presName="node" presStyleLbl="node1" presStyleIdx="0" presStyleCnt="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30A05D7-A3A0-471E-BE40-D9A5641B2C43}" type="pres">
      <dgm:prSet presAssocID="{55DCDCCE-3CAF-428A-ABFC-A8BC8FEF6AA5}" presName="sibTrans" presStyleCnt="0"/>
      <dgm:spPr/>
    </dgm:pt>
    <dgm:pt modelId="{0B0642AB-CD2F-4304-92EE-1406BB4F87A3}" type="pres">
      <dgm:prSet presAssocID="{9663F371-B772-4846-B2F7-9A7F6EF1936B}" presName="node" presStyleLbl="node1" presStyleIdx="1" presStyleCnt="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DFD8BCE-1200-47FE-A80E-A8A13BE5E000}" type="pres">
      <dgm:prSet presAssocID="{223AF5C5-6B69-4331-9C4C-A65A6A635D4A}" presName="sibTrans" presStyleCnt="0"/>
      <dgm:spPr/>
    </dgm:pt>
    <dgm:pt modelId="{049F4145-C84A-42C6-8C4A-A73F5D1F13B1}" type="pres">
      <dgm:prSet presAssocID="{05B6A14E-A58A-427E-80F5-495E20005676}" presName="node" presStyleLbl="node1" presStyleIdx="2" presStyleCnt="10" custLinFactNeighborX="-316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3238806-E393-4882-A18C-F18C628330C0}" type="pres">
      <dgm:prSet presAssocID="{E232C4F9-D265-42B7-A469-2C93E3FE3984}" presName="sibTrans" presStyleCnt="0"/>
      <dgm:spPr/>
    </dgm:pt>
    <dgm:pt modelId="{C3E7A39C-1CAB-4280-9674-550D9EBD3664}" type="pres">
      <dgm:prSet presAssocID="{7FBC627C-7A5D-4F89-A1E1-F66E815CA8A7}" presName="node" presStyleLbl="node1" presStyleIdx="3" presStyleCnt="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31C115E-C0A7-4720-AB3F-606E25B53088}" type="pres">
      <dgm:prSet presAssocID="{678EE478-5D87-49D0-AC29-0A904E85A9CD}" presName="sibTrans" presStyleCnt="0"/>
      <dgm:spPr/>
    </dgm:pt>
    <dgm:pt modelId="{E75F8F30-3FA0-429A-A777-BC11F620C600}" type="pres">
      <dgm:prSet presAssocID="{C1059736-A6E2-4762-8F49-0456CD8B7C69}" presName="node" presStyleLbl="node1" presStyleIdx="4" presStyleCnt="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2B5463B-623E-4AEB-A7DB-47178B6C71AF}" type="pres">
      <dgm:prSet presAssocID="{C998CC39-D1D3-43DE-8252-4B94A9279E42}" presName="sibTrans" presStyleCnt="0"/>
      <dgm:spPr/>
    </dgm:pt>
    <dgm:pt modelId="{764C6158-AD60-4271-9C65-2ABDF85CAA50}" type="pres">
      <dgm:prSet presAssocID="{8BCDC084-67CA-4889-BB16-FDAA18262BAD}" presName="node" presStyleLbl="node1" presStyleIdx="5" presStyleCnt="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4B07B39-8E48-404A-8551-E175E2765349}" type="pres">
      <dgm:prSet presAssocID="{C306F358-4A0E-4076-9570-D654E65D82B2}" presName="sibTrans" presStyleCnt="0"/>
      <dgm:spPr/>
    </dgm:pt>
    <dgm:pt modelId="{EA75EA57-6CCA-4563-87BD-023630ABCFA8}" type="pres">
      <dgm:prSet presAssocID="{FA4512F7-A63A-4F40-B5B4-6004D8EEA2E4}" presName="node" presStyleLbl="node1" presStyleIdx="6" presStyleCnt="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D5A4703-D8B9-4D1C-8A2E-D5D54AE747D3}" type="pres">
      <dgm:prSet presAssocID="{F7E858A2-0BF8-451A-8FF3-814E21CFC0A2}" presName="sibTrans" presStyleCnt="0"/>
      <dgm:spPr/>
    </dgm:pt>
    <dgm:pt modelId="{7EE8E211-C96C-4DF9-8900-734142B29595}" type="pres">
      <dgm:prSet presAssocID="{5C24D233-3DB0-4C32-81EF-7ACC332CB1F3}" presName="node" presStyleLbl="node1" presStyleIdx="7" presStyleCnt="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9E71F50-CD50-47B8-B891-E1981D4DA6A9}" type="pres">
      <dgm:prSet presAssocID="{E603982F-10ED-4D46-B99D-396ABE011015}" presName="sibTrans" presStyleCnt="0"/>
      <dgm:spPr/>
    </dgm:pt>
    <dgm:pt modelId="{9F4DF532-F70D-4CBC-9753-6C2F6F868710}" type="pres">
      <dgm:prSet presAssocID="{84B38A77-F4AB-48EC-BE27-B8F2C8B986E2}" presName="node" presStyleLbl="node1" presStyleIdx="8" presStyleCnt="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F457B4E-5EEE-4031-B81A-F296B6207577}" type="pres">
      <dgm:prSet presAssocID="{52E71ADB-8DE7-48E6-8ED5-C1EE6B7F6519}" presName="sibTrans" presStyleCnt="0"/>
      <dgm:spPr/>
    </dgm:pt>
    <dgm:pt modelId="{AB8EC8CA-2DD9-43B0-BAC8-DBF5D6A86196}" type="pres">
      <dgm:prSet presAssocID="{231AA091-BC50-4CB1-B212-84DF97C37E43}" presName="node" presStyleLbl="node1" presStyleIdx="9" presStyleCnt="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D9A59D94-8B0D-4B1B-887D-ED75C1ABF165}" type="presOf" srcId="{05B6A14E-A58A-427E-80F5-495E20005676}" destId="{049F4145-C84A-42C6-8C4A-A73F5D1F13B1}" srcOrd="0" destOrd="0" presId="urn:microsoft.com/office/officeart/2005/8/layout/default"/>
    <dgm:cxn modelId="{CA5F0586-67E5-44E0-94E6-0C3E3514C615}" srcId="{267281CF-8B67-4D2B-AFDC-72ADEAA7440C}" destId="{5C24D233-3DB0-4C32-81EF-7ACC332CB1F3}" srcOrd="7" destOrd="0" parTransId="{F5591FC6-FDE3-41DF-8680-4B5B59B25A82}" sibTransId="{E603982F-10ED-4D46-B99D-396ABE011015}"/>
    <dgm:cxn modelId="{C2AB03BA-622F-417D-A435-E141CFEA6C19}" type="presOf" srcId="{267281CF-8B67-4D2B-AFDC-72ADEAA7440C}" destId="{E1CE3EE4-2936-4D8B-92A3-E104BE0FAA24}" srcOrd="0" destOrd="0" presId="urn:microsoft.com/office/officeart/2005/8/layout/default"/>
    <dgm:cxn modelId="{1F82B2E4-C224-4ABB-9943-AF2708D0F5B7}" type="presOf" srcId="{C1059736-A6E2-4762-8F49-0456CD8B7C69}" destId="{E75F8F30-3FA0-429A-A777-BC11F620C600}" srcOrd="0" destOrd="0" presId="urn:microsoft.com/office/officeart/2005/8/layout/default"/>
    <dgm:cxn modelId="{62F5A9D3-EBF9-4BEC-9613-FD255126CCE1}" srcId="{267281CF-8B67-4D2B-AFDC-72ADEAA7440C}" destId="{7FBC627C-7A5D-4F89-A1E1-F66E815CA8A7}" srcOrd="3" destOrd="0" parTransId="{C77C0D7A-4688-41D5-A7B6-ECC1745C80BA}" sibTransId="{678EE478-5D87-49D0-AC29-0A904E85A9CD}"/>
    <dgm:cxn modelId="{22448F82-E160-4FAD-A3E0-417B6DCC958F}" type="presOf" srcId="{5C24D233-3DB0-4C32-81EF-7ACC332CB1F3}" destId="{7EE8E211-C96C-4DF9-8900-734142B29595}" srcOrd="0" destOrd="0" presId="urn:microsoft.com/office/officeart/2005/8/layout/default"/>
    <dgm:cxn modelId="{A25FC508-31D3-47AB-B526-F240B6F5C2DF}" srcId="{267281CF-8B67-4D2B-AFDC-72ADEAA7440C}" destId="{FA4512F7-A63A-4F40-B5B4-6004D8EEA2E4}" srcOrd="6" destOrd="0" parTransId="{D53CD27D-BDD3-444C-AE6A-2311E83F246A}" sibTransId="{F7E858A2-0BF8-451A-8FF3-814E21CFC0A2}"/>
    <dgm:cxn modelId="{929E3299-9116-4990-B5F4-988532CF1684}" srcId="{267281CF-8B67-4D2B-AFDC-72ADEAA7440C}" destId="{9663F371-B772-4846-B2F7-9A7F6EF1936B}" srcOrd="1" destOrd="0" parTransId="{90CA7DB5-7617-41CB-B7D2-D1BCC1B12D4D}" sibTransId="{223AF5C5-6B69-4331-9C4C-A65A6A635D4A}"/>
    <dgm:cxn modelId="{2925D981-E56F-46C4-AE56-96FB49841DB6}" srcId="{267281CF-8B67-4D2B-AFDC-72ADEAA7440C}" destId="{84B38A77-F4AB-48EC-BE27-B8F2C8B986E2}" srcOrd="8" destOrd="0" parTransId="{6AD7C044-BEFE-43E1-AF8D-75816B83B709}" sibTransId="{52E71ADB-8DE7-48E6-8ED5-C1EE6B7F6519}"/>
    <dgm:cxn modelId="{FEDF85C9-E895-46B8-B8FD-967A84ACB9B4}" type="presOf" srcId="{8BCDC084-67CA-4889-BB16-FDAA18262BAD}" destId="{764C6158-AD60-4271-9C65-2ABDF85CAA50}" srcOrd="0" destOrd="0" presId="urn:microsoft.com/office/officeart/2005/8/layout/default"/>
    <dgm:cxn modelId="{E8FA1B3E-891C-44F5-8B95-213F7D5CE5C0}" srcId="{267281CF-8B67-4D2B-AFDC-72ADEAA7440C}" destId="{64169CBD-621B-41AC-8098-190EB836285B}" srcOrd="0" destOrd="0" parTransId="{C2478B4C-85CC-4B56-8035-A1D085B2572C}" sibTransId="{55DCDCCE-3CAF-428A-ABFC-A8BC8FEF6AA5}"/>
    <dgm:cxn modelId="{AE4E6705-38DF-4ECA-80E1-760699C4E255}" srcId="{267281CF-8B67-4D2B-AFDC-72ADEAA7440C}" destId="{05B6A14E-A58A-427E-80F5-495E20005676}" srcOrd="2" destOrd="0" parTransId="{2F9BC56F-924A-4353-9F8F-40E52BE6F39F}" sibTransId="{E232C4F9-D265-42B7-A469-2C93E3FE3984}"/>
    <dgm:cxn modelId="{A33B1EBD-54A3-4542-BFD8-A6B8F46D8D82}" type="presOf" srcId="{7FBC627C-7A5D-4F89-A1E1-F66E815CA8A7}" destId="{C3E7A39C-1CAB-4280-9674-550D9EBD3664}" srcOrd="0" destOrd="0" presId="urn:microsoft.com/office/officeart/2005/8/layout/default"/>
    <dgm:cxn modelId="{BAFB27D7-694D-4CD5-8340-83F2CC4F7AE1}" type="presOf" srcId="{231AA091-BC50-4CB1-B212-84DF97C37E43}" destId="{AB8EC8CA-2DD9-43B0-BAC8-DBF5D6A86196}" srcOrd="0" destOrd="0" presId="urn:microsoft.com/office/officeart/2005/8/layout/default"/>
    <dgm:cxn modelId="{5C9CA14D-26FA-4FCE-86B9-1F06B65FA6A4}" type="presOf" srcId="{FA4512F7-A63A-4F40-B5B4-6004D8EEA2E4}" destId="{EA75EA57-6CCA-4563-87BD-023630ABCFA8}" srcOrd="0" destOrd="0" presId="urn:microsoft.com/office/officeart/2005/8/layout/default"/>
    <dgm:cxn modelId="{395778C8-53B7-4ABA-B003-A8A213D8106E}" srcId="{267281CF-8B67-4D2B-AFDC-72ADEAA7440C}" destId="{231AA091-BC50-4CB1-B212-84DF97C37E43}" srcOrd="9" destOrd="0" parTransId="{DFD4E4B3-889C-44E4-98F7-CDE5F5A9E369}" sibTransId="{A9F48C2C-FB58-44F1-8762-0ACF43D4AFFD}"/>
    <dgm:cxn modelId="{482F59AD-F897-474F-ADED-8504104A3DFD}" type="presOf" srcId="{9663F371-B772-4846-B2F7-9A7F6EF1936B}" destId="{0B0642AB-CD2F-4304-92EE-1406BB4F87A3}" srcOrd="0" destOrd="0" presId="urn:microsoft.com/office/officeart/2005/8/layout/default"/>
    <dgm:cxn modelId="{63E0B01F-E6B0-4341-846D-AEB7BCF19307}" srcId="{267281CF-8B67-4D2B-AFDC-72ADEAA7440C}" destId="{C1059736-A6E2-4762-8F49-0456CD8B7C69}" srcOrd="4" destOrd="0" parTransId="{DBCB215F-2702-4FBF-9B10-EE479A00694C}" sibTransId="{C998CC39-D1D3-43DE-8252-4B94A9279E42}"/>
    <dgm:cxn modelId="{87367C5A-800E-4ABA-8B2B-CF70A5C89137}" srcId="{267281CF-8B67-4D2B-AFDC-72ADEAA7440C}" destId="{8BCDC084-67CA-4889-BB16-FDAA18262BAD}" srcOrd="5" destOrd="0" parTransId="{DFCC82B9-B307-4045-991F-0A63623D1F34}" sibTransId="{C306F358-4A0E-4076-9570-D654E65D82B2}"/>
    <dgm:cxn modelId="{0984E591-8ADA-4E90-BE2F-C43078E73A93}" type="presOf" srcId="{84B38A77-F4AB-48EC-BE27-B8F2C8B986E2}" destId="{9F4DF532-F70D-4CBC-9753-6C2F6F868710}" srcOrd="0" destOrd="0" presId="urn:microsoft.com/office/officeart/2005/8/layout/default"/>
    <dgm:cxn modelId="{820F3425-1107-4309-985C-462453FEA396}" type="presOf" srcId="{64169CBD-621B-41AC-8098-190EB836285B}" destId="{AD2E9B06-A06B-443C-83A3-58564550A9C4}" srcOrd="0" destOrd="0" presId="urn:microsoft.com/office/officeart/2005/8/layout/default"/>
    <dgm:cxn modelId="{B5466CC3-1C24-417C-B190-C784D1AF6C72}" type="presParOf" srcId="{E1CE3EE4-2936-4D8B-92A3-E104BE0FAA24}" destId="{AD2E9B06-A06B-443C-83A3-58564550A9C4}" srcOrd="0" destOrd="0" presId="urn:microsoft.com/office/officeart/2005/8/layout/default"/>
    <dgm:cxn modelId="{2041231F-1FF0-42C9-815B-403F6078559A}" type="presParOf" srcId="{E1CE3EE4-2936-4D8B-92A3-E104BE0FAA24}" destId="{A30A05D7-A3A0-471E-BE40-D9A5641B2C43}" srcOrd="1" destOrd="0" presId="urn:microsoft.com/office/officeart/2005/8/layout/default"/>
    <dgm:cxn modelId="{8914555A-087F-4142-ABDE-9F6406F71C19}" type="presParOf" srcId="{E1CE3EE4-2936-4D8B-92A3-E104BE0FAA24}" destId="{0B0642AB-CD2F-4304-92EE-1406BB4F87A3}" srcOrd="2" destOrd="0" presId="urn:microsoft.com/office/officeart/2005/8/layout/default"/>
    <dgm:cxn modelId="{EFE3448D-B40D-4635-A7F5-ABB25B77AB76}" type="presParOf" srcId="{E1CE3EE4-2936-4D8B-92A3-E104BE0FAA24}" destId="{3DFD8BCE-1200-47FE-A80E-A8A13BE5E000}" srcOrd="3" destOrd="0" presId="urn:microsoft.com/office/officeart/2005/8/layout/default"/>
    <dgm:cxn modelId="{E2B8DFE0-C948-4EB8-8CC1-B69F2BACBAFB}" type="presParOf" srcId="{E1CE3EE4-2936-4D8B-92A3-E104BE0FAA24}" destId="{049F4145-C84A-42C6-8C4A-A73F5D1F13B1}" srcOrd="4" destOrd="0" presId="urn:microsoft.com/office/officeart/2005/8/layout/default"/>
    <dgm:cxn modelId="{880E9377-D2D4-4B1A-B2B2-CA432280604C}" type="presParOf" srcId="{E1CE3EE4-2936-4D8B-92A3-E104BE0FAA24}" destId="{83238806-E393-4882-A18C-F18C628330C0}" srcOrd="5" destOrd="0" presId="urn:microsoft.com/office/officeart/2005/8/layout/default"/>
    <dgm:cxn modelId="{514C942F-C3EE-41ED-AE51-3EB14812CE9E}" type="presParOf" srcId="{E1CE3EE4-2936-4D8B-92A3-E104BE0FAA24}" destId="{C3E7A39C-1CAB-4280-9674-550D9EBD3664}" srcOrd="6" destOrd="0" presId="urn:microsoft.com/office/officeart/2005/8/layout/default"/>
    <dgm:cxn modelId="{AAEDC487-C419-4B87-978B-47F144E4BCDA}" type="presParOf" srcId="{E1CE3EE4-2936-4D8B-92A3-E104BE0FAA24}" destId="{931C115E-C0A7-4720-AB3F-606E25B53088}" srcOrd="7" destOrd="0" presId="urn:microsoft.com/office/officeart/2005/8/layout/default"/>
    <dgm:cxn modelId="{20F4B72F-DF73-4B65-9E51-90135D3095F2}" type="presParOf" srcId="{E1CE3EE4-2936-4D8B-92A3-E104BE0FAA24}" destId="{E75F8F30-3FA0-429A-A777-BC11F620C600}" srcOrd="8" destOrd="0" presId="urn:microsoft.com/office/officeart/2005/8/layout/default"/>
    <dgm:cxn modelId="{18E9F7F3-EBF7-48FA-A8FE-3A793B8A879F}" type="presParOf" srcId="{E1CE3EE4-2936-4D8B-92A3-E104BE0FAA24}" destId="{52B5463B-623E-4AEB-A7DB-47178B6C71AF}" srcOrd="9" destOrd="0" presId="urn:microsoft.com/office/officeart/2005/8/layout/default"/>
    <dgm:cxn modelId="{084D6BA4-10AA-4A1A-B98E-A804A6990F09}" type="presParOf" srcId="{E1CE3EE4-2936-4D8B-92A3-E104BE0FAA24}" destId="{764C6158-AD60-4271-9C65-2ABDF85CAA50}" srcOrd="10" destOrd="0" presId="urn:microsoft.com/office/officeart/2005/8/layout/default"/>
    <dgm:cxn modelId="{C77170AF-744B-496A-BC74-31DBF537ECDB}" type="presParOf" srcId="{E1CE3EE4-2936-4D8B-92A3-E104BE0FAA24}" destId="{14B07B39-8E48-404A-8551-E175E2765349}" srcOrd="11" destOrd="0" presId="urn:microsoft.com/office/officeart/2005/8/layout/default"/>
    <dgm:cxn modelId="{F5E8A053-3718-4E5E-BE49-F3C64248CE64}" type="presParOf" srcId="{E1CE3EE4-2936-4D8B-92A3-E104BE0FAA24}" destId="{EA75EA57-6CCA-4563-87BD-023630ABCFA8}" srcOrd="12" destOrd="0" presId="urn:microsoft.com/office/officeart/2005/8/layout/default"/>
    <dgm:cxn modelId="{E3A88824-B1C8-4079-BFAF-6CABC947EC93}" type="presParOf" srcId="{E1CE3EE4-2936-4D8B-92A3-E104BE0FAA24}" destId="{3D5A4703-D8B9-4D1C-8A2E-D5D54AE747D3}" srcOrd="13" destOrd="0" presId="urn:microsoft.com/office/officeart/2005/8/layout/default"/>
    <dgm:cxn modelId="{BCD38E07-5DDC-4951-ACE5-FA675FC25E20}" type="presParOf" srcId="{E1CE3EE4-2936-4D8B-92A3-E104BE0FAA24}" destId="{7EE8E211-C96C-4DF9-8900-734142B29595}" srcOrd="14" destOrd="0" presId="urn:microsoft.com/office/officeart/2005/8/layout/default"/>
    <dgm:cxn modelId="{0C752522-88F6-4CF8-9993-247B53BB74B1}" type="presParOf" srcId="{E1CE3EE4-2936-4D8B-92A3-E104BE0FAA24}" destId="{E9E71F50-CD50-47B8-B891-E1981D4DA6A9}" srcOrd="15" destOrd="0" presId="urn:microsoft.com/office/officeart/2005/8/layout/default"/>
    <dgm:cxn modelId="{573872DE-8046-4F33-AF09-01DC7244322A}" type="presParOf" srcId="{E1CE3EE4-2936-4D8B-92A3-E104BE0FAA24}" destId="{9F4DF532-F70D-4CBC-9753-6C2F6F868710}" srcOrd="16" destOrd="0" presId="urn:microsoft.com/office/officeart/2005/8/layout/default"/>
    <dgm:cxn modelId="{0493B74F-6D19-4BCE-83D3-BC9674D75FFB}" type="presParOf" srcId="{E1CE3EE4-2936-4D8B-92A3-E104BE0FAA24}" destId="{BF457B4E-5EEE-4031-B81A-F296B6207577}" srcOrd="17" destOrd="0" presId="urn:microsoft.com/office/officeart/2005/8/layout/default"/>
    <dgm:cxn modelId="{170DFFA5-C98B-4C32-9B89-878555C37FB1}" type="presParOf" srcId="{E1CE3EE4-2936-4D8B-92A3-E104BE0FAA24}" destId="{AB8EC8CA-2DD9-43B0-BAC8-DBF5D6A86196}" srcOrd="1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AD2E9B06-A06B-443C-83A3-58564550A9C4}">
      <dsp:nvSpPr>
        <dsp:cNvPr id="0" name=""/>
        <dsp:cNvSpPr/>
      </dsp:nvSpPr>
      <dsp:spPr>
        <a:xfrm>
          <a:off x="2678" y="344090"/>
          <a:ext cx="2125265" cy="1275159"/>
        </a:xfrm>
        <a:prstGeom prst="rect">
          <a:avLst/>
        </a:prstGeom>
        <a:gradFill flip="none" rotWithShape="0">
          <a:gsLst>
            <a:gs pos="0">
              <a:srgbClr val="339933">
                <a:shade val="30000"/>
                <a:satMod val="115000"/>
              </a:srgbClr>
            </a:gs>
            <a:gs pos="50000">
              <a:srgbClr val="339933">
                <a:shade val="67500"/>
                <a:satMod val="115000"/>
              </a:srgbClr>
            </a:gs>
            <a:gs pos="100000">
              <a:srgbClr val="339933">
                <a:shade val="100000"/>
                <a:satMod val="115000"/>
              </a:srgbClr>
            </a:gs>
          </a:gsLst>
          <a:lin ang="5400000" scaled="1"/>
          <a:tileRect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kumimoji="0" lang="en-US" sz="1700" b="1" i="0" u="none" strike="noStrike" kern="1200" cap="none" spc="0" normalizeH="0" baseline="0" noProof="0" dirty="0" smtClean="0">
              <a:ln/>
              <a:effectLst/>
              <a:uLnTx/>
              <a:uFillTx/>
              <a:latin typeface="+mn-lt"/>
            </a:rPr>
            <a:t>A1: Cross Site Scripting (XSS)</a:t>
          </a:r>
          <a:endParaRPr lang="en-US" sz="1700" b="1" kern="1200" dirty="0"/>
        </a:p>
      </dsp:txBody>
      <dsp:txXfrm>
        <a:off x="2678" y="344090"/>
        <a:ext cx="2125265" cy="1275159"/>
      </dsp:txXfrm>
    </dsp:sp>
    <dsp:sp modelId="{0B0642AB-CD2F-4304-92EE-1406BB4F87A3}">
      <dsp:nvSpPr>
        <dsp:cNvPr id="0" name=""/>
        <dsp:cNvSpPr/>
      </dsp:nvSpPr>
      <dsp:spPr>
        <a:xfrm>
          <a:off x="2340471" y="344090"/>
          <a:ext cx="2125265" cy="1275159"/>
        </a:xfrm>
        <a:prstGeom prst="rect">
          <a:avLst/>
        </a:prstGeom>
        <a:gradFill flip="none" rotWithShape="0">
          <a:gsLst>
            <a:gs pos="0">
              <a:srgbClr val="339933">
                <a:shade val="30000"/>
                <a:satMod val="115000"/>
              </a:srgbClr>
            </a:gs>
            <a:gs pos="50000">
              <a:srgbClr val="339933">
                <a:shade val="67500"/>
                <a:satMod val="115000"/>
              </a:srgbClr>
            </a:gs>
            <a:gs pos="100000">
              <a:srgbClr val="339933">
                <a:shade val="100000"/>
                <a:satMod val="115000"/>
              </a:srgbClr>
            </a:gs>
          </a:gsLst>
          <a:lin ang="5400000" scaled="1"/>
          <a:tileRect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kumimoji="0" lang="en-US" sz="1700" b="1" i="0" u="none" strike="noStrike" kern="1200" cap="none" spc="0" normalizeH="0" baseline="0" noProof="0" dirty="0" smtClean="0">
              <a:ln/>
              <a:effectLst/>
              <a:uLnTx/>
              <a:uFillTx/>
              <a:latin typeface="+mn-lt"/>
            </a:rPr>
            <a:t>A2: Injection Flaws</a:t>
          </a:r>
        </a:p>
      </dsp:txBody>
      <dsp:txXfrm>
        <a:off x="2340471" y="344090"/>
        <a:ext cx="2125265" cy="1275159"/>
      </dsp:txXfrm>
    </dsp:sp>
    <dsp:sp modelId="{049F4145-C84A-42C6-8C4A-A73F5D1F13B1}">
      <dsp:nvSpPr>
        <dsp:cNvPr id="0" name=""/>
        <dsp:cNvSpPr/>
      </dsp:nvSpPr>
      <dsp:spPr>
        <a:xfrm>
          <a:off x="4611083" y="344090"/>
          <a:ext cx="2125265" cy="1275159"/>
        </a:xfrm>
        <a:prstGeom prst="rect">
          <a:avLst/>
        </a:prstGeom>
        <a:gradFill flip="none" rotWithShape="0">
          <a:gsLst>
            <a:gs pos="0">
              <a:srgbClr val="339933">
                <a:shade val="30000"/>
                <a:satMod val="115000"/>
              </a:srgbClr>
            </a:gs>
            <a:gs pos="50000">
              <a:srgbClr val="339933">
                <a:shade val="67500"/>
                <a:satMod val="115000"/>
              </a:srgbClr>
            </a:gs>
            <a:gs pos="100000">
              <a:srgbClr val="339933">
                <a:shade val="100000"/>
                <a:satMod val="115000"/>
              </a:srgbClr>
            </a:gs>
          </a:gsLst>
          <a:lin ang="5400000" scaled="1"/>
          <a:tileRect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kumimoji="0" lang="en-US" sz="1700" b="1" i="0" u="none" strike="noStrike" kern="1200" cap="none" spc="0" normalizeH="0" baseline="0" noProof="0" dirty="0" smtClean="0">
              <a:ln/>
              <a:effectLst/>
              <a:uLnTx/>
              <a:uFillTx/>
              <a:latin typeface="+mn-lt"/>
            </a:rPr>
            <a:t>A3: Malicious File Execution</a:t>
          </a:r>
        </a:p>
      </dsp:txBody>
      <dsp:txXfrm>
        <a:off x="4611083" y="344090"/>
        <a:ext cx="2125265" cy="1275159"/>
      </dsp:txXfrm>
    </dsp:sp>
    <dsp:sp modelId="{C3E7A39C-1CAB-4280-9674-550D9EBD3664}">
      <dsp:nvSpPr>
        <dsp:cNvPr id="0" name=""/>
        <dsp:cNvSpPr/>
      </dsp:nvSpPr>
      <dsp:spPr>
        <a:xfrm>
          <a:off x="7016055" y="344090"/>
          <a:ext cx="2125265" cy="1275159"/>
        </a:xfrm>
        <a:prstGeom prst="rect">
          <a:avLst/>
        </a:prstGeom>
        <a:gradFill flip="none" rotWithShape="0">
          <a:gsLst>
            <a:gs pos="0">
              <a:srgbClr val="339933">
                <a:shade val="30000"/>
                <a:satMod val="115000"/>
              </a:srgbClr>
            </a:gs>
            <a:gs pos="50000">
              <a:srgbClr val="339933">
                <a:shade val="67500"/>
                <a:satMod val="115000"/>
              </a:srgbClr>
            </a:gs>
            <a:gs pos="100000">
              <a:srgbClr val="339933">
                <a:shade val="100000"/>
                <a:satMod val="115000"/>
              </a:srgbClr>
            </a:gs>
          </a:gsLst>
          <a:lin ang="5400000" scaled="1"/>
          <a:tileRect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kumimoji="0" lang="en-US" sz="1700" b="1" i="0" u="none" strike="noStrike" kern="1200" cap="none" spc="0" normalizeH="0" baseline="0" noProof="0" dirty="0" smtClean="0">
              <a:ln/>
              <a:effectLst/>
              <a:uLnTx/>
              <a:uFillTx/>
              <a:latin typeface="+mn-lt"/>
            </a:rPr>
            <a:t>A4: </a:t>
          </a:r>
          <a:r>
            <a:rPr kumimoji="0" lang="en-US" altLang="ja-JP" sz="1700" b="1" i="0" u="none" strike="noStrike" kern="1200" cap="none" spc="0" normalizeH="0" baseline="0" noProof="0" dirty="0" smtClean="0">
              <a:ln/>
              <a:effectLst/>
              <a:uLnTx/>
              <a:uFillTx/>
              <a:latin typeface="+mn-lt"/>
              <a:ea typeface="ＭＳ Ｐゴシック" pitchFamily="1" charset="-128"/>
            </a:rPr>
            <a:t>Insecure Direct Object Reference </a:t>
          </a:r>
          <a:endParaRPr kumimoji="0" lang="en-US" sz="1700" b="1" i="0" u="none" strike="noStrike" kern="1200" cap="none" spc="0" normalizeH="0" baseline="0" noProof="0" dirty="0" smtClean="0">
            <a:ln/>
            <a:effectLst/>
            <a:uLnTx/>
            <a:uFillTx/>
            <a:latin typeface="+mn-lt"/>
          </a:endParaRPr>
        </a:p>
      </dsp:txBody>
      <dsp:txXfrm>
        <a:off x="7016055" y="344090"/>
        <a:ext cx="2125265" cy="1275159"/>
      </dsp:txXfrm>
    </dsp:sp>
    <dsp:sp modelId="{E75F8F30-3FA0-429A-A777-BC11F620C600}">
      <dsp:nvSpPr>
        <dsp:cNvPr id="0" name=""/>
        <dsp:cNvSpPr/>
      </dsp:nvSpPr>
      <dsp:spPr>
        <a:xfrm>
          <a:off x="2678" y="1831776"/>
          <a:ext cx="2125265" cy="1275159"/>
        </a:xfrm>
        <a:prstGeom prst="rect">
          <a:avLst/>
        </a:prstGeom>
        <a:gradFill flip="none" rotWithShape="0">
          <a:gsLst>
            <a:gs pos="0">
              <a:srgbClr val="339933">
                <a:shade val="30000"/>
                <a:satMod val="115000"/>
              </a:srgbClr>
            </a:gs>
            <a:gs pos="50000">
              <a:srgbClr val="339933">
                <a:shade val="67500"/>
                <a:satMod val="115000"/>
              </a:srgbClr>
            </a:gs>
            <a:gs pos="100000">
              <a:srgbClr val="339933">
                <a:shade val="100000"/>
                <a:satMod val="115000"/>
              </a:srgbClr>
            </a:gs>
          </a:gsLst>
          <a:lin ang="5400000" scaled="1"/>
          <a:tileRect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kumimoji="0" lang="en-US" sz="1700" b="1" i="0" u="none" strike="noStrike" kern="1200" cap="none" spc="0" normalizeH="0" baseline="0" noProof="0" dirty="0" smtClean="0">
              <a:ln/>
              <a:effectLst/>
              <a:uLnTx/>
              <a:uFillTx/>
              <a:latin typeface="+mn-lt"/>
            </a:rPr>
            <a:t>A5: </a:t>
          </a:r>
          <a:r>
            <a:rPr kumimoji="0" lang="en-US" altLang="ja-JP" sz="1700" b="1" i="0" u="none" strike="noStrike" kern="1200" cap="none" spc="0" normalizeH="0" baseline="0" noProof="0" dirty="0" smtClean="0">
              <a:ln/>
              <a:effectLst/>
              <a:uLnTx/>
              <a:uFillTx/>
              <a:latin typeface="+mn-lt"/>
              <a:ea typeface="ＭＳ Ｐゴシック" pitchFamily="1" charset="-128"/>
            </a:rPr>
            <a:t>Cross Site Request Forgery (CSRF) </a:t>
          </a:r>
          <a:endParaRPr kumimoji="0" lang="en-US" sz="1700" b="1" i="0" u="none" strike="noStrike" kern="1200" cap="none" spc="0" normalizeH="0" baseline="0" noProof="0" dirty="0">
            <a:ln/>
            <a:effectLst/>
            <a:uLnTx/>
            <a:uFillTx/>
            <a:latin typeface="+mn-lt"/>
          </a:endParaRPr>
        </a:p>
      </dsp:txBody>
      <dsp:txXfrm>
        <a:off x="2678" y="1831776"/>
        <a:ext cx="2125265" cy="1275159"/>
      </dsp:txXfrm>
    </dsp:sp>
    <dsp:sp modelId="{764C6158-AD60-4271-9C65-2ABDF85CAA50}">
      <dsp:nvSpPr>
        <dsp:cNvPr id="0" name=""/>
        <dsp:cNvSpPr/>
      </dsp:nvSpPr>
      <dsp:spPr>
        <a:xfrm>
          <a:off x="2340471" y="1831776"/>
          <a:ext cx="2125265" cy="1275159"/>
        </a:xfrm>
        <a:prstGeom prst="rect">
          <a:avLst/>
        </a:prstGeom>
        <a:gradFill flip="none" rotWithShape="0">
          <a:gsLst>
            <a:gs pos="0">
              <a:srgbClr val="0066CC">
                <a:shade val="30000"/>
                <a:satMod val="115000"/>
              </a:srgbClr>
            </a:gs>
            <a:gs pos="50000">
              <a:srgbClr val="0066CC">
                <a:shade val="67500"/>
                <a:satMod val="115000"/>
              </a:srgbClr>
            </a:gs>
            <a:gs pos="100000">
              <a:srgbClr val="0066CC">
                <a:shade val="100000"/>
                <a:satMod val="115000"/>
              </a:srgbClr>
            </a:gs>
          </a:gsLst>
          <a:lin ang="5400000" scaled="1"/>
          <a:tileRect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b="1" kern="1200" dirty="0" smtClean="0"/>
            <a:t>A6: </a:t>
          </a:r>
          <a:r>
            <a:rPr lang="en-US" altLang="ja-JP" sz="1700" b="1" kern="1200" dirty="0" smtClean="0">
              <a:ea typeface="ＭＳ Ｐゴシック" pitchFamily="1" charset="-128"/>
            </a:rPr>
            <a:t>Information Leakage and Improper Error Handling </a:t>
          </a:r>
          <a:endParaRPr lang="en-US" sz="1700" b="1" kern="1200" dirty="0"/>
        </a:p>
      </dsp:txBody>
      <dsp:txXfrm>
        <a:off x="2340471" y="1831776"/>
        <a:ext cx="2125265" cy="1275159"/>
      </dsp:txXfrm>
    </dsp:sp>
    <dsp:sp modelId="{EA75EA57-6CCA-4563-87BD-023630ABCFA8}">
      <dsp:nvSpPr>
        <dsp:cNvPr id="0" name=""/>
        <dsp:cNvSpPr/>
      </dsp:nvSpPr>
      <dsp:spPr>
        <a:xfrm>
          <a:off x="4678263" y="1831776"/>
          <a:ext cx="2125265" cy="1275159"/>
        </a:xfrm>
        <a:prstGeom prst="rect">
          <a:avLst/>
        </a:prstGeom>
        <a:gradFill flip="none" rotWithShape="0">
          <a:gsLst>
            <a:gs pos="0">
              <a:srgbClr val="0066CC">
                <a:shade val="30000"/>
                <a:satMod val="115000"/>
              </a:srgbClr>
            </a:gs>
            <a:gs pos="50000">
              <a:srgbClr val="0066CC">
                <a:shade val="67500"/>
                <a:satMod val="115000"/>
              </a:srgbClr>
            </a:gs>
            <a:gs pos="100000">
              <a:srgbClr val="0066CC">
                <a:shade val="100000"/>
                <a:satMod val="115000"/>
              </a:srgbClr>
            </a:gs>
          </a:gsLst>
          <a:lin ang="5400000" scaled="1"/>
          <a:tileRect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b="1" kern="1200" dirty="0" smtClean="0"/>
            <a:t>A7: </a:t>
          </a:r>
          <a:r>
            <a:rPr lang="en-US" altLang="ja-JP" sz="1700" b="1" kern="1200" dirty="0" smtClean="0">
              <a:ea typeface="ＭＳ Ｐゴシック" pitchFamily="1" charset="-128"/>
            </a:rPr>
            <a:t>Broken Authentication and Session Management </a:t>
          </a:r>
          <a:endParaRPr lang="en-US" sz="1700" b="1" kern="1200" dirty="0"/>
        </a:p>
      </dsp:txBody>
      <dsp:txXfrm>
        <a:off x="4678263" y="1831776"/>
        <a:ext cx="2125265" cy="1275159"/>
      </dsp:txXfrm>
    </dsp:sp>
    <dsp:sp modelId="{7EE8E211-C96C-4DF9-8900-734142B29595}">
      <dsp:nvSpPr>
        <dsp:cNvPr id="0" name=""/>
        <dsp:cNvSpPr/>
      </dsp:nvSpPr>
      <dsp:spPr>
        <a:xfrm>
          <a:off x="7016055" y="1831776"/>
          <a:ext cx="2125265" cy="1275159"/>
        </a:xfrm>
        <a:prstGeom prst="rect">
          <a:avLst/>
        </a:prstGeom>
        <a:gradFill flip="none" rotWithShape="0">
          <a:gsLst>
            <a:gs pos="0">
              <a:srgbClr val="0066CC">
                <a:shade val="30000"/>
                <a:satMod val="115000"/>
              </a:srgbClr>
            </a:gs>
            <a:gs pos="50000">
              <a:srgbClr val="0066CC">
                <a:shade val="67500"/>
                <a:satMod val="115000"/>
              </a:srgbClr>
            </a:gs>
            <a:gs pos="100000">
              <a:srgbClr val="0066CC">
                <a:shade val="100000"/>
                <a:satMod val="115000"/>
              </a:srgbClr>
            </a:gs>
          </a:gsLst>
          <a:lin ang="5400000" scaled="1"/>
          <a:tileRect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b="1" kern="1200" dirty="0" smtClean="0"/>
            <a:t>A8: Insecure Cryptographic Storage</a:t>
          </a:r>
          <a:endParaRPr lang="en-US" sz="1700" b="1" kern="1200" dirty="0"/>
        </a:p>
      </dsp:txBody>
      <dsp:txXfrm>
        <a:off x="7016055" y="1831776"/>
        <a:ext cx="2125265" cy="1275159"/>
      </dsp:txXfrm>
    </dsp:sp>
    <dsp:sp modelId="{9F4DF532-F70D-4CBC-9753-6C2F6F868710}">
      <dsp:nvSpPr>
        <dsp:cNvPr id="0" name=""/>
        <dsp:cNvSpPr/>
      </dsp:nvSpPr>
      <dsp:spPr>
        <a:xfrm>
          <a:off x="2340471" y="3319462"/>
          <a:ext cx="2125265" cy="1275159"/>
        </a:xfrm>
        <a:prstGeom prst="rect">
          <a:avLst/>
        </a:prstGeom>
        <a:gradFill flip="none" rotWithShape="0">
          <a:gsLst>
            <a:gs pos="0">
              <a:srgbClr val="0066CC">
                <a:shade val="30000"/>
                <a:satMod val="115000"/>
              </a:srgbClr>
            </a:gs>
            <a:gs pos="50000">
              <a:srgbClr val="0066CC">
                <a:shade val="67500"/>
                <a:satMod val="115000"/>
              </a:srgbClr>
            </a:gs>
            <a:gs pos="100000">
              <a:srgbClr val="0066CC">
                <a:shade val="100000"/>
                <a:satMod val="115000"/>
              </a:srgbClr>
            </a:gs>
          </a:gsLst>
          <a:lin ang="5400000" scaled="1"/>
          <a:tileRect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b="1" kern="1200" dirty="0" smtClean="0"/>
            <a:t>A9: Insecure Communications</a:t>
          </a:r>
          <a:endParaRPr lang="en-US" sz="1700" b="1" kern="1200" dirty="0"/>
        </a:p>
      </dsp:txBody>
      <dsp:txXfrm>
        <a:off x="2340471" y="3319462"/>
        <a:ext cx="2125265" cy="1275159"/>
      </dsp:txXfrm>
    </dsp:sp>
    <dsp:sp modelId="{AB8EC8CA-2DD9-43B0-BAC8-DBF5D6A86196}">
      <dsp:nvSpPr>
        <dsp:cNvPr id="0" name=""/>
        <dsp:cNvSpPr/>
      </dsp:nvSpPr>
      <dsp:spPr>
        <a:xfrm>
          <a:off x="4678263" y="3319462"/>
          <a:ext cx="2125265" cy="1275159"/>
        </a:xfrm>
        <a:prstGeom prst="rect">
          <a:avLst/>
        </a:prstGeom>
        <a:gradFill flip="none" rotWithShape="0">
          <a:gsLst>
            <a:gs pos="0">
              <a:srgbClr val="0066CC">
                <a:shade val="30000"/>
                <a:satMod val="115000"/>
              </a:srgbClr>
            </a:gs>
            <a:gs pos="50000">
              <a:srgbClr val="0066CC">
                <a:shade val="67500"/>
                <a:satMod val="115000"/>
              </a:srgbClr>
            </a:gs>
            <a:gs pos="100000">
              <a:srgbClr val="0066CC">
                <a:shade val="100000"/>
                <a:satMod val="115000"/>
              </a:srgbClr>
            </a:gs>
          </a:gsLst>
          <a:lin ang="5400000" scaled="1"/>
          <a:tileRect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b="1" kern="1200" dirty="0" smtClean="0"/>
            <a:t>A10: </a:t>
          </a:r>
          <a:r>
            <a:rPr lang="en-US" altLang="ja-JP" sz="1700" b="1" kern="1200" dirty="0" smtClean="0">
              <a:ea typeface="ＭＳ Ｐゴシック" pitchFamily="1" charset="-128"/>
            </a:rPr>
            <a:t>Failure to Restrict URL Access</a:t>
          </a:r>
          <a:endParaRPr lang="en-US" sz="1700" b="1" kern="1200" dirty="0"/>
        </a:p>
      </dsp:txBody>
      <dsp:txXfrm>
        <a:off x="4678263" y="3319462"/>
        <a:ext cx="2125265" cy="127515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6">
  <dgm:title val=""/>
  <dgm:desc val=""/>
  <dgm:catLst>
    <dgm:cat type="3D" pri="11600"/>
  </dgm:catLst>
  <dgm:scene3d>
    <a:camera prst="perspectiveRelaxedModerately" zoom="92000"/>
    <a:lightRig rig="balanced" dir="t">
      <a:rot lat="0" lon="0" rev="12700000"/>
    </a:lightRig>
  </dgm:scene3d>
  <dgm:styleLbl name="node0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008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5400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54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25400" prstMaterial="plastic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75000" prstMaterial="plastic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2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3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4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fgAcc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0400" extrusionH="12700" prstMaterial="plastic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008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2747384" y="9681807"/>
            <a:ext cx="1230523" cy="246417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r">
              <a:defRPr sz="1200"/>
            </a:lvl1pPr>
          </a:lstStyle>
          <a:p>
            <a:pPr algn="ctr"/>
            <a:r>
              <a:rPr lang="nb-NO" dirty="0" smtClean="0"/>
              <a:t>24.01.2008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681568"/>
            <a:ext cx="2747385" cy="2449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7907" y="9681568"/>
            <a:ext cx="2818195" cy="2449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93A437-328C-43A6-8CE2-506A70845DE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37"/>
          <p:cNvSpPr>
            <a:spLocks noChangeArrowheads="1"/>
          </p:cNvSpPr>
          <p:nvPr/>
        </p:nvSpPr>
        <p:spPr bwMode="auto">
          <a:xfrm>
            <a:off x="141596" y="155095"/>
            <a:ext cx="6514484" cy="468833"/>
          </a:xfrm>
          <a:prstGeom prst="rect">
            <a:avLst/>
          </a:prstGeom>
          <a:solidFill>
            <a:srgbClr val="000000"/>
          </a:solidFill>
          <a:ln w="9525">
            <a:solidFill>
              <a:srgbClr val="1F354D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endParaRPr lang="en-GB" b="1"/>
          </a:p>
        </p:txBody>
      </p:sp>
      <p:pic>
        <p:nvPicPr>
          <p:cNvPr id="7" name="Picture 3" descr=" Logo1.jpg                                                      0007AA60 AndresMac                      C163723E: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25285" y="232660"/>
            <a:ext cx="1147107" cy="293021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747385" y="9642163"/>
            <a:ext cx="1266714" cy="286062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ctr">
              <a:defRPr sz="1200"/>
            </a:lvl1pPr>
          </a:lstStyle>
          <a:p>
            <a:r>
              <a:rPr lang="nb-NO" dirty="0" smtClean="0"/>
              <a:t>24.01.2008</a:t>
            </a:r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642163"/>
            <a:ext cx="2747385" cy="2843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14099" y="9642163"/>
            <a:ext cx="2783577" cy="2860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200"/>
            </a:lvl1pPr>
          </a:lstStyle>
          <a:p>
            <a:fld id="{7540188E-59D8-4490-87F6-6780CD17432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Rectangle 37"/>
          <p:cNvSpPr>
            <a:spLocks noChangeArrowheads="1"/>
          </p:cNvSpPr>
          <p:nvPr/>
        </p:nvSpPr>
        <p:spPr bwMode="auto">
          <a:xfrm>
            <a:off x="141596" y="155095"/>
            <a:ext cx="6514484" cy="468833"/>
          </a:xfrm>
          <a:prstGeom prst="rect">
            <a:avLst/>
          </a:prstGeom>
          <a:solidFill>
            <a:srgbClr val="000000"/>
          </a:solidFill>
          <a:ln w="9525">
            <a:solidFill>
              <a:srgbClr val="1F354D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/>
            <a:endParaRPr lang="en-GB" b="1"/>
          </a:p>
        </p:txBody>
      </p:sp>
      <p:pic>
        <p:nvPicPr>
          <p:cNvPr id="15" name="Picture 3" descr=" Logo1.jpg                                                      0007AA60 AndresMac                      C163723E: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25285" y="232660"/>
            <a:ext cx="1147107" cy="293021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notesStyle>
    <a:lvl1pPr marL="0" algn="ctr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ctr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ctr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ctr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ctr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40188E-59D8-4490-87F6-6780CD174326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40188E-59D8-4490-87F6-6780CD174326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40188E-59D8-4490-87F6-6780CD174326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40188E-59D8-4490-87F6-6780CD174326}" type="slidenum">
              <a:rPr lang="en-US" smtClean="0"/>
              <a:pPr/>
              <a:t>4</a:t>
            </a:fld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40188E-59D8-4490-87F6-6780CD174326}" type="slidenum">
              <a:rPr lang="en-US" smtClean="0"/>
              <a:pPr/>
              <a:t>5</a:t>
            </a:fld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40188E-59D8-4490-87F6-6780CD174326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40188E-59D8-4490-87F6-6780CD174326}" type="slidenum">
              <a:rPr lang="en-US" smtClean="0"/>
              <a:pPr/>
              <a:t>7</a:t>
            </a:fld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40188E-59D8-4490-87F6-6780CD174326}" type="slidenum">
              <a:rPr lang="en-US" smtClean="0"/>
              <a:pPr/>
              <a:t>8</a:t>
            </a:fld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40188E-59D8-4490-87F6-6780CD174326}" type="slidenum">
              <a:rPr lang="en-US" smtClean="0"/>
              <a:pPr/>
              <a:t>9</a:t>
            </a:fld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40188E-59D8-4490-87F6-6780CD174326}" type="slidenum">
              <a:rPr lang="en-US" smtClean="0"/>
              <a:pPr/>
              <a:t>10</a:t>
            </a:fld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40188E-59D8-4490-87F6-6780CD174326}" type="slidenum">
              <a:rPr lang="en-US" smtClean="0"/>
              <a:pPr/>
              <a:t>11</a:t>
            </a:fld>
            <a:endParaRPr 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40188E-59D8-4490-87F6-6780CD174326}" type="slidenum">
              <a:rPr lang="en-US" smtClean="0"/>
              <a:pPr/>
              <a:t>12</a:t>
            </a:fld>
            <a:endParaRPr 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Plassholder for lysbil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46083" name="Plassholder for notat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/>
          </a:p>
        </p:txBody>
      </p:sp>
      <p:sp>
        <p:nvSpPr>
          <p:cNvPr id="46084" name="Plassholder for lysbilde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8A299D4-936B-4728-9B5F-22DB54D0F97F}" type="slidenum">
              <a:rPr lang="en-US" smtClean="0">
                <a:latin typeface="Arial" charset="0"/>
              </a:rPr>
              <a:pPr/>
              <a:t>13</a:t>
            </a:fld>
            <a:endParaRPr lang="en-US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40188E-59D8-4490-87F6-6780CD174326}" type="slidenum">
              <a:rPr lang="en-US" smtClean="0"/>
              <a:pPr/>
              <a:t>14</a:t>
            </a:fld>
            <a:endParaRPr 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40188E-59D8-4490-87F6-6780CD174326}" type="slidenum">
              <a:rPr lang="en-US" smtClean="0"/>
              <a:pPr/>
              <a:t>15</a:t>
            </a:fld>
            <a:endParaRPr 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Plassholder for lysbil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53251" name="Plassholder for notat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b-NO" dirty="0" smtClean="0"/>
          </a:p>
        </p:txBody>
      </p:sp>
      <p:sp>
        <p:nvSpPr>
          <p:cNvPr id="53252" name="Plassholder for lysbilde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87DB2B7-87C4-4A48-BFE7-3662007F017D}" type="slidenum">
              <a:rPr lang="en-US" smtClean="0">
                <a:latin typeface="Arial" charset="0"/>
              </a:rPr>
              <a:pPr/>
              <a:t>16</a:t>
            </a:fld>
            <a:endParaRPr lang="en-US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40188E-59D8-4490-87F6-6780CD174326}" type="slidenum">
              <a:rPr lang="en-US" smtClean="0"/>
              <a:pPr/>
              <a:t>17</a:t>
            </a:fld>
            <a:endParaRPr 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40188E-59D8-4490-87F6-6780CD174326}" type="slidenum">
              <a:rPr lang="en-US" smtClean="0"/>
              <a:pPr/>
              <a:t>18</a:t>
            </a:fld>
            <a:endParaRPr 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40188E-59D8-4490-87F6-6780CD174326}" type="slidenum">
              <a:rPr lang="en-US" smtClean="0"/>
              <a:pPr/>
              <a:t>19</a:t>
            </a:fld>
            <a:endParaRPr 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40188E-59D8-4490-87F6-6780CD174326}" type="slidenum">
              <a:rPr lang="en-US" smtClean="0"/>
              <a:pPr/>
              <a:t>20</a:t>
            </a:fld>
            <a:endParaRPr 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40188E-59D8-4490-87F6-6780CD174326}" type="slidenum">
              <a:rPr lang="en-US" smtClean="0"/>
              <a:pPr/>
              <a:t>21</a:t>
            </a:fld>
            <a:endParaRPr 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40188E-59D8-4490-87F6-6780CD174326}" type="slidenum">
              <a:rPr lang="en-US" smtClean="0"/>
              <a:pPr/>
              <a:t>22</a:t>
            </a:fld>
            <a:endParaRPr 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40188E-59D8-4490-87F6-6780CD174326}" type="slidenum">
              <a:rPr lang="en-US" smtClean="0"/>
              <a:pPr/>
              <a:t>23</a:t>
            </a:fld>
            <a:endParaRPr 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40188E-59D8-4490-87F6-6780CD174326}" type="slidenum">
              <a:rPr lang="en-US" smtClean="0"/>
              <a:pPr/>
              <a:t>24</a:t>
            </a:fld>
            <a:endParaRPr 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40188E-59D8-4490-87F6-6780CD174326}" type="slidenum">
              <a:rPr lang="en-US" smtClean="0"/>
              <a:pPr/>
              <a:t>25</a:t>
            </a:fld>
            <a:endParaRPr lang="en-US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40188E-59D8-4490-87F6-6780CD174326}" type="slidenum">
              <a:rPr lang="en-US" smtClean="0"/>
              <a:pPr/>
              <a:t>26</a:t>
            </a:fld>
            <a:endParaRPr lang="en-US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40188E-59D8-4490-87F6-6780CD174326}" type="slidenum">
              <a:rPr lang="en-US" smtClean="0"/>
              <a:pPr/>
              <a:t>27</a:t>
            </a:fld>
            <a:endParaRPr lang="en-US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40188E-59D8-4490-87F6-6780CD174326}" type="slidenum">
              <a:rPr lang="en-US" smtClean="0"/>
              <a:pPr/>
              <a:t>28</a:t>
            </a:fld>
            <a:endParaRPr lang="en-US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40188E-59D8-4490-87F6-6780CD174326}" type="slidenum">
              <a:rPr lang="en-US" smtClean="0"/>
              <a:pPr/>
              <a:t>29</a:t>
            </a:fld>
            <a:endParaRPr lang="en-US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40188E-59D8-4490-87F6-6780CD174326}" type="slidenum">
              <a:rPr lang="en-US" smtClean="0"/>
              <a:pPr/>
              <a:t>30</a:t>
            </a:fld>
            <a:endParaRPr lang="en-US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40188E-59D8-4490-87F6-6780CD174326}" type="slidenum">
              <a:rPr lang="en-US" smtClean="0"/>
              <a:pPr/>
              <a:t>31</a:t>
            </a:fld>
            <a:endParaRPr lang="en-US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40188E-59D8-4490-87F6-6780CD174326}" type="slidenum">
              <a:rPr lang="en-US" smtClean="0"/>
              <a:pPr/>
              <a:t>32</a:t>
            </a:fld>
            <a:endParaRPr lang="en-US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40188E-59D8-4490-87F6-6780CD174326}" type="slidenum">
              <a:rPr lang="en-US" smtClean="0"/>
              <a:pPr/>
              <a:t>33</a:t>
            </a:fld>
            <a:endParaRPr lang="en-US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40188E-59D8-4490-87F6-6780CD174326}" type="slidenum">
              <a:rPr lang="en-US" smtClean="0"/>
              <a:pPr/>
              <a:t>34</a:t>
            </a:fld>
            <a:endParaRPr lang="en-US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40188E-59D8-4490-87F6-6780CD174326}" type="slidenum">
              <a:rPr lang="en-US" smtClean="0"/>
              <a:pPr/>
              <a:t>35</a:t>
            </a:fld>
            <a:endParaRPr lang="en-US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40188E-59D8-4490-87F6-6780CD174326}" type="slidenum">
              <a:rPr lang="en-US" smtClean="0"/>
              <a:pPr/>
              <a:t>36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r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63466" y="2552689"/>
            <a:ext cx="8617068" cy="1241442"/>
          </a:xfrm>
          <a:noFill/>
        </p:spPr>
        <p:txBody>
          <a:bodyPr lIns="216000" anchor="b" anchorCtr="0">
            <a:noAutofit/>
          </a:bodyPr>
          <a:lstStyle>
            <a:lvl1pPr algn="l">
              <a:lnSpc>
                <a:spcPct val="100000"/>
              </a:lnSpc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noProof="0" dirty="0" smtClean="0"/>
              <a:t>&lt;</a:t>
            </a:r>
            <a:r>
              <a:rPr lang="en-US" noProof="0" dirty="0" err="1" smtClean="0"/>
              <a:t>Tittel</a:t>
            </a:r>
            <a:r>
              <a:rPr lang="en-US" noProof="0" dirty="0" smtClean="0"/>
              <a:t> </a:t>
            </a:r>
            <a:r>
              <a:rPr lang="en-US" noProof="0" dirty="0" err="1" smtClean="0"/>
              <a:t>på</a:t>
            </a:r>
            <a:r>
              <a:rPr lang="en-US" noProof="0" dirty="0" smtClean="0"/>
              <a:t> </a:t>
            </a:r>
            <a:r>
              <a:rPr lang="en-US" noProof="0" dirty="0" err="1" smtClean="0"/>
              <a:t>presentasjonen</a:t>
            </a:r>
            <a:r>
              <a:rPr lang="en-US" noProof="0" dirty="0" smtClean="0"/>
              <a:t>&gt;</a:t>
            </a:r>
            <a:endParaRPr lang="nb-NO" noProof="0" dirty="0"/>
          </a:p>
        </p:txBody>
      </p:sp>
      <p:sp>
        <p:nvSpPr>
          <p:cNvPr id="10" name="Text Placeholder 14"/>
          <p:cNvSpPr>
            <a:spLocks noGrp="1"/>
          </p:cNvSpPr>
          <p:nvPr>
            <p:ph type="body" sz="quarter" idx="10" hasCustomPrompt="1"/>
          </p:nvPr>
        </p:nvSpPr>
        <p:spPr>
          <a:xfrm>
            <a:off x="263466" y="4524389"/>
            <a:ext cx="8593197" cy="620721"/>
          </a:xfrm>
        </p:spPr>
        <p:txBody>
          <a:bodyPr lIns="216000" anchor="ctr">
            <a:noAutofit/>
          </a:bodyPr>
          <a:lstStyle>
            <a:lvl1pPr>
              <a:lnSpc>
                <a:spcPct val="100000"/>
              </a:lnSpc>
              <a:buNone/>
              <a:defRPr sz="2800">
                <a:solidFill>
                  <a:srgbClr val="847363"/>
                </a:solidFill>
                <a:latin typeface="Georgia" pitchFamily="18" charset="0"/>
              </a:defRPr>
            </a:lvl1pPr>
            <a:lvl2pPr marL="0" indent="0">
              <a:spcBef>
                <a:spcPts val="2000"/>
              </a:spcBef>
              <a:buNone/>
              <a:defRPr sz="1400">
                <a:solidFill>
                  <a:srgbClr val="847363"/>
                </a:solidFill>
              </a:defRPr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nb-NO" noProof="0" dirty="0" smtClean="0"/>
              <a:t>&lt;Undertittel&gt;</a:t>
            </a:r>
          </a:p>
        </p:txBody>
      </p:sp>
      <p:sp>
        <p:nvSpPr>
          <p:cNvPr id="11" name="Text Placeholder 14"/>
          <p:cNvSpPr>
            <a:spLocks noGrp="1"/>
          </p:cNvSpPr>
          <p:nvPr>
            <p:ph type="body" sz="quarter" idx="11" hasCustomPrompt="1"/>
          </p:nvPr>
        </p:nvSpPr>
        <p:spPr>
          <a:xfrm>
            <a:off x="263466" y="5181624"/>
            <a:ext cx="8617068" cy="474669"/>
          </a:xfrm>
        </p:spPr>
        <p:txBody>
          <a:bodyPr lIns="216000" anchor="ctr">
            <a:noAutofit/>
          </a:bodyPr>
          <a:lstStyle>
            <a:lvl1pPr>
              <a:lnSpc>
                <a:spcPct val="100000"/>
              </a:lnSpc>
              <a:buNone/>
              <a:defRPr sz="2000">
                <a:solidFill>
                  <a:srgbClr val="847363"/>
                </a:solidFill>
                <a:latin typeface="Georgia" pitchFamily="18" charset="0"/>
              </a:defRPr>
            </a:lvl1pPr>
            <a:lvl2pPr marL="0" indent="0">
              <a:spcBef>
                <a:spcPts val="2000"/>
              </a:spcBef>
              <a:buNone/>
              <a:defRPr sz="1400">
                <a:solidFill>
                  <a:srgbClr val="847363"/>
                </a:solidFill>
              </a:defRPr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nb-NO" noProof="0" dirty="0" smtClean="0"/>
              <a:t>&lt;Dato og/eller anledning&gt;</a:t>
            </a:r>
          </a:p>
        </p:txBody>
      </p:sp>
      <p:pic>
        <p:nvPicPr>
          <p:cNvPr id="8" name="Picture 7" descr="struktur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244416" y="214269"/>
            <a:ext cx="8640000" cy="2289600"/>
          </a:xfrm>
          <a:prstGeom prst="rect">
            <a:avLst/>
          </a:prstGeom>
        </p:spPr>
      </p:pic>
      <p:cxnSp>
        <p:nvCxnSpPr>
          <p:cNvPr id="13" name="Straight Connector 12"/>
          <p:cNvCxnSpPr/>
          <p:nvPr userDrawn="1"/>
        </p:nvCxnSpPr>
        <p:spPr>
          <a:xfrm>
            <a:off x="312021" y="4141800"/>
            <a:ext cx="8496000" cy="1588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PPT_logo.jp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252000" y="6094449"/>
            <a:ext cx="8640000" cy="552960"/>
          </a:xfrm>
          <a:prstGeom prst="rect">
            <a:avLst/>
          </a:prstGeom>
        </p:spPr>
      </p:pic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ksjonsfor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685364" y="763551"/>
            <a:ext cx="5755341" cy="4220825"/>
          </a:xfrm>
          <a:noFill/>
        </p:spPr>
        <p:txBody>
          <a:bodyPr lIns="90000" anchor="b">
            <a:noAutofit/>
          </a:bodyPr>
          <a:lstStyle>
            <a:lvl1pPr algn="ctr">
              <a:lnSpc>
                <a:spcPct val="100000"/>
              </a:lnSpc>
              <a:defRPr sz="3200" baseline="0">
                <a:solidFill>
                  <a:schemeClr val="accent1"/>
                </a:solidFill>
              </a:defRPr>
            </a:lvl1pPr>
          </a:lstStyle>
          <a:p>
            <a:r>
              <a:rPr lang="en-US" noProof="0" dirty="0" smtClean="0"/>
              <a:t>&lt;</a:t>
            </a:r>
            <a:r>
              <a:rPr lang="en-US" noProof="0" dirty="0" err="1" smtClean="0"/>
              <a:t>Tittel</a:t>
            </a:r>
            <a:r>
              <a:rPr lang="en-US" noProof="0" dirty="0" smtClean="0"/>
              <a:t>, </a:t>
            </a:r>
            <a:r>
              <a:rPr lang="en-US" noProof="0" dirty="0" err="1" smtClean="0"/>
              <a:t>seksjonsforside</a:t>
            </a:r>
            <a:r>
              <a:rPr lang="en-US" noProof="0" dirty="0" smtClean="0"/>
              <a:t>&gt;</a:t>
            </a:r>
            <a:endParaRPr lang="nb-NO" noProof="0" dirty="0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1685365" y="5074021"/>
            <a:ext cx="5737411" cy="1588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/innholdsfortegn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249859" y="169747"/>
            <a:ext cx="8640000" cy="720000"/>
          </a:xfrm>
        </p:spPr>
        <p:txBody>
          <a:bodyPr/>
          <a:lstStyle>
            <a:lvl1pPr>
              <a:defRPr sz="2800" baseline="0"/>
            </a:lvl1pPr>
          </a:lstStyle>
          <a:p>
            <a:r>
              <a:rPr lang="en-US" dirty="0" smtClean="0"/>
              <a:t>&lt;Agenda&gt;</a:t>
            </a:r>
            <a:endParaRPr lang="en-US" dirty="0"/>
          </a:p>
        </p:txBody>
      </p:sp>
      <p:sp>
        <p:nvSpPr>
          <p:cNvPr id="15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263466" y="6492875"/>
            <a:ext cx="4308534" cy="365125"/>
          </a:xfrm>
        </p:spPr>
        <p:txBody>
          <a:bodyPr/>
          <a:lstStyle/>
          <a:p>
            <a:r>
              <a:rPr lang="nb-NO" smtClean="0"/>
              <a:t>Bunntekst -- Endres i toppmenyen: ”Insert” -&gt; ”Header &amp; Footer” (Velg ”Apply to all”)</a:t>
            </a:r>
            <a:endParaRPr lang="en-US" dirty="0"/>
          </a:p>
        </p:txBody>
      </p:sp>
      <p:sp>
        <p:nvSpPr>
          <p:cNvPr id="16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6742034" y="6492899"/>
            <a:ext cx="2138499" cy="365125"/>
          </a:xfrm>
        </p:spPr>
        <p:txBody>
          <a:bodyPr/>
          <a:lstStyle/>
          <a:p>
            <a:r>
              <a:rPr lang="en-US" dirty="0" smtClean="0"/>
              <a:t>Side </a:t>
            </a:r>
            <a:fld id="{0C342036-F52B-48FD-A090-765F7E4C887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263466" y="1274733"/>
            <a:ext cx="8617068" cy="4856229"/>
          </a:xfrm>
        </p:spPr>
        <p:txBody>
          <a:bodyPr>
            <a:noAutofit/>
          </a:bodyPr>
          <a:lstStyle>
            <a:lvl1pPr>
              <a:defRPr sz="2000" baseline="0">
                <a:sym typeface="Wingdings" pitchFamily="2" charset="2"/>
              </a:defRPr>
            </a:lvl1pPr>
            <a:lvl2pPr>
              <a:defRPr/>
            </a:lvl2pPr>
            <a:lvl3pPr>
              <a:defRPr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nb-NO" noProof="0" dirty="0" smtClean="0"/>
              <a:t>Bruk vanlig punktliste, men la aktivt punkt ha skriftstørrelse 28! (Resten av teksten har skriftstørrelse 20)</a:t>
            </a: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innholdsside uten fotn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nb-NO" dirty="0" smtClean="0"/>
              <a:t>&lt;Tittel&gt;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263466" y="6492875"/>
            <a:ext cx="4308534" cy="365125"/>
          </a:xfrm>
        </p:spPr>
        <p:txBody>
          <a:bodyPr/>
          <a:lstStyle/>
          <a:p>
            <a:r>
              <a:rPr lang="nb-NO" dirty="0" smtClean="0"/>
              <a:t>Bunntekst -- Endres i toppmenyen: ”</a:t>
            </a:r>
            <a:r>
              <a:rPr lang="nb-NO" dirty="0" err="1" smtClean="0"/>
              <a:t>Insert</a:t>
            </a:r>
            <a:r>
              <a:rPr lang="nb-NO" dirty="0" smtClean="0"/>
              <a:t>” -&gt; ”Header &amp; </a:t>
            </a:r>
            <a:r>
              <a:rPr lang="nb-NO" dirty="0" err="1" smtClean="0"/>
              <a:t>Footer</a:t>
            </a:r>
            <a:r>
              <a:rPr lang="nb-NO" dirty="0" smtClean="0"/>
              <a:t>” (Velg ”</a:t>
            </a:r>
            <a:r>
              <a:rPr lang="nb-NO" dirty="0" err="1" smtClean="0"/>
              <a:t>Apply</a:t>
            </a:r>
            <a:r>
              <a:rPr lang="nb-NO" dirty="0" smtClean="0"/>
              <a:t> to all”)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6742034" y="6492899"/>
            <a:ext cx="2138499" cy="365125"/>
          </a:xfrm>
        </p:spPr>
        <p:txBody>
          <a:bodyPr/>
          <a:lstStyle/>
          <a:p>
            <a:r>
              <a:rPr lang="en-US" dirty="0" smtClean="0"/>
              <a:t>Side </a:t>
            </a:r>
            <a:fld id="{0C342036-F52B-48FD-A090-765F7E4C887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4" hasCustomPrompt="1"/>
          </p:nvPr>
        </p:nvSpPr>
        <p:spPr>
          <a:xfrm>
            <a:off x="263466" y="1274763"/>
            <a:ext cx="8617009" cy="4856199"/>
          </a:xfrm>
        </p:spPr>
        <p:txBody>
          <a:bodyPr/>
          <a:lstStyle/>
          <a:p>
            <a:pPr lvl="0"/>
            <a:r>
              <a:rPr lang="nb-NO" noProof="0" dirty="0" smtClean="0"/>
              <a:t>Gode presentasjoner har bilder/illustrasjoner, begrenset tekst med og mye luft…</a:t>
            </a:r>
            <a:endParaRPr lang="en-US" dirty="0" smtClean="0"/>
          </a:p>
          <a:p>
            <a:pPr lvl="1"/>
            <a:r>
              <a:rPr lang="en-US" dirty="0" err="1" smtClean="0"/>
              <a:t>Nivå</a:t>
            </a:r>
            <a:r>
              <a:rPr lang="en-US" dirty="0" smtClean="0"/>
              <a:t> 2</a:t>
            </a:r>
          </a:p>
          <a:p>
            <a:pPr lvl="2"/>
            <a:r>
              <a:rPr lang="en-US" dirty="0" err="1" smtClean="0"/>
              <a:t>Nivå</a:t>
            </a:r>
            <a:r>
              <a:rPr lang="en-US" dirty="0" smtClean="0"/>
              <a:t> 3</a:t>
            </a:r>
          </a:p>
          <a:p>
            <a:pPr lvl="3"/>
            <a:r>
              <a:rPr lang="en-US" dirty="0" err="1" smtClean="0"/>
              <a:t>Nivå</a:t>
            </a:r>
            <a:r>
              <a:rPr lang="en-US" dirty="0" smtClean="0"/>
              <a:t> 4</a:t>
            </a:r>
          </a:p>
          <a:p>
            <a:pPr lvl="4"/>
            <a:r>
              <a:rPr lang="nb-NO" dirty="0" smtClean="0"/>
              <a:t>Nivå 5</a:t>
            </a:r>
            <a:endParaRPr lang="en-US" dirty="0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innholdsside med fotn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ts val="2800"/>
              </a:lnSpc>
              <a:defRPr baseline="0"/>
            </a:lvl1pPr>
          </a:lstStyle>
          <a:p>
            <a:r>
              <a:rPr lang="nb-NO" dirty="0" smtClean="0"/>
              <a:t>&lt;Tittel&gt;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263466" y="6492875"/>
            <a:ext cx="4308534" cy="365125"/>
          </a:xfrm>
        </p:spPr>
        <p:txBody>
          <a:bodyPr/>
          <a:lstStyle/>
          <a:p>
            <a:r>
              <a:rPr lang="nb-NO" dirty="0" smtClean="0"/>
              <a:t>Bunntekst -- Endres i toppmenyen: ”</a:t>
            </a:r>
            <a:r>
              <a:rPr lang="nb-NO" dirty="0" err="1" smtClean="0"/>
              <a:t>Insert</a:t>
            </a:r>
            <a:r>
              <a:rPr lang="nb-NO" dirty="0" smtClean="0"/>
              <a:t>” -&gt; ”Header &amp; </a:t>
            </a:r>
            <a:r>
              <a:rPr lang="nb-NO" dirty="0" err="1" smtClean="0"/>
              <a:t>Footer</a:t>
            </a:r>
            <a:r>
              <a:rPr lang="nb-NO" dirty="0" smtClean="0"/>
              <a:t>” (Velg ”</a:t>
            </a:r>
            <a:r>
              <a:rPr lang="nb-NO" dirty="0" err="1" smtClean="0"/>
              <a:t>Apply</a:t>
            </a:r>
            <a:r>
              <a:rPr lang="nb-NO" dirty="0" smtClean="0"/>
              <a:t> to all”)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6742034" y="6492899"/>
            <a:ext cx="2138499" cy="365125"/>
          </a:xfrm>
        </p:spPr>
        <p:txBody>
          <a:bodyPr/>
          <a:lstStyle/>
          <a:p>
            <a:r>
              <a:rPr lang="en-US" dirty="0" smtClean="0"/>
              <a:t>Side </a:t>
            </a:r>
            <a:fld id="{0C342036-F52B-48FD-A090-765F7E4C887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263466" y="6203989"/>
            <a:ext cx="8617068" cy="21907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00"/>
            </a:lvl1pPr>
            <a:lvl2pPr>
              <a:buNone/>
              <a:defRPr sz="100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 dirty="0" smtClean="0"/>
              <a:t>&lt;</a:t>
            </a:r>
            <a:r>
              <a:rPr lang="en-US" dirty="0" err="1" smtClean="0"/>
              <a:t>Fotnote</a:t>
            </a:r>
            <a:r>
              <a:rPr lang="en-US" dirty="0" smtClean="0"/>
              <a:t>&gt;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4" hasCustomPrompt="1"/>
          </p:nvPr>
        </p:nvSpPr>
        <p:spPr>
          <a:xfrm>
            <a:off x="263466" y="1274763"/>
            <a:ext cx="8617009" cy="4856199"/>
          </a:xfrm>
        </p:spPr>
        <p:txBody>
          <a:bodyPr/>
          <a:lstStyle/>
          <a:p>
            <a:pPr lvl="0"/>
            <a:r>
              <a:rPr lang="nb-NO" noProof="0" dirty="0" smtClean="0"/>
              <a:t>Gode presentasjoner har bilder/illustrasjoner, begrenset tekst med og mye luft…</a:t>
            </a:r>
            <a:endParaRPr lang="en-US" dirty="0" smtClean="0"/>
          </a:p>
          <a:p>
            <a:pPr lvl="1"/>
            <a:r>
              <a:rPr lang="en-US" dirty="0" err="1" smtClean="0"/>
              <a:t>Nivå</a:t>
            </a:r>
            <a:r>
              <a:rPr lang="en-US" dirty="0" smtClean="0"/>
              <a:t> 2</a:t>
            </a:r>
          </a:p>
          <a:p>
            <a:pPr lvl="2"/>
            <a:r>
              <a:rPr lang="en-US" dirty="0" err="1" smtClean="0"/>
              <a:t>Nivå</a:t>
            </a:r>
            <a:r>
              <a:rPr lang="en-US" dirty="0" smtClean="0"/>
              <a:t> 3</a:t>
            </a:r>
          </a:p>
          <a:p>
            <a:pPr lvl="3"/>
            <a:r>
              <a:rPr lang="en-US" dirty="0" err="1" smtClean="0"/>
              <a:t>Nivå</a:t>
            </a:r>
            <a:r>
              <a:rPr lang="en-US" dirty="0" smtClean="0"/>
              <a:t> 4</a:t>
            </a:r>
          </a:p>
          <a:p>
            <a:pPr lvl="4"/>
            <a:r>
              <a:rPr lang="nb-NO" dirty="0" smtClean="0"/>
              <a:t>Nivå 5</a:t>
            </a:r>
            <a:endParaRPr lang="en-US" dirty="0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steside/konta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BEKK_kart.jpg"/>
          <p:cNvPicPr>
            <a:picLocks noChangeAspect="1"/>
          </p:cNvPicPr>
          <p:nvPr userDrawn="1"/>
        </p:nvPicPr>
        <p:blipFill>
          <a:blip r:embed="rId2" cstate="print"/>
          <a:srcRect b="15921"/>
          <a:stretch>
            <a:fillRect/>
          </a:stretch>
        </p:blipFill>
        <p:spPr>
          <a:xfrm>
            <a:off x="234896" y="207917"/>
            <a:ext cx="8643600" cy="2955840"/>
          </a:xfrm>
          <a:prstGeom prst="rect">
            <a:avLst/>
          </a:prstGeom>
        </p:spPr>
      </p:pic>
      <p:pic>
        <p:nvPicPr>
          <p:cNvPr id="19" name="Picture 18" descr="Bekk_pos [Converted].jpg                                       0007AA60 AndresMac                      C163723E: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86657" y="4086234"/>
            <a:ext cx="972000" cy="254607"/>
          </a:xfrm>
          <a:prstGeom prst="rect">
            <a:avLst/>
          </a:prstGeom>
          <a:noFill/>
        </p:spPr>
      </p:pic>
      <p:sp>
        <p:nvSpPr>
          <p:cNvPr id="23" name="TextBox 22"/>
          <p:cNvSpPr txBox="1"/>
          <p:nvPr userDrawn="1"/>
        </p:nvSpPr>
        <p:spPr>
          <a:xfrm>
            <a:off x="2216727" y="5786883"/>
            <a:ext cx="47197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800" dirty="0" smtClean="0">
                <a:latin typeface="Georgia" pitchFamily="18" charset="0"/>
              </a:rPr>
              <a:t>BEKK CONSULTING AS</a:t>
            </a:r>
          </a:p>
          <a:p>
            <a:pPr algn="ctr"/>
            <a:r>
              <a:rPr lang="nb-NO" sz="800" dirty="0" smtClean="0">
                <a:latin typeface="Georgia" pitchFamily="18" charset="0"/>
              </a:rPr>
              <a:t>SKUR 39, VIPPETANGEN. P.O. BOX 134 SENTRUM, 0102 OSLO,</a:t>
            </a:r>
            <a:r>
              <a:rPr lang="nb-NO" sz="800" baseline="0" dirty="0" smtClean="0">
                <a:latin typeface="Georgia" pitchFamily="18" charset="0"/>
              </a:rPr>
              <a:t> NORWAY. </a:t>
            </a:r>
            <a:r>
              <a:rPr lang="nb-NO" sz="800" dirty="0" smtClean="0">
                <a:latin typeface="Georgia" pitchFamily="18" charset="0"/>
              </a:rPr>
              <a:t>WWW.BEKK.NO</a:t>
            </a:r>
            <a:endParaRPr lang="en-US" sz="800" dirty="0">
              <a:latin typeface="Georgia" pitchFamily="18" charset="0"/>
            </a:endParaRPr>
          </a:p>
        </p:txBody>
      </p:sp>
      <p:sp>
        <p:nvSpPr>
          <p:cNvPr id="7" name="Content Placeholder 24"/>
          <p:cNvSpPr>
            <a:spLocks noGrp="1"/>
          </p:cNvSpPr>
          <p:nvPr>
            <p:ph sz="quarter" idx="13" hasCustomPrompt="1"/>
          </p:nvPr>
        </p:nvSpPr>
        <p:spPr>
          <a:xfrm>
            <a:off x="2928937" y="4643417"/>
            <a:ext cx="3286125" cy="180000"/>
          </a:xfrm>
        </p:spPr>
        <p:txBody>
          <a:bodyPr t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&lt;</a:t>
            </a:r>
            <a:r>
              <a:rPr lang="en-US" dirty="0" err="1" smtClean="0"/>
              <a:t>navn</a:t>
            </a:r>
            <a:r>
              <a:rPr lang="en-US" dirty="0" smtClean="0"/>
              <a:t>&gt;</a:t>
            </a:r>
            <a:endParaRPr lang="nb-NO" dirty="0" smtClean="0"/>
          </a:p>
        </p:txBody>
      </p:sp>
      <p:sp>
        <p:nvSpPr>
          <p:cNvPr id="10" name="Content Placeholder 24"/>
          <p:cNvSpPr>
            <a:spLocks noGrp="1"/>
          </p:cNvSpPr>
          <p:nvPr>
            <p:ph sz="quarter" idx="16" hasCustomPrompt="1"/>
          </p:nvPr>
        </p:nvSpPr>
        <p:spPr>
          <a:xfrm>
            <a:off x="2928937" y="4830464"/>
            <a:ext cx="3286125" cy="180000"/>
          </a:xfrm>
        </p:spPr>
        <p:txBody>
          <a:bodyPr t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&lt;stilling&gt;</a:t>
            </a:r>
            <a:endParaRPr lang="nb-NO" dirty="0" smtClean="0"/>
          </a:p>
        </p:txBody>
      </p:sp>
      <p:sp>
        <p:nvSpPr>
          <p:cNvPr id="12" name="Content Placeholder 24"/>
          <p:cNvSpPr>
            <a:spLocks noGrp="1"/>
          </p:cNvSpPr>
          <p:nvPr>
            <p:ph sz="quarter" idx="17" hasCustomPrompt="1"/>
          </p:nvPr>
        </p:nvSpPr>
        <p:spPr>
          <a:xfrm>
            <a:off x="2928937" y="5016805"/>
            <a:ext cx="3286125" cy="180000"/>
          </a:xfrm>
        </p:spPr>
        <p:txBody>
          <a:bodyPr t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baseline="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+47 &lt;</a:t>
            </a:r>
            <a:r>
              <a:rPr lang="en-US" dirty="0" err="1" smtClean="0"/>
              <a:t>telefonnumer</a:t>
            </a:r>
            <a:r>
              <a:rPr lang="en-US" dirty="0" smtClean="0"/>
              <a:t>&gt;</a:t>
            </a:r>
            <a:endParaRPr lang="nb-NO" dirty="0" smtClean="0"/>
          </a:p>
        </p:txBody>
      </p:sp>
      <p:sp>
        <p:nvSpPr>
          <p:cNvPr id="13" name="Content Placeholder 24"/>
          <p:cNvSpPr>
            <a:spLocks noGrp="1"/>
          </p:cNvSpPr>
          <p:nvPr>
            <p:ph sz="quarter" idx="18" hasCustomPrompt="1"/>
          </p:nvPr>
        </p:nvSpPr>
        <p:spPr>
          <a:xfrm>
            <a:off x="2928937" y="5204609"/>
            <a:ext cx="3286125" cy="180000"/>
          </a:xfrm>
        </p:spPr>
        <p:txBody>
          <a:bodyPr t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&lt;e-</a:t>
            </a:r>
            <a:r>
              <a:rPr lang="en-US" dirty="0" err="1" smtClean="0"/>
              <a:t>postadresse</a:t>
            </a:r>
            <a:r>
              <a:rPr lang="en-US" dirty="0" smtClean="0"/>
              <a:t>&gt;</a:t>
            </a:r>
            <a:endParaRPr lang="nb-NO" dirty="0" smtClean="0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&quot;Negativ&quot;, midtstilt tekst">
    <p:bg>
      <p:bgPr>
        <a:solidFill>
          <a:srgbClr val="3226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244416" y="882615"/>
            <a:ext cx="8636118" cy="5075306"/>
          </a:xfrm>
        </p:spPr>
        <p:txBody>
          <a:bodyPr anchor="ctr" anchorCtr="0"/>
          <a:lstStyle>
            <a:lvl1pPr algn="ctr">
              <a:lnSpc>
                <a:spcPct val="100000"/>
              </a:lnSpc>
              <a:spcAft>
                <a:spcPts val="1800"/>
              </a:spcAft>
              <a:defRPr sz="320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dirty="0" smtClean="0"/>
              <a:t>“</a:t>
            </a:r>
            <a:r>
              <a:rPr lang="en-US" dirty="0" err="1" smtClean="0"/>
              <a:t>Negativ</a:t>
            </a:r>
            <a:r>
              <a:rPr lang="en-US" dirty="0" smtClean="0"/>
              <a:t> foil”. </a:t>
            </a:r>
            <a:r>
              <a:rPr lang="en-US" dirty="0" err="1" smtClean="0"/>
              <a:t>Brukes</a:t>
            </a:r>
            <a:r>
              <a:rPr lang="en-US" dirty="0" smtClean="0"/>
              <a:t> </a:t>
            </a:r>
            <a:r>
              <a:rPr lang="en-US" dirty="0" err="1" smtClean="0"/>
              <a:t>til</a:t>
            </a:r>
            <a:r>
              <a:rPr lang="en-US" dirty="0" smtClean="0"/>
              <a:t> </a:t>
            </a:r>
            <a:r>
              <a:rPr lang="en-US" dirty="0" err="1" smtClean="0"/>
              <a:t>foiler</a:t>
            </a:r>
            <a:r>
              <a:rPr lang="en-US" dirty="0" smtClean="0"/>
              <a:t> med </a:t>
            </a:r>
            <a:r>
              <a:rPr lang="en-US" dirty="0" err="1" smtClean="0"/>
              <a:t>enkelt</a:t>
            </a:r>
            <a:r>
              <a:rPr lang="en-US" dirty="0" smtClean="0"/>
              <a:t> </a:t>
            </a:r>
            <a:r>
              <a:rPr lang="en-US" dirty="0" err="1" smtClean="0"/>
              <a:t>budskap</a:t>
            </a:r>
            <a:r>
              <a:rPr lang="en-US" dirty="0" smtClean="0"/>
              <a:t>/</a:t>
            </a:r>
            <a:r>
              <a:rPr lang="en-US" dirty="0" err="1" smtClean="0"/>
              <a:t>pønsj</a:t>
            </a:r>
            <a:r>
              <a:rPr lang="en-US" dirty="0" smtClean="0"/>
              <a:t>. (</a:t>
            </a:r>
            <a:r>
              <a:rPr lang="en-US" dirty="0" err="1" smtClean="0"/>
              <a:t>Bør</a:t>
            </a:r>
            <a:r>
              <a:rPr lang="en-US" dirty="0" smtClean="0"/>
              <a:t> </a:t>
            </a:r>
            <a:r>
              <a:rPr lang="en-US" dirty="0" err="1" smtClean="0"/>
              <a:t>av</a:t>
            </a:r>
            <a:r>
              <a:rPr lang="en-US" dirty="0" smtClean="0"/>
              <a:t> </a:t>
            </a:r>
            <a:r>
              <a:rPr lang="en-US" dirty="0" err="1" smtClean="0"/>
              <a:t>miljømessige</a:t>
            </a:r>
            <a:r>
              <a:rPr lang="en-US" dirty="0" smtClean="0"/>
              <a:t> </a:t>
            </a:r>
            <a:r>
              <a:rPr lang="en-US" dirty="0" err="1" smtClean="0"/>
              <a:t>hensyn</a:t>
            </a:r>
            <a:r>
              <a:rPr lang="en-US" dirty="0" smtClean="0"/>
              <a:t>/</a:t>
            </a:r>
            <a:r>
              <a:rPr lang="en-US" dirty="0" err="1" smtClean="0"/>
              <a:t>blekkforbruk</a:t>
            </a:r>
            <a:r>
              <a:rPr lang="en-US" dirty="0" smtClean="0"/>
              <a:t> IKKE </a:t>
            </a:r>
            <a:r>
              <a:rPr lang="en-US" dirty="0" err="1" smtClean="0"/>
              <a:t>brukes</a:t>
            </a:r>
            <a:r>
              <a:rPr lang="en-US" dirty="0" smtClean="0"/>
              <a:t> </a:t>
            </a:r>
            <a:r>
              <a:rPr lang="en-US" dirty="0" err="1" smtClean="0"/>
              <a:t>til</a:t>
            </a:r>
            <a:r>
              <a:rPr lang="en-US" dirty="0" smtClean="0"/>
              <a:t> </a:t>
            </a:r>
            <a:r>
              <a:rPr lang="en-US" dirty="0" err="1" smtClean="0"/>
              <a:t>foiler</a:t>
            </a:r>
            <a:r>
              <a:rPr lang="en-US" dirty="0" smtClean="0"/>
              <a:t> </a:t>
            </a:r>
            <a:r>
              <a:rPr lang="en-US" dirty="0" err="1" smtClean="0"/>
              <a:t>som</a:t>
            </a:r>
            <a:r>
              <a:rPr lang="en-US" dirty="0" smtClean="0"/>
              <a:t> </a:t>
            </a:r>
            <a:r>
              <a:rPr lang="en-US" dirty="0" err="1" smtClean="0"/>
              <a:t>skal</a:t>
            </a:r>
            <a:r>
              <a:rPr lang="en-US" dirty="0" smtClean="0"/>
              <a:t> </a:t>
            </a:r>
            <a:r>
              <a:rPr lang="en-US" dirty="0" err="1" smtClean="0"/>
              <a:t>skrives</a:t>
            </a:r>
            <a:r>
              <a:rPr lang="en-US" dirty="0" smtClean="0"/>
              <a:t> </a:t>
            </a:r>
            <a:r>
              <a:rPr lang="en-US" dirty="0" err="1" smtClean="0"/>
              <a:t>ut</a:t>
            </a:r>
            <a:r>
              <a:rPr lang="en-US" dirty="0" smtClean="0"/>
              <a:t>.)</a:t>
            </a:r>
            <a:endParaRPr lang="en-US" dirty="0"/>
          </a:p>
        </p:txBody>
      </p:sp>
    </p:spTree>
  </p:cSld>
  <p:clrMapOvr>
    <a:masterClrMapping/>
  </p:clrMapOvr>
  <p:transition>
    <p:fade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&quot;Negativ&quot;, punktliste">
    <p:bg>
      <p:bgPr>
        <a:solidFill>
          <a:srgbClr val="3226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246004" y="590643"/>
            <a:ext cx="8634530" cy="5988050"/>
          </a:xfrm>
        </p:spPr>
        <p:txBody>
          <a:bodyPr/>
          <a:lstStyle>
            <a:lvl1pPr marL="358775" indent="-358775">
              <a:lnSpc>
                <a:spcPct val="100000"/>
              </a:lnSpc>
              <a:spcAft>
                <a:spcPts val="1800"/>
              </a:spcAft>
              <a:buClr>
                <a:srgbClr val="FFFFFF"/>
              </a:buClr>
              <a:buFont typeface="Wingdings" pitchFamily="2" charset="2"/>
              <a:buChar char="§"/>
              <a:defRPr sz="3200">
                <a:solidFill>
                  <a:srgbClr val="FFFFFF"/>
                </a:solidFill>
              </a:defRPr>
            </a:lvl1pPr>
            <a:lvl2pPr marL="896938" indent="-358775">
              <a:lnSpc>
                <a:spcPct val="100000"/>
              </a:lnSpc>
              <a:spcAft>
                <a:spcPts val="1800"/>
              </a:spcAft>
              <a:buClr>
                <a:srgbClr val="FFFFFF"/>
              </a:buClr>
              <a:buFont typeface="Aharoni" pitchFamily="2" charset="-79"/>
              <a:buChar char="–"/>
              <a:defRPr sz="2800">
                <a:solidFill>
                  <a:srgbClr val="FFFFFF"/>
                </a:solidFill>
              </a:defRPr>
            </a:lvl2pPr>
            <a:lvl3pPr>
              <a:buClr>
                <a:srgbClr val="F8F8F8"/>
              </a:buClr>
              <a:buFont typeface="Wingdings" pitchFamily="2" charset="2"/>
              <a:buChar char="§"/>
              <a:defRPr sz="2400">
                <a:solidFill>
                  <a:srgbClr val="F8F8F8"/>
                </a:solidFill>
              </a:defRPr>
            </a:lvl3pPr>
            <a:lvl4pPr>
              <a:buClr>
                <a:srgbClr val="F8F8F8"/>
              </a:buClr>
              <a:buFont typeface="Wingdings" pitchFamily="2" charset="2"/>
              <a:buChar char="§"/>
              <a:defRPr sz="2000">
                <a:solidFill>
                  <a:srgbClr val="F8F8F8"/>
                </a:solidFill>
              </a:defRPr>
            </a:lvl4pPr>
            <a:lvl5pPr>
              <a:buClr>
                <a:srgbClr val="F8F8F8"/>
              </a:buClr>
              <a:buFont typeface="Wingdings" pitchFamily="2" charset="2"/>
              <a:buChar char="§"/>
              <a:defRPr sz="2000">
                <a:solidFill>
                  <a:srgbClr val="F8F8F8"/>
                </a:solidFill>
              </a:defRPr>
            </a:lvl5pPr>
          </a:lstStyle>
          <a:p>
            <a:pPr lvl="0"/>
            <a:r>
              <a:rPr lang="nb-NO" dirty="0" smtClean="0"/>
              <a:t>“Negativ foil”. Brukes til foiler med enkelt </a:t>
            </a:r>
            <a:r>
              <a:rPr lang="nb-NO" dirty="0" err="1" smtClean="0"/>
              <a:t>budskap/pønsj</a:t>
            </a:r>
            <a:r>
              <a:rPr lang="nb-NO" dirty="0" smtClean="0"/>
              <a:t>. (Bør av miljømessige hensyn/blekkforbruk IKKE brukes til foiler som skal skrives ut.)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 kolo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 smtClean="0"/>
              <a:t>&lt;</a:t>
            </a:r>
            <a:r>
              <a:rPr lang="en-US" dirty="0" err="1" smtClean="0"/>
              <a:t>Tittel</a:t>
            </a:r>
            <a:r>
              <a:rPr lang="en-US" dirty="0" smtClean="0"/>
              <a:t>&gt;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58825" y="1274733"/>
            <a:ext cx="4208400" cy="48780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b-NO" noProof="0" dirty="0" smtClean="0"/>
              <a:t>Gode presentasjoner har bilder/illustrasjoner, begrenset med tekst og mye luft…</a:t>
            </a:r>
            <a:endParaRPr lang="en-US" dirty="0" smtClean="0"/>
          </a:p>
          <a:p>
            <a:pPr lvl="1"/>
            <a:r>
              <a:rPr lang="en-US" dirty="0" err="1" smtClean="0"/>
              <a:t>Nivå</a:t>
            </a:r>
            <a:r>
              <a:rPr lang="en-US" dirty="0" smtClean="0"/>
              <a:t> 2</a:t>
            </a:r>
          </a:p>
          <a:p>
            <a:pPr lvl="2"/>
            <a:r>
              <a:rPr lang="en-US" dirty="0" err="1" smtClean="0"/>
              <a:t>Nivå</a:t>
            </a:r>
            <a:r>
              <a:rPr lang="en-US" dirty="0" smtClean="0"/>
              <a:t> 3</a:t>
            </a:r>
          </a:p>
          <a:p>
            <a:pPr lvl="3"/>
            <a:r>
              <a:rPr lang="en-US" dirty="0" err="1" smtClean="0"/>
              <a:t>Nivå</a:t>
            </a:r>
            <a:r>
              <a:rPr lang="en-US" dirty="0" smtClean="0"/>
              <a:t> 4</a:t>
            </a:r>
          </a:p>
          <a:p>
            <a:pPr lvl="4"/>
            <a:r>
              <a:rPr lang="nb-NO" dirty="0" smtClean="0"/>
              <a:t>Nivå 5</a:t>
            </a:r>
            <a:endParaRPr lang="nb-NO" noProof="0" dirty="0"/>
          </a:p>
        </p:txBody>
      </p:sp>
      <p:sp>
        <p:nvSpPr>
          <p:cNvPr id="7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78734" y="1274732"/>
            <a:ext cx="4208400" cy="48780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b-NO" noProof="0" dirty="0" smtClean="0"/>
              <a:t>Gode presentasjoner har bilder/illustrasjoner, begrenset med tekst og mye luft…</a:t>
            </a:r>
            <a:endParaRPr lang="en-US" dirty="0" smtClean="0"/>
          </a:p>
          <a:p>
            <a:pPr lvl="1"/>
            <a:r>
              <a:rPr lang="en-US" dirty="0" err="1" smtClean="0"/>
              <a:t>Nivå</a:t>
            </a:r>
            <a:r>
              <a:rPr lang="en-US" dirty="0" smtClean="0"/>
              <a:t> 2</a:t>
            </a:r>
          </a:p>
          <a:p>
            <a:pPr lvl="2"/>
            <a:r>
              <a:rPr lang="en-US" dirty="0" err="1" smtClean="0"/>
              <a:t>Nivå</a:t>
            </a:r>
            <a:r>
              <a:rPr lang="en-US" dirty="0" smtClean="0"/>
              <a:t> 3</a:t>
            </a:r>
          </a:p>
          <a:p>
            <a:pPr lvl="3"/>
            <a:r>
              <a:rPr lang="en-US" dirty="0" err="1" smtClean="0"/>
              <a:t>Nivå</a:t>
            </a:r>
            <a:r>
              <a:rPr lang="en-US" dirty="0" smtClean="0"/>
              <a:t> 4</a:t>
            </a:r>
          </a:p>
          <a:p>
            <a:pPr lvl="4"/>
            <a:r>
              <a:rPr lang="nb-NO" dirty="0" smtClean="0"/>
              <a:t>Nivå 5</a:t>
            </a:r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9860" y="6492875"/>
            <a:ext cx="4322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nb-NO" smtClean="0"/>
              <a:t>Bunntekst -- Endres i toppmenyen: ”Insert” -&gt; ”Header &amp; Footer” (Velg ”Apply to all”)</a:t>
            </a:r>
            <a:endParaRPr lang="en-US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42035" y="6492899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dirty="0" smtClean="0"/>
              <a:t>Side </a:t>
            </a:r>
            <a:fld id="{0C342036-F52B-48FD-A090-765F7E4C887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249890" y="6224049"/>
            <a:ext cx="8640000" cy="21431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00"/>
            </a:lvl1pPr>
            <a:lvl2pPr>
              <a:buNone/>
              <a:defRPr sz="100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 dirty="0" smtClean="0"/>
              <a:t>&lt;</a:t>
            </a:r>
            <a:r>
              <a:rPr lang="en-US" dirty="0" err="1" smtClean="0"/>
              <a:t>Fotnote</a:t>
            </a:r>
            <a:r>
              <a:rPr lang="en-US" dirty="0" smtClean="0"/>
              <a:t>&gt;</a:t>
            </a:r>
            <a:endParaRPr lang="en-US" dirty="0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 kolo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 smtClean="0"/>
              <a:t>&lt;</a:t>
            </a:r>
            <a:r>
              <a:rPr lang="en-US" dirty="0" err="1" smtClean="0"/>
              <a:t>Tittel</a:t>
            </a:r>
            <a:r>
              <a:rPr lang="en-US" dirty="0" smtClean="0"/>
              <a:t>&gt;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58825" y="1274733"/>
            <a:ext cx="2808000" cy="4878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b-NO" noProof="0" dirty="0" smtClean="0"/>
              <a:t>Nivå 1</a:t>
            </a:r>
            <a:endParaRPr lang="en-US" dirty="0" smtClean="0"/>
          </a:p>
          <a:p>
            <a:pPr lvl="1"/>
            <a:r>
              <a:rPr lang="en-US" dirty="0" err="1" smtClean="0"/>
              <a:t>Nivå</a:t>
            </a:r>
            <a:r>
              <a:rPr lang="en-US" dirty="0" smtClean="0"/>
              <a:t> 2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169391" y="1274732"/>
            <a:ext cx="2808000" cy="4878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b-NO" noProof="0" dirty="0" smtClean="0"/>
              <a:t>Nivå 1</a:t>
            </a:r>
            <a:endParaRPr lang="en-US" dirty="0" smtClean="0"/>
          </a:p>
          <a:p>
            <a:pPr lvl="1"/>
            <a:r>
              <a:rPr lang="en-US" dirty="0" err="1" smtClean="0"/>
              <a:t>Nivå</a:t>
            </a:r>
            <a:r>
              <a:rPr lang="en-US" dirty="0" smtClean="0"/>
              <a:t> 2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9860" y="6492875"/>
            <a:ext cx="4322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nb-NO" smtClean="0"/>
              <a:t>Bunntekst -- Endres i toppmenyen: ”Insert” -&gt; ”Header &amp; Footer” (Velg ”Apply to all”)</a:t>
            </a:r>
            <a:endParaRPr lang="en-US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42035" y="6492899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dirty="0" smtClean="0"/>
              <a:t>Side </a:t>
            </a:r>
            <a:fld id="{0C342036-F52B-48FD-A090-765F7E4C887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249890" y="6224049"/>
            <a:ext cx="8640000" cy="21431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00"/>
            </a:lvl1pPr>
            <a:lvl2pPr>
              <a:buNone/>
              <a:defRPr sz="100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 dirty="0" smtClean="0"/>
              <a:t>&lt;</a:t>
            </a:r>
            <a:r>
              <a:rPr lang="en-US" dirty="0" err="1" smtClean="0"/>
              <a:t>Fotnote</a:t>
            </a:r>
            <a:r>
              <a:rPr lang="en-US" dirty="0" smtClean="0"/>
              <a:t>&gt;</a:t>
            </a:r>
            <a:endParaRPr lang="en-US" dirty="0"/>
          </a:p>
        </p:txBody>
      </p:sp>
      <p:sp>
        <p:nvSpPr>
          <p:cNvPr id="8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6079957" y="1274732"/>
            <a:ext cx="2808000" cy="4878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b-NO" noProof="0" dirty="0" smtClean="0"/>
              <a:t>Nivå 1 </a:t>
            </a:r>
          </a:p>
          <a:p>
            <a:pPr lvl="1"/>
            <a:r>
              <a:rPr lang="en-US" dirty="0" err="1" smtClean="0"/>
              <a:t>Nivå</a:t>
            </a:r>
            <a:r>
              <a:rPr lang="en-US" dirty="0" smtClean="0"/>
              <a:t> 2</a:t>
            </a: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 kolonner (brune seksjon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 smtClean="0"/>
              <a:t>&lt;</a:t>
            </a:r>
            <a:r>
              <a:rPr lang="en-US" dirty="0" err="1" smtClean="0"/>
              <a:t>Tittel</a:t>
            </a:r>
            <a:r>
              <a:rPr lang="en-US" dirty="0" smtClean="0"/>
              <a:t>&gt;</a:t>
            </a:r>
            <a:endParaRPr lang="en-US" dirty="0"/>
          </a:p>
        </p:txBody>
      </p:sp>
      <p:sp>
        <p:nvSpPr>
          <p:cNvPr id="7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198280" y="1712886"/>
            <a:ext cx="2747440" cy="4418075"/>
          </a:xfrm>
        </p:spPr>
        <p:txBody>
          <a:bodyPr/>
          <a:lstStyle>
            <a:lvl1pPr marL="0" indent="0">
              <a:lnSpc>
                <a:spcPts val="2000"/>
              </a:lnSpc>
              <a:spcBef>
                <a:spcPts val="1000"/>
              </a:spcBef>
              <a:spcAft>
                <a:spcPts val="0"/>
              </a:spcAft>
              <a:buNone/>
              <a:defRPr sz="1600" baseline="0"/>
            </a:lvl1pPr>
            <a:lvl2pPr>
              <a:defRPr sz="1400"/>
            </a:lvl2pPr>
            <a:lvl3pPr>
              <a:buNone/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b-NO" noProof="0" dirty="0" smtClean="0"/>
              <a:t>Første punkt (</a:t>
            </a:r>
            <a:r>
              <a:rPr lang="nb-NO" noProof="0" dirty="0" err="1" smtClean="0"/>
              <a:t>bullet</a:t>
            </a:r>
            <a:r>
              <a:rPr lang="nb-NO" noProof="0" dirty="0" smtClean="0"/>
              <a:t> ikke nødvendig)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9860" y="6492875"/>
            <a:ext cx="4322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nb-NO" smtClean="0"/>
              <a:t>Bunntekst -- Endres i toppmenyen: ”Insert” -&gt; ”Header &amp; Footer” (Velg ”Apply to all”)</a:t>
            </a:r>
            <a:endParaRPr lang="en-US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42035" y="6492899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dirty="0" smtClean="0"/>
              <a:t>Side </a:t>
            </a:r>
            <a:fld id="{0C342036-F52B-48FD-A090-765F7E4C887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249890" y="6224049"/>
            <a:ext cx="8640000" cy="21431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00"/>
            </a:lvl1pPr>
            <a:lvl2pPr>
              <a:buNone/>
              <a:defRPr sz="100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 dirty="0" smtClean="0"/>
              <a:t>&lt;</a:t>
            </a:r>
            <a:r>
              <a:rPr lang="en-US" dirty="0" err="1" smtClean="0"/>
              <a:t>Fotnote</a:t>
            </a:r>
            <a:r>
              <a:rPr lang="en-US" dirty="0" smtClean="0"/>
              <a:t>&gt;</a:t>
            </a:r>
            <a:endParaRPr lang="en-US" dirty="0"/>
          </a:p>
        </p:txBody>
      </p:sp>
      <p:sp>
        <p:nvSpPr>
          <p:cNvPr id="15" name="Rectangle 8"/>
          <p:cNvSpPr>
            <a:spLocks noGrp="1"/>
          </p:cNvSpPr>
          <p:nvPr>
            <p:ph type="body" sz="quarter" idx="15" hasCustomPrompt="1"/>
          </p:nvPr>
        </p:nvSpPr>
        <p:spPr>
          <a:xfrm>
            <a:off x="3198280" y="1274732"/>
            <a:ext cx="2747440" cy="360000"/>
          </a:xfrm>
          <a:solidFill>
            <a:schemeClr val="accent1"/>
          </a:solidFill>
        </p:spPr>
        <p:txBody>
          <a:bodyPr tIns="36000" bIns="36000" anchor="ctr" anchorCtr="0"/>
          <a:lstStyle>
            <a:lvl1pPr>
              <a:lnSpc>
                <a:spcPct val="100000"/>
              </a:lnSpc>
              <a:spcAft>
                <a:spcPts val="0"/>
              </a:spcAft>
              <a:buNone/>
              <a:defRPr sz="1600" b="0" baseline="0">
                <a:solidFill>
                  <a:schemeClr val="bg1"/>
                </a:solidFill>
              </a:defRPr>
            </a:lvl1pPr>
            <a:extLst/>
          </a:lstStyle>
          <a:p>
            <a:pPr lvl="0"/>
            <a:r>
              <a:rPr lang="nb-NO" dirty="0" smtClean="0"/>
              <a:t>&lt;Tittel&gt;</a:t>
            </a:r>
            <a:endParaRPr lang="en-US" dirty="0"/>
          </a:p>
        </p:txBody>
      </p:sp>
      <p:sp>
        <p:nvSpPr>
          <p:cNvPr id="14" name="Content Placeholder 3"/>
          <p:cNvSpPr>
            <a:spLocks noGrp="1"/>
          </p:cNvSpPr>
          <p:nvPr>
            <p:ph sz="half" idx="18" hasCustomPrompt="1"/>
          </p:nvPr>
        </p:nvSpPr>
        <p:spPr>
          <a:xfrm>
            <a:off x="254501" y="1712886"/>
            <a:ext cx="2747440" cy="4418075"/>
          </a:xfrm>
        </p:spPr>
        <p:txBody>
          <a:bodyPr/>
          <a:lstStyle>
            <a:lvl1pPr marL="0" indent="0">
              <a:lnSpc>
                <a:spcPts val="2000"/>
              </a:lnSpc>
              <a:spcBef>
                <a:spcPts val="1000"/>
              </a:spcBef>
              <a:spcAft>
                <a:spcPts val="0"/>
              </a:spcAft>
              <a:buNone/>
              <a:defRPr sz="1600" baseline="0"/>
            </a:lvl1pPr>
            <a:lvl2pPr>
              <a:defRPr sz="1400"/>
            </a:lvl2pPr>
            <a:lvl3pPr>
              <a:buNone/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b-NO" noProof="0" dirty="0" smtClean="0"/>
              <a:t>Første punkt (</a:t>
            </a:r>
            <a:r>
              <a:rPr lang="nb-NO" noProof="0" dirty="0" err="1" smtClean="0"/>
              <a:t>bullet</a:t>
            </a:r>
            <a:r>
              <a:rPr lang="nb-NO" noProof="0" dirty="0" smtClean="0"/>
              <a:t> ikke nødvendig)</a:t>
            </a:r>
          </a:p>
        </p:txBody>
      </p:sp>
      <p:sp>
        <p:nvSpPr>
          <p:cNvPr id="17" name="Rectangle 8"/>
          <p:cNvSpPr>
            <a:spLocks noGrp="1"/>
          </p:cNvSpPr>
          <p:nvPr>
            <p:ph type="body" sz="quarter" idx="19" hasCustomPrompt="1"/>
          </p:nvPr>
        </p:nvSpPr>
        <p:spPr>
          <a:xfrm>
            <a:off x="254501" y="1274732"/>
            <a:ext cx="2747440" cy="360000"/>
          </a:xfrm>
          <a:solidFill>
            <a:schemeClr val="accent1"/>
          </a:solidFill>
        </p:spPr>
        <p:txBody>
          <a:bodyPr tIns="36000" bIns="36000" anchor="ctr" anchorCtr="0"/>
          <a:lstStyle>
            <a:lvl1pPr>
              <a:lnSpc>
                <a:spcPct val="100000"/>
              </a:lnSpc>
              <a:spcAft>
                <a:spcPts val="0"/>
              </a:spcAft>
              <a:buNone/>
              <a:defRPr sz="1600" b="0" baseline="0">
                <a:solidFill>
                  <a:schemeClr val="bg1"/>
                </a:solidFill>
              </a:defRPr>
            </a:lvl1pPr>
            <a:extLst/>
          </a:lstStyle>
          <a:p>
            <a:pPr lvl="0"/>
            <a:r>
              <a:rPr lang="nb-NO" dirty="0" smtClean="0"/>
              <a:t>&lt;Tittel&gt;</a:t>
            </a:r>
            <a:endParaRPr lang="en-US" dirty="0"/>
          </a:p>
        </p:txBody>
      </p:sp>
      <p:sp>
        <p:nvSpPr>
          <p:cNvPr id="18" name="Content Placeholder 3"/>
          <p:cNvSpPr>
            <a:spLocks noGrp="1"/>
          </p:cNvSpPr>
          <p:nvPr>
            <p:ph sz="half" idx="20" hasCustomPrompt="1"/>
          </p:nvPr>
        </p:nvSpPr>
        <p:spPr>
          <a:xfrm>
            <a:off x="6132441" y="1712886"/>
            <a:ext cx="2747440" cy="4418075"/>
          </a:xfrm>
        </p:spPr>
        <p:txBody>
          <a:bodyPr/>
          <a:lstStyle>
            <a:lvl1pPr marL="0" indent="0">
              <a:lnSpc>
                <a:spcPts val="2000"/>
              </a:lnSpc>
              <a:spcBef>
                <a:spcPts val="1000"/>
              </a:spcBef>
              <a:spcAft>
                <a:spcPts val="0"/>
              </a:spcAft>
              <a:buNone/>
              <a:defRPr sz="1600" baseline="0"/>
            </a:lvl1pPr>
            <a:lvl2pPr>
              <a:defRPr sz="1400"/>
            </a:lvl2pPr>
            <a:lvl3pPr>
              <a:buNone/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b-NO" noProof="0" dirty="0" smtClean="0"/>
              <a:t>Første punkt (</a:t>
            </a:r>
            <a:r>
              <a:rPr lang="nb-NO" noProof="0" dirty="0" err="1" smtClean="0"/>
              <a:t>bullet</a:t>
            </a:r>
            <a:r>
              <a:rPr lang="nb-NO" noProof="0" dirty="0" smtClean="0"/>
              <a:t> ikke nødvendig)</a:t>
            </a:r>
          </a:p>
        </p:txBody>
      </p:sp>
      <p:sp>
        <p:nvSpPr>
          <p:cNvPr id="19" name="Rectangle 8"/>
          <p:cNvSpPr>
            <a:spLocks noGrp="1"/>
          </p:cNvSpPr>
          <p:nvPr>
            <p:ph type="body" sz="quarter" idx="21" hasCustomPrompt="1"/>
          </p:nvPr>
        </p:nvSpPr>
        <p:spPr>
          <a:xfrm>
            <a:off x="6132441" y="1274732"/>
            <a:ext cx="2747440" cy="360000"/>
          </a:xfrm>
          <a:solidFill>
            <a:schemeClr val="accent1"/>
          </a:solidFill>
        </p:spPr>
        <p:txBody>
          <a:bodyPr tIns="36000" bIns="36000" anchor="ctr" anchorCtr="0"/>
          <a:lstStyle>
            <a:lvl1pPr>
              <a:lnSpc>
                <a:spcPct val="100000"/>
              </a:lnSpc>
              <a:spcAft>
                <a:spcPts val="0"/>
              </a:spcAft>
              <a:buNone/>
              <a:defRPr sz="1600" b="0" baseline="0">
                <a:solidFill>
                  <a:schemeClr val="bg1"/>
                </a:solidFill>
              </a:defRPr>
            </a:lvl1pPr>
            <a:extLst/>
          </a:lstStyle>
          <a:p>
            <a:pPr lvl="0"/>
            <a:r>
              <a:rPr lang="nb-NO" dirty="0" smtClean="0"/>
              <a:t>&lt;Tittel&gt;</a:t>
            </a:r>
            <a:endParaRPr lang="en-US" dirty="0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ks seksjo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 smtClean="0"/>
              <a:t>&lt;</a:t>
            </a:r>
            <a:r>
              <a:rPr lang="en-US" dirty="0" err="1" smtClean="0"/>
              <a:t>Tittel</a:t>
            </a:r>
            <a:r>
              <a:rPr lang="en-US" dirty="0" smtClean="0"/>
              <a:t>&gt;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58825" y="1274733"/>
            <a:ext cx="2808000" cy="2412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b-NO" noProof="0" dirty="0" smtClean="0"/>
              <a:t>Nivå 1</a:t>
            </a:r>
            <a:endParaRPr lang="en-US" dirty="0" smtClean="0"/>
          </a:p>
          <a:p>
            <a:pPr lvl="1"/>
            <a:r>
              <a:rPr lang="en-US" dirty="0" err="1" smtClean="0"/>
              <a:t>Nivå</a:t>
            </a:r>
            <a:r>
              <a:rPr lang="en-US" dirty="0" smtClean="0"/>
              <a:t> 2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169391" y="1274732"/>
            <a:ext cx="2808000" cy="2412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b-NO" noProof="0" dirty="0" smtClean="0"/>
              <a:t>Nivå 1</a:t>
            </a:r>
            <a:endParaRPr lang="en-US" dirty="0" smtClean="0"/>
          </a:p>
          <a:p>
            <a:pPr lvl="1"/>
            <a:r>
              <a:rPr lang="en-US" dirty="0" err="1" smtClean="0"/>
              <a:t>Nivå</a:t>
            </a:r>
            <a:r>
              <a:rPr lang="en-US" dirty="0" smtClean="0"/>
              <a:t> 2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9860" y="6492875"/>
            <a:ext cx="4322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nb-NO" smtClean="0"/>
              <a:t>Bunntekst -- Endres i toppmenyen: ”Insert” -&gt; ”Header &amp; Footer” (Velg ”Apply to all”)</a:t>
            </a:r>
            <a:endParaRPr lang="en-US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42035" y="6492899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dirty="0" smtClean="0"/>
              <a:t>Side </a:t>
            </a:r>
            <a:fld id="{0C342036-F52B-48FD-A090-765F7E4C887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249890" y="6224049"/>
            <a:ext cx="8640000" cy="21431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00"/>
            </a:lvl1pPr>
            <a:lvl2pPr>
              <a:buNone/>
              <a:defRPr sz="100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 dirty="0" smtClean="0"/>
              <a:t>&lt;</a:t>
            </a:r>
            <a:r>
              <a:rPr lang="en-US" dirty="0" err="1" smtClean="0"/>
              <a:t>Fotnote</a:t>
            </a:r>
            <a:r>
              <a:rPr lang="en-US" dirty="0" smtClean="0"/>
              <a:t>&gt;</a:t>
            </a:r>
            <a:endParaRPr lang="en-US" dirty="0"/>
          </a:p>
        </p:txBody>
      </p:sp>
      <p:sp>
        <p:nvSpPr>
          <p:cNvPr id="8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6079957" y="1274732"/>
            <a:ext cx="2808000" cy="2412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b-NO" noProof="0" dirty="0" smtClean="0"/>
              <a:t>Nivå 1 </a:t>
            </a:r>
          </a:p>
          <a:p>
            <a:pPr lvl="1"/>
            <a:r>
              <a:rPr lang="en-US" dirty="0" err="1" smtClean="0"/>
              <a:t>Nivå</a:t>
            </a:r>
            <a:r>
              <a:rPr lang="en-US" dirty="0" smtClean="0"/>
              <a:t> 2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sz="half" idx="15" hasCustomPrompt="1"/>
          </p:nvPr>
        </p:nvSpPr>
        <p:spPr>
          <a:xfrm>
            <a:off x="258825" y="3757618"/>
            <a:ext cx="2808000" cy="2412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b-NO" noProof="0" dirty="0" smtClean="0"/>
              <a:t>Nivå 1</a:t>
            </a:r>
            <a:endParaRPr lang="en-US" dirty="0" smtClean="0"/>
          </a:p>
          <a:p>
            <a:pPr lvl="1"/>
            <a:r>
              <a:rPr lang="en-US" dirty="0" err="1" smtClean="0"/>
              <a:t>Nivå</a:t>
            </a:r>
            <a:r>
              <a:rPr lang="en-US" dirty="0" smtClean="0"/>
              <a:t> 2</a:t>
            </a:r>
          </a:p>
        </p:txBody>
      </p:sp>
      <p:sp>
        <p:nvSpPr>
          <p:cNvPr id="16" name="Content Placeholder 3"/>
          <p:cNvSpPr>
            <a:spLocks noGrp="1"/>
          </p:cNvSpPr>
          <p:nvPr>
            <p:ph sz="half" idx="16" hasCustomPrompt="1"/>
          </p:nvPr>
        </p:nvSpPr>
        <p:spPr>
          <a:xfrm>
            <a:off x="3169391" y="3757617"/>
            <a:ext cx="2808000" cy="2412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b-NO" noProof="0" dirty="0" smtClean="0"/>
              <a:t>Nivå 1</a:t>
            </a:r>
            <a:endParaRPr lang="en-US" dirty="0" smtClean="0"/>
          </a:p>
          <a:p>
            <a:pPr lvl="1"/>
            <a:r>
              <a:rPr lang="en-US" dirty="0" err="1" smtClean="0"/>
              <a:t>Nivå</a:t>
            </a:r>
            <a:r>
              <a:rPr lang="en-US" dirty="0" smtClean="0"/>
              <a:t> 2</a:t>
            </a:r>
          </a:p>
        </p:txBody>
      </p:sp>
      <p:sp>
        <p:nvSpPr>
          <p:cNvPr id="17" name="Content Placeholder 3"/>
          <p:cNvSpPr>
            <a:spLocks noGrp="1"/>
          </p:cNvSpPr>
          <p:nvPr>
            <p:ph sz="half" idx="17" hasCustomPrompt="1"/>
          </p:nvPr>
        </p:nvSpPr>
        <p:spPr>
          <a:xfrm>
            <a:off x="6079957" y="3757617"/>
            <a:ext cx="2808000" cy="2412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b-NO" noProof="0" dirty="0" smtClean="0"/>
              <a:t>Nivå 1 </a:t>
            </a:r>
          </a:p>
          <a:p>
            <a:pPr lvl="1"/>
            <a:r>
              <a:rPr lang="en-US" dirty="0" err="1" smtClean="0"/>
              <a:t>Nivå</a:t>
            </a:r>
            <a:r>
              <a:rPr lang="en-US" dirty="0" smtClean="0"/>
              <a:t> 2</a:t>
            </a: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rgepale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 userDrawn="1"/>
        </p:nvGraphicFramePr>
        <p:xfrm>
          <a:off x="249234" y="1267074"/>
          <a:ext cx="8643940" cy="47883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2187"/>
                <a:gridCol w="839799"/>
                <a:gridCol w="3286170"/>
                <a:gridCol w="3225784"/>
              </a:tblGrid>
              <a:tr h="300013">
                <a:tc>
                  <a:txBody>
                    <a:bodyPr/>
                    <a:lstStyle/>
                    <a:p>
                      <a:r>
                        <a:rPr lang="nb-NO" sz="1000" dirty="0" smtClean="0">
                          <a:latin typeface="Georgia" pitchFamily="18" charset="0"/>
                        </a:rPr>
                        <a:t>Fargekode</a:t>
                      </a:r>
                      <a:endParaRPr lang="en-US" sz="1000" dirty="0">
                        <a:latin typeface="Georgia" pitchFamily="18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1000" dirty="0" smtClean="0">
                          <a:latin typeface="Georgia" pitchFamily="18" charset="0"/>
                        </a:rPr>
                        <a:t>Farge</a:t>
                      </a:r>
                      <a:endParaRPr lang="en-US" sz="1000" dirty="0">
                        <a:latin typeface="Georgia" pitchFamily="18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1000" dirty="0" smtClean="0">
                          <a:latin typeface="Georgia" pitchFamily="18" charset="0"/>
                        </a:rPr>
                        <a:t>Vekting (veiledende)</a:t>
                      </a:r>
                      <a:endParaRPr lang="en-US" sz="1000" dirty="0">
                        <a:latin typeface="Georgia" pitchFamily="18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1000" dirty="0" smtClean="0">
                          <a:latin typeface="Georgia" pitchFamily="18" charset="0"/>
                        </a:rPr>
                        <a:t>Kommentar</a:t>
                      </a:r>
                      <a:endParaRPr lang="en-US" sz="1000" dirty="0">
                        <a:latin typeface="Georgia" pitchFamily="18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</a:tr>
              <a:tr h="448833">
                <a:tc>
                  <a:txBody>
                    <a:bodyPr/>
                    <a:lstStyle/>
                    <a:p>
                      <a:r>
                        <a:rPr lang="nb-NO" sz="1000" dirty="0" smtClean="0">
                          <a:latin typeface="Georgia" pitchFamily="18" charset="0"/>
                        </a:rPr>
                        <a:t>RGB: 255, 255, 255</a:t>
                      </a:r>
                      <a:endParaRPr lang="en-US" sz="1000" dirty="0">
                        <a:latin typeface="Georgia" pitchFamily="18" charset="0"/>
                      </a:endParaRPr>
                    </a:p>
                  </a:txBody>
                  <a:tcPr anchor="ctr">
                    <a:solidFill>
                      <a:srgbClr val="DAD6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1000" dirty="0" smtClean="0">
                          <a:latin typeface="Georgia" pitchFamily="18" charset="0"/>
                        </a:rPr>
                        <a:t>Hvit</a:t>
                      </a:r>
                      <a:endParaRPr lang="en-US" sz="1000" dirty="0">
                        <a:latin typeface="Georgia" pitchFamily="18" charset="0"/>
                      </a:endParaRPr>
                    </a:p>
                  </a:txBody>
                  <a:tcPr anchor="ctr">
                    <a:solidFill>
                      <a:srgbClr val="DAD6C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>
                        <a:latin typeface="Georgia" pitchFamily="18" charset="0"/>
                      </a:endParaRPr>
                    </a:p>
                  </a:txBody>
                  <a:tcPr anchor="ctr">
                    <a:solidFill>
                      <a:srgbClr val="DAD6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1000" b="1" dirty="0" smtClean="0">
                          <a:latin typeface="Georgia" pitchFamily="18" charset="0"/>
                        </a:rPr>
                        <a:t>Hovedfarge.</a:t>
                      </a:r>
                      <a:r>
                        <a:rPr lang="nb-NO" sz="1000" dirty="0" smtClean="0">
                          <a:latin typeface="Georgia" pitchFamily="18" charset="0"/>
                        </a:rPr>
                        <a:t> Sikrer at</a:t>
                      </a:r>
                      <a:r>
                        <a:rPr lang="nb-NO" sz="1000" baseline="0" dirty="0" smtClean="0">
                          <a:latin typeface="Georgia" pitchFamily="18" charset="0"/>
                        </a:rPr>
                        <a:t> foilene i størst mulig grad er oversiktlig og luftige. </a:t>
                      </a:r>
                      <a:endParaRPr lang="en-US" sz="1000" dirty="0">
                        <a:latin typeface="Georgia" pitchFamily="18" charset="0"/>
                      </a:endParaRPr>
                    </a:p>
                  </a:txBody>
                  <a:tcPr anchor="ctr">
                    <a:solidFill>
                      <a:srgbClr val="DAD6CB"/>
                    </a:solidFill>
                  </a:tcPr>
                </a:tc>
              </a:tr>
              <a:tr h="448833">
                <a:tc>
                  <a:txBody>
                    <a:bodyPr/>
                    <a:lstStyle/>
                    <a:p>
                      <a:r>
                        <a:rPr lang="nb-NO" sz="1000" dirty="0" smtClean="0">
                          <a:latin typeface="Georgia" pitchFamily="18" charset="0"/>
                        </a:rPr>
                        <a:t>RGB:</a:t>
                      </a:r>
                      <a:r>
                        <a:rPr lang="nb-NO" sz="1000" baseline="0" dirty="0" smtClean="0">
                          <a:latin typeface="Georgia" pitchFamily="18" charset="0"/>
                        </a:rPr>
                        <a:t> 0, 0, 0</a:t>
                      </a:r>
                      <a:endParaRPr lang="en-US" sz="1000" dirty="0">
                        <a:latin typeface="Georgia" pitchFamily="18" charset="0"/>
                      </a:endParaRPr>
                    </a:p>
                  </a:txBody>
                  <a:tcPr anchor="ctr">
                    <a:solidFill>
                      <a:srgbClr val="E9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1000" dirty="0" smtClean="0">
                          <a:latin typeface="Georgia" pitchFamily="18" charset="0"/>
                        </a:rPr>
                        <a:t>Sort</a:t>
                      </a:r>
                      <a:endParaRPr lang="en-US" sz="1000" dirty="0">
                        <a:latin typeface="Georgia" pitchFamily="18" charset="0"/>
                      </a:endParaRPr>
                    </a:p>
                  </a:txBody>
                  <a:tcPr anchor="ctr">
                    <a:solidFill>
                      <a:srgbClr val="E9E6D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Georgia" pitchFamily="18" charset="0"/>
                      </a:endParaRPr>
                    </a:p>
                  </a:txBody>
                  <a:tcPr anchor="ctr">
                    <a:solidFill>
                      <a:srgbClr val="E9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1000" b="1" dirty="0" smtClean="0">
                          <a:latin typeface="Georgia" pitchFamily="18" charset="0"/>
                        </a:rPr>
                        <a:t>Fontfarge</a:t>
                      </a:r>
                      <a:r>
                        <a:rPr lang="nb-NO" sz="1000" b="1" baseline="0" dirty="0" smtClean="0">
                          <a:latin typeface="Georgia" pitchFamily="18" charset="0"/>
                        </a:rPr>
                        <a:t> (tekstfarge).</a:t>
                      </a:r>
                      <a:r>
                        <a:rPr lang="nb-NO" sz="1000" baseline="0" dirty="0" smtClean="0">
                          <a:latin typeface="Georgia" pitchFamily="18" charset="0"/>
                        </a:rPr>
                        <a:t> Sikrer høy kontrast og god lesbarhet.</a:t>
                      </a:r>
                      <a:endParaRPr lang="en-US" sz="1000" dirty="0">
                        <a:latin typeface="Georgia" pitchFamily="18" charset="0"/>
                      </a:endParaRPr>
                    </a:p>
                  </a:txBody>
                  <a:tcPr anchor="ctr">
                    <a:solidFill>
                      <a:srgbClr val="E9E6DF"/>
                    </a:solidFill>
                  </a:tcPr>
                </a:tc>
              </a:tr>
              <a:tr h="448833">
                <a:tc>
                  <a:txBody>
                    <a:bodyPr/>
                    <a:lstStyle/>
                    <a:p>
                      <a:r>
                        <a:rPr lang="nb-NO" sz="1000" dirty="0" smtClean="0">
                          <a:latin typeface="Georgia" pitchFamily="18" charset="0"/>
                        </a:rPr>
                        <a:t>RGB:</a:t>
                      </a:r>
                      <a:r>
                        <a:rPr lang="nb-NO" sz="1000" baseline="0" dirty="0" smtClean="0">
                          <a:latin typeface="Georgia" pitchFamily="18" charset="0"/>
                        </a:rPr>
                        <a:t> 50, 38, 26</a:t>
                      </a:r>
                      <a:endParaRPr lang="en-US" sz="1000" dirty="0">
                        <a:latin typeface="Georgia" pitchFamily="18" charset="0"/>
                      </a:endParaRPr>
                    </a:p>
                  </a:txBody>
                  <a:tcPr anchor="ctr">
                    <a:solidFill>
                      <a:srgbClr val="DAD6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1000" dirty="0" smtClean="0">
                          <a:latin typeface="Georgia" pitchFamily="18" charset="0"/>
                        </a:rPr>
                        <a:t>Mørk</a:t>
                      </a:r>
                      <a:r>
                        <a:rPr lang="nb-NO" sz="1000" baseline="0" dirty="0" smtClean="0">
                          <a:latin typeface="Georgia" pitchFamily="18" charset="0"/>
                        </a:rPr>
                        <a:t> b</a:t>
                      </a:r>
                      <a:r>
                        <a:rPr lang="nb-NO" sz="1000" dirty="0" smtClean="0">
                          <a:latin typeface="Georgia" pitchFamily="18" charset="0"/>
                        </a:rPr>
                        <a:t>run</a:t>
                      </a:r>
                      <a:endParaRPr lang="en-US" sz="1000" dirty="0">
                        <a:latin typeface="Georgia" pitchFamily="18" charset="0"/>
                      </a:endParaRPr>
                    </a:p>
                  </a:txBody>
                  <a:tcPr anchor="ctr">
                    <a:solidFill>
                      <a:srgbClr val="DAD6C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Georgia" pitchFamily="18" charset="0"/>
                      </a:endParaRPr>
                    </a:p>
                  </a:txBody>
                  <a:tcPr anchor="ctr">
                    <a:solidFill>
                      <a:srgbClr val="DAD6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1000" b="1" dirty="0" smtClean="0">
                          <a:latin typeface="Georgia" pitchFamily="18" charset="0"/>
                        </a:rPr>
                        <a:t>Identitetsfarge.</a:t>
                      </a:r>
                      <a:r>
                        <a:rPr lang="nb-NO" sz="1000" dirty="0" smtClean="0">
                          <a:latin typeface="Georgia" pitchFamily="18" charset="0"/>
                        </a:rPr>
                        <a:t> Brukes</a:t>
                      </a:r>
                      <a:r>
                        <a:rPr lang="nb-NO" sz="1000" baseline="0" dirty="0" smtClean="0">
                          <a:latin typeface="Georgia" pitchFamily="18" charset="0"/>
                        </a:rPr>
                        <a:t> i illustrasjoner og modeller som alternativ til sort.</a:t>
                      </a:r>
                      <a:endParaRPr lang="en-US" sz="1000" dirty="0">
                        <a:latin typeface="Georgia" pitchFamily="18" charset="0"/>
                      </a:endParaRPr>
                    </a:p>
                  </a:txBody>
                  <a:tcPr anchor="ctr">
                    <a:solidFill>
                      <a:srgbClr val="DAD6CB"/>
                    </a:solidFill>
                  </a:tcPr>
                </a:tc>
              </a:tr>
              <a:tr h="448833">
                <a:tc>
                  <a:txBody>
                    <a:bodyPr/>
                    <a:lstStyle/>
                    <a:p>
                      <a:r>
                        <a:rPr lang="nb-NO" sz="1000" dirty="0" smtClean="0">
                          <a:latin typeface="Georgia" pitchFamily="18" charset="0"/>
                        </a:rPr>
                        <a:t>RGB:</a:t>
                      </a:r>
                      <a:r>
                        <a:rPr lang="nb-NO" sz="1000" baseline="0" dirty="0" smtClean="0">
                          <a:latin typeface="Georgia" pitchFamily="18" charset="0"/>
                        </a:rPr>
                        <a:t> 133, 115, 98</a:t>
                      </a:r>
                      <a:endParaRPr lang="en-US" sz="1000" dirty="0">
                        <a:latin typeface="Georgia" pitchFamily="18" charset="0"/>
                      </a:endParaRPr>
                    </a:p>
                  </a:txBody>
                  <a:tcPr anchor="ctr">
                    <a:solidFill>
                      <a:srgbClr val="E9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1000" dirty="0" smtClean="0">
                          <a:latin typeface="Georgia" pitchFamily="18" charset="0"/>
                        </a:rPr>
                        <a:t>Brun</a:t>
                      </a:r>
                      <a:endParaRPr lang="en-US" sz="1000" dirty="0">
                        <a:latin typeface="Georgia" pitchFamily="18" charset="0"/>
                      </a:endParaRPr>
                    </a:p>
                  </a:txBody>
                  <a:tcPr anchor="ctr">
                    <a:solidFill>
                      <a:srgbClr val="E9E6D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Georgia" pitchFamily="18" charset="0"/>
                      </a:endParaRPr>
                    </a:p>
                  </a:txBody>
                  <a:tcPr anchor="ctr">
                    <a:solidFill>
                      <a:srgbClr val="E9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1000" b="1" dirty="0" smtClean="0">
                          <a:latin typeface="Georgia" pitchFamily="18" charset="0"/>
                        </a:rPr>
                        <a:t>Identitetsfarge.</a:t>
                      </a:r>
                      <a:r>
                        <a:rPr lang="nb-NO" sz="1000" dirty="0" smtClean="0">
                          <a:latin typeface="Georgia" pitchFamily="18" charset="0"/>
                        </a:rPr>
                        <a:t> Brukes</a:t>
                      </a:r>
                      <a:r>
                        <a:rPr lang="nb-NO" sz="1000" baseline="0" dirty="0" smtClean="0">
                          <a:latin typeface="Georgia" pitchFamily="18" charset="0"/>
                        </a:rPr>
                        <a:t> som overskrift til foiler og i illustrasjoner og modeller etc.</a:t>
                      </a:r>
                      <a:endParaRPr lang="en-US" sz="1000" dirty="0">
                        <a:latin typeface="Georgia" pitchFamily="18" charset="0"/>
                      </a:endParaRPr>
                    </a:p>
                  </a:txBody>
                  <a:tcPr anchor="ctr">
                    <a:solidFill>
                      <a:srgbClr val="E9E6DF"/>
                    </a:solidFill>
                  </a:tcPr>
                </a:tc>
              </a:tr>
              <a:tr h="448833">
                <a:tc>
                  <a:txBody>
                    <a:bodyPr/>
                    <a:lstStyle/>
                    <a:p>
                      <a:r>
                        <a:rPr lang="nb-NO" sz="1000" dirty="0" smtClean="0">
                          <a:latin typeface="Georgia" pitchFamily="18" charset="0"/>
                        </a:rPr>
                        <a:t>RGB:</a:t>
                      </a:r>
                      <a:r>
                        <a:rPr lang="nb-NO" sz="1000" baseline="0" dirty="0" smtClean="0">
                          <a:latin typeface="Georgia" pitchFamily="18" charset="0"/>
                        </a:rPr>
                        <a:t> 203, 192, 183</a:t>
                      </a:r>
                      <a:endParaRPr lang="en-US" sz="1000" dirty="0">
                        <a:latin typeface="Georgia" pitchFamily="18" charset="0"/>
                      </a:endParaRPr>
                    </a:p>
                  </a:txBody>
                  <a:tcPr anchor="ctr">
                    <a:solidFill>
                      <a:srgbClr val="DAD6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1000" dirty="0" smtClean="0">
                          <a:latin typeface="Georgia" pitchFamily="18" charset="0"/>
                        </a:rPr>
                        <a:t>Lys brun</a:t>
                      </a:r>
                      <a:endParaRPr lang="en-US" sz="1000" dirty="0">
                        <a:latin typeface="Georgia" pitchFamily="18" charset="0"/>
                      </a:endParaRPr>
                    </a:p>
                  </a:txBody>
                  <a:tcPr anchor="ctr">
                    <a:solidFill>
                      <a:srgbClr val="DAD6C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Georgia" pitchFamily="18" charset="0"/>
                      </a:endParaRPr>
                    </a:p>
                  </a:txBody>
                  <a:tcPr anchor="ctr">
                    <a:solidFill>
                      <a:srgbClr val="DAD6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1000" b="1" dirty="0" smtClean="0">
                          <a:latin typeface="Georgia" pitchFamily="18" charset="0"/>
                        </a:rPr>
                        <a:t>Identitetsfarge.</a:t>
                      </a:r>
                      <a:r>
                        <a:rPr lang="nb-NO" sz="1000" dirty="0" smtClean="0">
                          <a:latin typeface="Georgia" pitchFamily="18" charset="0"/>
                        </a:rPr>
                        <a:t> Brukes</a:t>
                      </a:r>
                      <a:r>
                        <a:rPr lang="nb-NO" sz="1000" baseline="0" dirty="0" smtClean="0">
                          <a:latin typeface="Georgia" pitchFamily="18" charset="0"/>
                        </a:rPr>
                        <a:t> i illustrasjoner og modeller etc.</a:t>
                      </a:r>
                      <a:endParaRPr lang="en-US" sz="1000" dirty="0">
                        <a:latin typeface="Georgia" pitchFamily="18" charset="0"/>
                      </a:endParaRPr>
                    </a:p>
                  </a:txBody>
                  <a:tcPr anchor="ctr">
                    <a:solidFill>
                      <a:srgbClr val="DAD6CB"/>
                    </a:solidFill>
                  </a:tcPr>
                </a:tc>
              </a:tr>
              <a:tr h="448833">
                <a:tc>
                  <a:txBody>
                    <a:bodyPr/>
                    <a:lstStyle/>
                    <a:p>
                      <a:r>
                        <a:rPr lang="nb-NO" sz="1000" dirty="0" smtClean="0">
                          <a:latin typeface="Georgia" pitchFamily="18" charset="0"/>
                        </a:rPr>
                        <a:t>RGB:</a:t>
                      </a:r>
                      <a:r>
                        <a:rPr lang="nb-NO" sz="1000" baseline="0" dirty="0" smtClean="0">
                          <a:latin typeface="Georgia" pitchFamily="18" charset="0"/>
                        </a:rPr>
                        <a:t> 16, 100, 112</a:t>
                      </a:r>
                      <a:endParaRPr lang="en-US" sz="1000" dirty="0">
                        <a:latin typeface="Georgia" pitchFamily="18" charset="0"/>
                      </a:endParaRPr>
                    </a:p>
                  </a:txBody>
                  <a:tcPr anchor="ctr">
                    <a:solidFill>
                      <a:srgbClr val="E9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1000" dirty="0" smtClean="0">
                          <a:latin typeface="Georgia" pitchFamily="18" charset="0"/>
                        </a:rPr>
                        <a:t>Mørk blå</a:t>
                      </a:r>
                      <a:endParaRPr lang="en-US" sz="1000" dirty="0">
                        <a:latin typeface="Georgia" pitchFamily="18" charset="0"/>
                      </a:endParaRPr>
                    </a:p>
                  </a:txBody>
                  <a:tcPr anchor="ctr">
                    <a:solidFill>
                      <a:srgbClr val="E9E6D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Georgia" pitchFamily="18" charset="0"/>
                      </a:endParaRPr>
                    </a:p>
                  </a:txBody>
                  <a:tcPr anchor="ctr">
                    <a:solidFill>
                      <a:srgbClr val="E9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1000" b="1" dirty="0" smtClean="0">
                          <a:latin typeface="Georgia" pitchFamily="18" charset="0"/>
                        </a:rPr>
                        <a:t>Støttefarge.</a:t>
                      </a:r>
                      <a:r>
                        <a:rPr lang="nb-NO" sz="1000" b="1" baseline="0" dirty="0" smtClean="0">
                          <a:latin typeface="Georgia" pitchFamily="18" charset="0"/>
                        </a:rPr>
                        <a:t> </a:t>
                      </a:r>
                      <a:r>
                        <a:rPr lang="nb-NO" sz="1000" dirty="0" smtClean="0">
                          <a:latin typeface="Georgia" pitchFamily="18" charset="0"/>
                        </a:rPr>
                        <a:t>Brukes</a:t>
                      </a:r>
                      <a:r>
                        <a:rPr lang="nb-NO" sz="1000" baseline="0" dirty="0" smtClean="0">
                          <a:latin typeface="Georgia" pitchFamily="18" charset="0"/>
                        </a:rPr>
                        <a:t> forsiktig i illustrasjoner og modeller etc.</a:t>
                      </a:r>
                      <a:endParaRPr lang="en-US" sz="1000" dirty="0">
                        <a:latin typeface="Georgia" pitchFamily="18" charset="0"/>
                      </a:endParaRPr>
                    </a:p>
                  </a:txBody>
                  <a:tcPr anchor="ctr">
                    <a:solidFill>
                      <a:srgbClr val="E9E6DF"/>
                    </a:solidFill>
                  </a:tcPr>
                </a:tc>
              </a:tr>
              <a:tr h="448833">
                <a:tc>
                  <a:txBody>
                    <a:bodyPr/>
                    <a:lstStyle/>
                    <a:p>
                      <a:r>
                        <a:rPr lang="nb-NO" sz="1000" dirty="0" smtClean="0">
                          <a:latin typeface="Georgia" pitchFamily="18" charset="0"/>
                        </a:rPr>
                        <a:t>RGB:</a:t>
                      </a:r>
                      <a:r>
                        <a:rPr lang="nb-NO" sz="1000" baseline="0" dirty="0" smtClean="0">
                          <a:latin typeface="Georgia" pitchFamily="18" charset="0"/>
                        </a:rPr>
                        <a:t> 130, 174, 182</a:t>
                      </a:r>
                      <a:endParaRPr lang="en-US" sz="1000" dirty="0">
                        <a:latin typeface="Georgia" pitchFamily="18" charset="0"/>
                      </a:endParaRPr>
                    </a:p>
                  </a:txBody>
                  <a:tcPr anchor="ctr">
                    <a:solidFill>
                      <a:srgbClr val="DAD6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1000" dirty="0" smtClean="0">
                          <a:latin typeface="Georgia" pitchFamily="18" charset="0"/>
                        </a:rPr>
                        <a:t>Blå</a:t>
                      </a:r>
                      <a:endParaRPr lang="en-US" sz="1000" dirty="0">
                        <a:latin typeface="Georgia" pitchFamily="18" charset="0"/>
                      </a:endParaRPr>
                    </a:p>
                  </a:txBody>
                  <a:tcPr anchor="ctr">
                    <a:solidFill>
                      <a:srgbClr val="DAD6C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Georgia" pitchFamily="18" charset="0"/>
                      </a:endParaRPr>
                    </a:p>
                  </a:txBody>
                  <a:tcPr anchor="ctr">
                    <a:solidFill>
                      <a:srgbClr val="DAD6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1000" b="1" dirty="0" smtClean="0">
                          <a:latin typeface="Georgia" pitchFamily="18" charset="0"/>
                        </a:rPr>
                        <a:t>Identitetsfarge.</a:t>
                      </a:r>
                      <a:r>
                        <a:rPr lang="nb-NO" sz="1000" dirty="0" smtClean="0">
                          <a:latin typeface="Georgia" pitchFamily="18" charset="0"/>
                        </a:rPr>
                        <a:t> Brukes</a:t>
                      </a:r>
                      <a:r>
                        <a:rPr lang="nb-NO" sz="1000" baseline="0" dirty="0" smtClean="0">
                          <a:latin typeface="Georgia" pitchFamily="18" charset="0"/>
                        </a:rPr>
                        <a:t> i illustrasjoner og modeller etc.</a:t>
                      </a:r>
                      <a:endParaRPr lang="en-US" sz="1000" dirty="0">
                        <a:latin typeface="Georgia" pitchFamily="18" charset="0"/>
                      </a:endParaRPr>
                    </a:p>
                  </a:txBody>
                  <a:tcPr anchor="ctr">
                    <a:solidFill>
                      <a:srgbClr val="DAD6CB"/>
                    </a:solidFill>
                  </a:tcPr>
                </a:tc>
              </a:tr>
              <a:tr h="448833">
                <a:tc>
                  <a:txBody>
                    <a:bodyPr/>
                    <a:lstStyle/>
                    <a:p>
                      <a:r>
                        <a:rPr lang="nb-NO" sz="1000" dirty="0" smtClean="0">
                          <a:latin typeface="Georgia" pitchFamily="18" charset="0"/>
                        </a:rPr>
                        <a:t>RGB:</a:t>
                      </a:r>
                      <a:r>
                        <a:rPr lang="nb-NO" sz="1000" baseline="0" dirty="0" smtClean="0">
                          <a:latin typeface="Georgia" pitchFamily="18" charset="0"/>
                        </a:rPr>
                        <a:t> 162, 199, 202</a:t>
                      </a:r>
                      <a:endParaRPr lang="en-US" sz="1000" dirty="0">
                        <a:latin typeface="Georgia" pitchFamily="18" charset="0"/>
                      </a:endParaRPr>
                    </a:p>
                  </a:txBody>
                  <a:tcPr anchor="ctr">
                    <a:solidFill>
                      <a:srgbClr val="E9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1000" dirty="0" err="1" smtClean="0">
                          <a:latin typeface="Georgia" pitchFamily="18" charset="0"/>
                        </a:rPr>
                        <a:t>Mellomblå</a:t>
                      </a:r>
                      <a:endParaRPr lang="en-US" sz="1000" dirty="0">
                        <a:latin typeface="Georgia" pitchFamily="18" charset="0"/>
                      </a:endParaRPr>
                    </a:p>
                  </a:txBody>
                  <a:tcPr anchor="ctr">
                    <a:solidFill>
                      <a:srgbClr val="E9E6D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Georgia" pitchFamily="18" charset="0"/>
                      </a:endParaRPr>
                    </a:p>
                  </a:txBody>
                  <a:tcPr anchor="ctr">
                    <a:solidFill>
                      <a:srgbClr val="E9E6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b-NO" sz="1000" b="1" dirty="0" smtClean="0">
                          <a:latin typeface="Georgia" pitchFamily="18" charset="0"/>
                        </a:rPr>
                        <a:t>Støttefarge.</a:t>
                      </a:r>
                      <a:r>
                        <a:rPr lang="nb-NO" sz="1000" b="1" baseline="0" dirty="0" smtClean="0">
                          <a:latin typeface="Georgia" pitchFamily="18" charset="0"/>
                        </a:rPr>
                        <a:t> </a:t>
                      </a:r>
                      <a:r>
                        <a:rPr lang="nb-NO" sz="1000" dirty="0" smtClean="0">
                          <a:latin typeface="Georgia" pitchFamily="18" charset="0"/>
                        </a:rPr>
                        <a:t>Brukes</a:t>
                      </a:r>
                      <a:r>
                        <a:rPr lang="nb-NO" sz="1000" baseline="0" dirty="0" smtClean="0">
                          <a:latin typeface="Georgia" pitchFamily="18" charset="0"/>
                        </a:rPr>
                        <a:t> i illustrasjoner og modeller etc.</a:t>
                      </a:r>
                      <a:endParaRPr lang="en-US" sz="1000" dirty="0" smtClean="0">
                        <a:latin typeface="Georgia" pitchFamily="18" charset="0"/>
                      </a:endParaRPr>
                    </a:p>
                  </a:txBody>
                  <a:tcPr anchor="ctr">
                    <a:solidFill>
                      <a:srgbClr val="E9E6DF"/>
                    </a:solidFill>
                  </a:tcPr>
                </a:tc>
              </a:tr>
              <a:tr h="448833">
                <a:tc>
                  <a:txBody>
                    <a:bodyPr/>
                    <a:lstStyle/>
                    <a:p>
                      <a:r>
                        <a:rPr lang="nb-NO" sz="1000" dirty="0" smtClean="0">
                          <a:latin typeface="Georgia" pitchFamily="18" charset="0"/>
                        </a:rPr>
                        <a:t>RGB:</a:t>
                      </a:r>
                      <a:r>
                        <a:rPr lang="nb-NO" sz="1000" baseline="0" dirty="0" smtClean="0">
                          <a:latin typeface="Georgia" pitchFamily="18" charset="0"/>
                        </a:rPr>
                        <a:t> 194, 216, 215</a:t>
                      </a:r>
                      <a:endParaRPr lang="en-US" sz="1000" dirty="0">
                        <a:latin typeface="Georgia" pitchFamily="18" charset="0"/>
                      </a:endParaRPr>
                    </a:p>
                  </a:txBody>
                  <a:tcPr anchor="ctr">
                    <a:solidFill>
                      <a:srgbClr val="DAD6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1000" dirty="0" smtClean="0">
                          <a:latin typeface="Georgia" pitchFamily="18" charset="0"/>
                        </a:rPr>
                        <a:t>Lys blå</a:t>
                      </a:r>
                      <a:endParaRPr lang="en-US" sz="1000" b="0" dirty="0">
                        <a:latin typeface="Georgia" pitchFamily="18" charset="0"/>
                      </a:endParaRPr>
                    </a:p>
                  </a:txBody>
                  <a:tcPr anchor="ctr">
                    <a:solidFill>
                      <a:srgbClr val="DAD6C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Georgia" pitchFamily="18" charset="0"/>
                      </a:endParaRPr>
                    </a:p>
                  </a:txBody>
                  <a:tcPr anchor="ctr">
                    <a:solidFill>
                      <a:srgbClr val="DAD6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b-NO" sz="1000" b="1" dirty="0" smtClean="0">
                          <a:latin typeface="Georgia" pitchFamily="18" charset="0"/>
                        </a:rPr>
                        <a:t>Støttefarge.</a:t>
                      </a:r>
                      <a:r>
                        <a:rPr lang="nb-NO" sz="1000" b="1" baseline="0" dirty="0" smtClean="0">
                          <a:latin typeface="Georgia" pitchFamily="18" charset="0"/>
                        </a:rPr>
                        <a:t> </a:t>
                      </a:r>
                      <a:r>
                        <a:rPr lang="nb-NO" sz="1000" dirty="0" smtClean="0">
                          <a:latin typeface="Georgia" pitchFamily="18" charset="0"/>
                        </a:rPr>
                        <a:t>Brukes</a:t>
                      </a:r>
                      <a:r>
                        <a:rPr lang="nb-NO" sz="1000" baseline="0" dirty="0" smtClean="0">
                          <a:latin typeface="Georgia" pitchFamily="18" charset="0"/>
                        </a:rPr>
                        <a:t> i illustrasjoner og modeller etc.</a:t>
                      </a:r>
                      <a:endParaRPr lang="en-US" sz="1000" dirty="0" smtClean="0">
                        <a:latin typeface="Georgia" pitchFamily="18" charset="0"/>
                      </a:endParaRPr>
                    </a:p>
                  </a:txBody>
                  <a:tcPr anchor="ctr">
                    <a:solidFill>
                      <a:srgbClr val="DAD6CB"/>
                    </a:solidFill>
                  </a:tcPr>
                </a:tc>
              </a:tr>
              <a:tr h="448833">
                <a:tc>
                  <a:txBody>
                    <a:bodyPr/>
                    <a:lstStyle/>
                    <a:p>
                      <a:r>
                        <a:rPr lang="nb-NO" sz="1000" dirty="0" smtClean="0">
                          <a:latin typeface="Georgia" pitchFamily="18" charset="0"/>
                        </a:rPr>
                        <a:t>RGB:</a:t>
                      </a:r>
                      <a:r>
                        <a:rPr lang="nb-NO" sz="1000" baseline="0" dirty="0" smtClean="0">
                          <a:latin typeface="Georgia" pitchFamily="18" charset="0"/>
                        </a:rPr>
                        <a:t> 240, 78, 82</a:t>
                      </a:r>
                      <a:endParaRPr lang="en-US" sz="1000" dirty="0">
                        <a:latin typeface="Georgia" pitchFamily="18" charset="0"/>
                      </a:endParaRPr>
                    </a:p>
                  </a:txBody>
                  <a:tcPr anchor="ctr">
                    <a:solidFill>
                      <a:srgbClr val="E9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1000" dirty="0" smtClean="0">
                          <a:latin typeface="Georgia" pitchFamily="18" charset="0"/>
                        </a:rPr>
                        <a:t>Rød</a:t>
                      </a:r>
                      <a:endParaRPr lang="en-US" sz="1000" dirty="0">
                        <a:latin typeface="Georgia" pitchFamily="18" charset="0"/>
                      </a:endParaRPr>
                    </a:p>
                  </a:txBody>
                  <a:tcPr anchor="ctr">
                    <a:solidFill>
                      <a:srgbClr val="E9E6D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Georgia" pitchFamily="18" charset="0"/>
                      </a:endParaRPr>
                    </a:p>
                  </a:txBody>
                  <a:tcPr anchor="ctr">
                    <a:solidFill>
                      <a:srgbClr val="E9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1000" b="1" dirty="0" smtClean="0">
                          <a:latin typeface="Georgia" pitchFamily="18" charset="0"/>
                        </a:rPr>
                        <a:t>Spotfarge.</a:t>
                      </a:r>
                      <a:r>
                        <a:rPr lang="nb-NO" sz="1000" baseline="0" dirty="0" smtClean="0">
                          <a:latin typeface="Georgia" pitchFamily="18" charset="0"/>
                        </a:rPr>
                        <a:t> Brukes forsiktig for å understreke detaljer i illustrasjoner og modeller etc.</a:t>
                      </a:r>
                      <a:endParaRPr lang="en-US" sz="1000" dirty="0">
                        <a:latin typeface="Georgia" pitchFamily="18" charset="0"/>
                      </a:endParaRPr>
                    </a:p>
                  </a:txBody>
                  <a:tcPr anchor="ctr">
                    <a:solidFill>
                      <a:srgbClr val="E9E6D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 userDrawn="1"/>
        </p:nvSpPr>
        <p:spPr>
          <a:xfrm>
            <a:off x="2425892" y="1636981"/>
            <a:ext cx="3168472" cy="32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b-NO" sz="1000" dirty="0" smtClean="0">
                <a:solidFill>
                  <a:srgbClr val="000000"/>
                </a:solidFill>
                <a:latin typeface="Georgia" pitchFamily="18" charset="0"/>
              </a:rPr>
              <a:t>40 % </a:t>
            </a:r>
            <a:endParaRPr lang="en-US" sz="1000" dirty="0">
              <a:solidFill>
                <a:srgbClr val="000000"/>
              </a:solidFill>
              <a:latin typeface="Georgia" pitchFamily="18" charset="0"/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2425893" y="2078269"/>
            <a:ext cx="831640" cy="32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b-NO" sz="1000" dirty="0" smtClean="0">
                <a:solidFill>
                  <a:schemeClr val="bg1"/>
                </a:solidFill>
                <a:latin typeface="Georgia" pitchFamily="18" charset="0"/>
              </a:rPr>
              <a:t>5 % </a:t>
            </a:r>
            <a:endParaRPr lang="en-US" sz="1000" dirty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2425893" y="2990454"/>
            <a:ext cx="1561900" cy="32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b-NO" sz="1000" dirty="0" smtClean="0">
                <a:solidFill>
                  <a:schemeClr val="bg1"/>
                </a:solidFill>
                <a:latin typeface="Georgia" pitchFamily="18" charset="0"/>
              </a:rPr>
              <a:t>15 % </a:t>
            </a:r>
            <a:endParaRPr lang="en-US" sz="1000" dirty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2425893" y="3426001"/>
            <a:ext cx="831640" cy="32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b-NO" sz="1000" dirty="0" smtClean="0">
                <a:solidFill>
                  <a:srgbClr val="000000"/>
                </a:solidFill>
                <a:latin typeface="Georgia" pitchFamily="18" charset="0"/>
              </a:rPr>
              <a:t>5 % </a:t>
            </a:r>
            <a:endParaRPr lang="en-US" sz="1000" dirty="0">
              <a:solidFill>
                <a:srgbClr val="000000"/>
              </a:solidFill>
              <a:latin typeface="Georgia" pitchFamily="18" charset="0"/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2425893" y="3873677"/>
            <a:ext cx="831640" cy="324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b-NO" sz="1000" dirty="0" smtClean="0">
                <a:solidFill>
                  <a:srgbClr val="000000"/>
                </a:solidFill>
                <a:latin typeface="Georgia" pitchFamily="18" charset="0"/>
              </a:rPr>
              <a:t>5 % </a:t>
            </a:r>
            <a:endParaRPr lang="en-US" sz="1000" dirty="0">
              <a:solidFill>
                <a:srgbClr val="000000"/>
              </a:solidFill>
              <a:latin typeface="Georgia" pitchFamily="18" charset="0"/>
            </a:endParaRPr>
          </a:p>
        </p:txBody>
      </p:sp>
      <p:sp>
        <p:nvSpPr>
          <p:cNvPr id="11" name="Rectangle 10"/>
          <p:cNvSpPr/>
          <p:nvPr userDrawn="1"/>
        </p:nvSpPr>
        <p:spPr>
          <a:xfrm>
            <a:off x="2425893" y="4324357"/>
            <a:ext cx="1561900" cy="324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b-NO" sz="1000" dirty="0" smtClean="0">
                <a:solidFill>
                  <a:srgbClr val="000000"/>
                </a:solidFill>
                <a:latin typeface="Georgia" pitchFamily="18" charset="0"/>
              </a:rPr>
              <a:t>15 % </a:t>
            </a:r>
            <a:endParaRPr lang="en-US" sz="1000" dirty="0">
              <a:solidFill>
                <a:srgbClr val="000000"/>
              </a:solidFill>
              <a:latin typeface="Georgia" pitchFamily="18" charset="0"/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2425893" y="4783150"/>
            <a:ext cx="831640" cy="324000"/>
          </a:xfrm>
          <a:prstGeom prst="rect">
            <a:avLst/>
          </a:prstGeom>
          <a:solidFill>
            <a:srgbClr val="A2C7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b-NO" sz="1000" dirty="0" smtClean="0">
                <a:solidFill>
                  <a:srgbClr val="000000"/>
                </a:solidFill>
                <a:latin typeface="Georgia" pitchFamily="18" charset="0"/>
              </a:rPr>
              <a:t>5 % </a:t>
            </a:r>
            <a:endParaRPr lang="en-US" sz="1000" dirty="0">
              <a:solidFill>
                <a:srgbClr val="000000"/>
              </a:solidFill>
              <a:latin typeface="Georgia" pitchFamily="18" charset="0"/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2425893" y="5218137"/>
            <a:ext cx="503022" cy="324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b-NO" sz="1000" dirty="0" smtClean="0">
                <a:solidFill>
                  <a:srgbClr val="000000"/>
                </a:solidFill>
                <a:latin typeface="Georgia" pitchFamily="18" charset="0"/>
              </a:rPr>
              <a:t>2,5 % </a:t>
            </a:r>
            <a:endParaRPr lang="en-US" sz="1000" dirty="0">
              <a:solidFill>
                <a:srgbClr val="000000"/>
              </a:solidFill>
              <a:latin typeface="Georgia" pitchFamily="18" charset="0"/>
            </a:endParaRPr>
          </a:p>
        </p:txBody>
      </p:sp>
      <p:sp>
        <p:nvSpPr>
          <p:cNvPr id="14" name="Rectangle 13"/>
          <p:cNvSpPr/>
          <p:nvPr userDrawn="1"/>
        </p:nvSpPr>
        <p:spPr>
          <a:xfrm>
            <a:off x="2425893" y="5665813"/>
            <a:ext cx="503022" cy="324000"/>
          </a:xfrm>
          <a:prstGeom prst="rect">
            <a:avLst/>
          </a:prstGeom>
          <a:solidFill>
            <a:srgbClr val="F04E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b-NO" sz="1000" dirty="0" smtClean="0">
                <a:solidFill>
                  <a:srgbClr val="000000"/>
                </a:solidFill>
                <a:latin typeface="Georgia" pitchFamily="18" charset="0"/>
              </a:rPr>
              <a:t>2,5 % </a:t>
            </a:r>
            <a:endParaRPr lang="en-US" sz="1000" dirty="0">
              <a:solidFill>
                <a:srgbClr val="000000"/>
              </a:solidFill>
              <a:latin typeface="Georgia" pitchFamily="18" charset="0"/>
            </a:endParaRPr>
          </a:p>
        </p:txBody>
      </p:sp>
      <p:sp>
        <p:nvSpPr>
          <p:cNvPr id="20" name="Rectangle 19"/>
          <p:cNvSpPr/>
          <p:nvPr userDrawn="1"/>
        </p:nvSpPr>
        <p:spPr>
          <a:xfrm>
            <a:off x="2425893" y="2543723"/>
            <a:ext cx="503022" cy="324000"/>
          </a:xfrm>
          <a:prstGeom prst="rect">
            <a:avLst/>
          </a:prstGeom>
          <a:solidFill>
            <a:srgbClr val="3226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b-NO" sz="1000" dirty="0" smtClean="0">
                <a:solidFill>
                  <a:schemeClr val="bg1"/>
                </a:solidFill>
                <a:latin typeface="Georgia" pitchFamily="18" charset="0"/>
              </a:rPr>
              <a:t>2,5 % </a:t>
            </a:r>
            <a:endParaRPr lang="en-US" sz="1000" dirty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22" name="TextBox 21"/>
          <p:cNvSpPr txBox="1"/>
          <p:nvPr userDrawn="1"/>
        </p:nvSpPr>
        <p:spPr>
          <a:xfrm>
            <a:off x="245536" y="279264"/>
            <a:ext cx="863499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2600" dirty="0" smtClean="0">
                <a:solidFill>
                  <a:schemeClr val="accent1"/>
                </a:solidFill>
                <a:latin typeface="+mj-lt"/>
              </a:rPr>
              <a:t>Fargepalett</a:t>
            </a:r>
            <a:endParaRPr lang="en-US" sz="2600" dirty="0">
              <a:solidFill>
                <a:schemeClr val="accent1"/>
              </a:solidFill>
              <a:latin typeface="+mj-lt"/>
            </a:endParaRP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e section (Standar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20" y="142852"/>
            <a:ext cx="8572560" cy="714380"/>
          </a:xfrm>
        </p:spPr>
        <p:txBody>
          <a:bodyPr/>
          <a:lstStyle>
            <a:lvl1pPr>
              <a:lnSpc>
                <a:spcPts val="3000"/>
              </a:lnSpc>
              <a:defRPr/>
            </a:lvl1pPr>
          </a:lstStyle>
          <a:p>
            <a:r>
              <a:rPr lang="en-US" noProof="0" smtClean="0"/>
              <a:t>Click to edit Master title style</a:t>
            </a:r>
            <a:endParaRPr lang="nb-NO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85720" y="1357298"/>
            <a:ext cx="8572560" cy="4786345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/>
            </a:lvl1pPr>
            <a:lvl2pPr>
              <a:spcBef>
                <a:spcPts val="0"/>
              </a:spcBef>
              <a:spcAft>
                <a:spcPts val="1200"/>
              </a:spcAft>
              <a:defRPr/>
            </a:lvl2pPr>
            <a:lvl3pPr>
              <a:spcBef>
                <a:spcPts val="0"/>
              </a:spcBef>
              <a:spcAft>
                <a:spcPts val="1200"/>
              </a:spcAft>
              <a:defRPr/>
            </a:lvl3pPr>
            <a:lvl4pPr>
              <a:spcBef>
                <a:spcPts val="0"/>
              </a:spcBef>
              <a:spcAft>
                <a:spcPts val="1200"/>
              </a:spcAft>
              <a:defRPr sz="1600"/>
            </a:lvl4pPr>
            <a:lvl5pPr>
              <a:spcBef>
                <a:spcPts val="0"/>
              </a:spcBef>
              <a:spcAft>
                <a:spcPts val="1200"/>
              </a:spcAft>
              <a:defRPr sz="1600"/>
            </a:lvl5pPr>
          </a:lstStyle>
          <a:p>
            <a:pPr lvl="0"/>
            <a:r>
              <a:rPr lang="nb-NO" noProof="0" dirty="0" err="1" smtClean="0"/>
              <a:t>Click</a:t>
            </a:r>
            <a:r>
              <a:rPr lang="nb-NO" noProof="0" dirty="0" smtClean="0"/>
              <a:t> to </a:t>
            </a:r>
            <a:r>
              <a:rPr lang="nb-NO" noProof="0" dirty="0" err="1" smtClean="0"/>
              <a:t>add</a:t>
            </a:r>
            <a:r>
              <a:rPr lang="nb-NO" noProof="0" dirty="0" smtClean="0"/>
              <a:t> </a:t>
            </a:r>
            <a:r>
              <a:rPr lang="nb-NO" noProof="0" dirty="0" err="1" smtClean="0"/>
              <a:t>text</a:t>
            </a:r>
            <a:endParaRPr lang="nb-NO" noProof="0" dirty="0" smtClean="0"/>
          </a:p>
          <a:p>
            <a:pPr lvl="1"/>
            <a:r>
              <a:rPr lang="nb-NO" noProof="0" dirty="0" err="1" smtClean="0"/>
              <a:t>Second</a:t>
            </a:r>
            <a:r>
              <a:rPr lang="nb-NO" noProof="0" dirty="0" smtClean="0"/>
              <a:t> </a:t>
            </a:r>
            <a:r>
              <a:rPr lang="nb-NO" noProof="0" dirty="0" err="1" smtClean="0"/>
              <a:t>level</a:t>
            </a:r>
            <a:endParaRPr lang="nb-NO" noProof="0" dirty="0" smtClean="0"/>
          </a:p>
          <a:p>
            <a:pPr lvl="2"/>
            <a:r>
              <a:rPr lang="nb-NO" noProof="0" dirty="0" err="1" smtClean="0"/>
              <a:t>Third</a:t>
            </a:r>
            <a:r>
              <a:rPr lang="nb-NO" noProof="0" dirty="0" smtClean="0"/>
              <a:t> </a:t>
            </a:r>
            <a:r>
              <a:rPr lang="nb-NO" noProof="0" dirty="0" err="1" smtClean="0"/>
              <a:t>level</a:t>
            </a:r>
            <a:endParaRPr lang="nb-NO" noProof="0" dirty="0" smtClean="0"/>
          </a:p>
          <a:p>
            <a:pPr lvl="3"/>
            <a:r>
              <a:rPr lang="nb-NO" noProof="0" dirty="0" err="1" smtClean="0"/>
              <a:t>Fourth</a:t>
            </a:r>
            <a:r>
              <a:rPr lang="nb-NO" noProof="0" dirty="0" smtClean="0"/>
              <a:t> </a:t>
            </a:r>
            <a:r>
              <a:rPr lang="nb-NO" noProof="0" dirty="0" err="1" smtClean="0"/>
              <a:t>level</a:t>
            </a:r>
            <a:endParaRPr lang="nb-NO" noProof="0" dirty="0" smtClean="0"/>
          </a:p>
          <a:p>
            <a:pPr lvl="4"/>
            <a:r>
              <a:rPr lang="nb-NO" noProof="0" dirty="0" err="1" smtClean="0"/>
              <a:t>Fifth</a:t>
            </a:r>
            <a:r>
              <a:rPr lang="nb-NO" noProof="0" dirty="0" smtClean="0"/>
              <a:t> </a:t>
            </a:r>
            <a:r>
              <a:rPr lang="nb-NO" noProof="0" dirty="0" err="1" smtClean="0"/>
              <a:t>level</a:t>
            </a:r>
            <a:endParaRPr lang="nb-NO" noProof="0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5720" y="6492875"/>
            <a:ext cx="40719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 smtClean="0"/>
              <a:t>BEKK</a:t>
            </a:r>
            <a:endParaRPr lang="en-US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15140" y="6492899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 smtClean="0"/>
              <a:t>Side </a:t>
            </a:r>
            <a:fld id="{0C342036-F52B-48FD-A090-765F7E4C887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285720" y="6215082"/>
            <a:ext cx="8572530" cy="21431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00"/>
            </a:lvl1pPr>
            <a:lvl2pPr>
              <a:buNone/>
              <a:defRPr sz="100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 dirty="0" smtClean="0"/>
              <a:t>Click to add footnote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91B992-D520-4BCA-B51C-2E81D98F732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9859" y="169747"/>
            <a:ext cx="86400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 smtClean="0"/>
              <a:t>&lt;</a:t>
            </a:r>
            <a:r>
              <a:rPr lang="en-US" dirty="0" err="1" smtClean="0"/>
              <a:t>Tittel</a:t>
            </a:r>
            <a:r>
              <a:rPr lang="en-US" dirty="0" smtClean="0"/>
              <a:t> master&gt;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9859" y="1274734"/>
            <a:ext cx="8640000" cy="48689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nb-NO" noProof="0" dirty="0" smtClean="0"/>
              <a:t>Gode presentasjoner har bilder/illustrasjoner, begrenset med tekst og mye luft…</a:t>
            </a:r>
            <a:endParaRPr lang="en-US" dirty="0" smtClean="0"/>
          </a:p>
          <a:p>
            <a:pPr lvl="1"/>
            <a:r>
              <a:rPr lang="en-US" dirty="0" err="1" smtClean="0"/>
              <a:t>Nivå</a:t>
            </a:r>
            <a:r>
              <a:rPr lang="en-US" dirty="0" smtClean="0"/>
              <a:t> 2</a:t>
            </a:r>
          </a:p>
          <a:p>
            <a:pPr lvl="2"/>
            <a:r>
              <a:rPr lang="en-US" dirty="0" err="1" smtClean="0"/>
              <a:t>Nivå</a:t>
            </a:r>
            <a:r>
              <a:rPr lang="en-US" dirty="0" smtClean="0"/>
              <a:t> 3</a:t>
            </a:r>
          </a:p>
          <a:p>
            <a:pPr lvl="3"/>
            <a:r>
              <a:rPr lang="en-US" dirty="0" err="1" smtClean="0"/>
              <a:t>Nivå</a:t>
            </a:r>
            <a:r>
              <a:rPr lang="en-US" dirty="0" smtClean="0"/>
              <a:t> 4</a:t>
            </a:r>
          </a:p>
          <a:p>
            <a:pPr lvl="4"/>
            <a:r>
              <a:rPr lang="nb-NO" dirty="0" smtClean="0"/>
              <a:t>Nivå 5</a:t>
            </a:r>
            <a:endParaRPr lang="en-US" dirty="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9860" y="6492875"/>
            <a:ext cx="4322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nb-NO" dirty="0" smtClean="0"/>
              <a:t>Bunntekst -- Endres i toppmenyen: ”</a:t>
            </a:r>
            <a:r>
              <a:rPr lang="nb-NO" dirty="0" err="1" smtClean="0"/>
              <a:t>Insert</a:t>
            </a:r>
            <a:r>
              <a:rPr lang="nb-NO" dirty="0" smtClean="0"/>
              <a:t>” -&gt; ”Header &amp; </a:t>
            </a:r>
            <a:r>
              <a:rPr lang="nb-NO" dirty="0" err="1" smtClean="0"/>
              <a:t>Footer</a:t>
            </a:r>
            <a:r>
              <a:rPr lang="nb-NO" dirty="0" smtClean="0"/>
              <a:t>” (Velg ”</a:t>
            </a:r>
            <a:r>
              <a:rPr lang="nb-NO" dirty="0" err="1" smtClean="0"/>
              <a:t>Apply</a:t>
            </a:r>
            <a:r>
              <a:rPr lang="nb-NO" dirty="0" smtClean="0"/>
              <a:t> to all”)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42035" y="6492899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dirty="0" smtClean="0"/>
              <a:t>Side </a:t>
            </a:r>
            <a:fld id="{0C342036-F52B-48FD-A090-765F7E4C887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Rectangle 92"/>
          <p:cNvSpPr>
            <a:spLocks noChangeArrowheads="1"/>
          </p:cNvSpPr>
          <p:nvPr/>
        </p:nvSpPr>
        <p:spPr bwMode="auto">
          <a:xfrm>
            <a:off x="250825" y="930240"/>
            <a:ext cx="8642350" cy="36000"/>
          </a:xfrm>
          <a:prstGeom prst="rect">
            <a:avLst/>
          </a:prstGeom>
          <a:solidFill>
            <a:srgbClr val="857362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l"/>
            <a:endParaRPr lang="nb-NO" sz="1600" b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26953" y="6240501"/>
            <a:ext cx="8653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6" r:id="rId2"/>
    <p:sldLayoutId id="2147483662" r:id="rId3"/>
    <p:sldLayoutId id="2147483708" r:id="rId4"/>
    <p:sldLayoutId id="2147483686" r:id="rId5"/>
    <p:sldLayoutId id="2147483672" r:id="rId6"/>
    <p:sldLayoutId id="2147483705" r:id="rId7"/>
    <p:sldLayoutId id="2147483703" r:id="rId8"/>
    <p:sldLayoutId id="2147483685" r:id="rId9"/>
    <p:sldLayoutId id="2147483693" r:id="rId10"/>
    <p:sldLayoutId id="2147483691" r:id="rId11"/>
    <p:sldLayoutId id="2147483694" r:id="rId12"/>
    <p:sldLayoutId id="2147483681" r:id="rId13"/>
    <p:sldLayoutId id="2147483709" r:id="rId14"/>
    <p:sldLayoutId id="2147483710" r:id="rId15"/>
  </p:sldLayoutIdLst>
  <p:transition>
    <p:fade thruBlk="1"/>
  </p:transition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lnSpc>
          <a:spcPts val="3000"/>
        </a:lnSpc>
        <a:spcBef>
          <a:spcPct val="0"/>
        </a:spcBef>
        <a:buNone/>
        <a:defRPr sz="2600" kern="1200">
          <a:solidFill>
            <a:srgbClr val="857362"/>
          </a:solidFill>
          <a:latin typeface="+mj-lt"/>
          <a:ea typeface="+mj-ea"/>
          <a:cs typeface="+mj-cs"/>
        </a:defRPr>
      </a:lvl1pPr>
    </p:titleStyle>
    <p:bodyStyle>
      <a:lvl1pPr marL="273600" indent="-273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5"/>
        </a:buClr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810000" indent="-273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5"/>
        </a:buClr>
        <a:buFont typeface="Aharoni" pitchFamily="2" charset="-79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350000" indent="-273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5"/>
        </a:buClr>
        <a:buFont typeface="Aharoni" pitchFamily="2" charset="-79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886400" indent="-273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5"/>
        </a:buClr>
        <a:buFont typeface="Aharoni" pitchFamily="2" charset="-79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422800" indent="-273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5"/>
        </a:buClr>
        <a:buFont typeface="Aharoni" pitchFamily="2" charset="-79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erlend.oftedal@bekk.no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hyperlink" Target="http://erlend.oftedal.no/blog" TargetMode="External"/><Relationship Id="rId4" Type="http://schemas.openxmlformats.org/officeDocument/2006/relationships/hyperlink" Target="http://twitter.com/webtonull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commons.wikimedia.org/wiki/File:Scrum_process.svg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://www.flickr.com/" TargetMode="External"/><Relationship Id="rId5" Type="http://schemas.openxmlformats.org/officeDocument/2006/relationships/hyperlink" Target="http://www.flickr.com/people/btt86/" TargetMode="Externa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mailto:erlend.oftedal@bekk.no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://erlend.ofteda.no/blog/" TargetMode="Externa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://msdn.microsoft.com/en-us/magazine/dd153756.aspx" TargetMode="External"/><Relationship Id="rId7" Type="http://schemas.openxmlformats.org/officeDocument/2006/relationships/hyperlink" Target="http://video.google.com/videoplay?docid=-8287209466278543377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://www.owasp.org/images/c/c2/AppSecEU09_-_Agile_Security_-_Erlend_Oftedal.ppt" TargetMode="External"/><Relationship Id="rId5" Type="http://schemas.openxmlformats.org/officeDocument/2006/relationships/hyperlink" Target="http://www.microsoft.com/downloads/details.aspx?FamilyID=d045a05a-c1fc-48c3-b4d5-b20353f97122&amp;displaylang=en" TargetMode="External"/><Relationship Id="rId4" Type="http://schemas.openxmlformats.org/officeDocument/2006/relationships/hyperlink" Target="http://www.microsoft.com/security/sdl/default.aspx" TargetMode="Externa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b-NO" dirty="0" smtClean="0"/>
              <a:t>Sikkerhet og smidig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b-NO" dirty="0" smtClean="0"/>
              <a:t>IASA, 17. mars 2010</a:t>
            </a:r>
            <a:endParaRPr lang="en-US" dirty="0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Erlend Oftedal</a:t>
            </a:r>
            <a:endParaRPr lang="en-US" dirty="0"/>
          </a:p>
        </p:txBody>
      </p:sp>
      <p:sp>
        <p:nvSpPr>
          <p:cNvPr id="4" name="Plassholder for innhold 3"/>
          <p:cNvSpPr>
            <a:spLocks noGrp="1"/>
          </p:cNvSpPr>
          <p:nvPr>
            <p:ph sz="quarter" idx="14"/>
          </p:nvPr>
        </p:nvSpPr>
        <p:spPr>
          <a:xfrm>
            <a:off x="263467" y="1274763"/>
            <a:ext cx="4808599" cy="4856199"/>
          </a:xfrm>
        </p:spPr>
        <p:txBody>
          <a:bodyPr/>
          <a:lstStyle/>
          <a:p>
            <a:r>
              <a:rPr lang="nb-NO" dirty="0" smtClean="0"/>
              <a:t>Seniorkonsulent og leder for sikkerhetsfaggruppen i BEKK</a:t>
            </a:r>
          </a:p>
          <a:p>
            <a:r>
              <a:rPr lang="nb-NO" dirty="0" smtClean="0"/>
              <a:t>Styremedlem i OWASP Norge</a:t>
            </a:r>
          </a:p>
          <a:p>
            <a:r>
              <a:rPr lang="nb-NO" dirty="0" smtClean="0"/>
              <a:t>Medlem av </a:t>
            </a:r>
            <a:r>
              <a:rPr lang="nb-NO" dirty="0" err="1" smtClean="0"/>
              <a:t>Honeynor</a:t>
            </a:r>
            <a:endParaRPr lang="nb-NO" dirty="0" smtClean="0"/>
          </a:p>
          <a:p>
            <a:endParaRPr lang="nb-NO" dirty="0" smtClean="0"/>
          </a:p>
          <a:p>
            <a:endParaRPr lang="nb-NO" dirty="0" smtClean="0"/>
          </a:p>
          <a:p>
            <a:endParaRPr lang="nb-NO" dirty="0" smtClean="0"/>
          </a:p>
          <a:p>
            <a:r>
              <a:rPr lang="nb-NO" dirty="0" err="1" smtClean="0">
                <a:hlinkClick r:id="rId3"/>
              </a:rPr>
              <a:t>erlend.oftedal@bekk.no</a:t>
            </a:r>
            <a:endParaRPr lang="nb-NO" dirty="0" smtClean="0"/>
          </a:p>
          <a:p>
            <a:r>
              <a:rPr lang="nb-NO" dirty="0" err="1" smtClean="0"/>
              <a:t>twitter</a:t>
            </a:r>
            <a:r>
              <a:rPr lang="nb-NO" dirty="0" smtClean="0"/>
              <a:t>: </a:t>
            </a:r>
            <a:r>
              <a:rPr lang="nb-NO" dirty="0" err="1" smtClean="0">
                <a:hlinkClick r:id="rId4"/>
              </a:rPr>
              <a:t>webtonull</a:t>
            </a:r>
            <a:endParaRPr lang="nb-NO" dirty="0" smtClean="0"/>
          </a:p>
          <a:p>
            <a:r>
              <a:rPr lang="nb-NO" dirty="0" smtClean="0">
                <a:hlinkClick r:id="rId5"/>
              </a:rPr>
              <a:t>http://erlend.oftedal.no/blog</a:t>
            </a:r>
            <a:r>
              <a:rPr lang="nb-NO" dirty="0" smtClean="0"/>
              <a:t>/</a:t>
            </a:r>
          </a:p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072198" y="1142984"/>
            <a:ext cx="2803605" cy="1857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scene3d>
            <a:camera prst="orthographicFront">
              <a:rot lat="0" lon="10799999" rev="0"/>
            </a:camera>
            <a:lightRig rig="threePt" dir="t"/>
          </a:scene3d>
        </p:spPr>
      </p:pic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Sikkerhet og arkitektur – Hva er sikkerhet?</a:t>
            </a:r>
            <a:endParaRPr lang="en-US" dirty="0"/>
          </a:p>
        </p:txBody>
      </p:sp>
      <p:sp>
        <p:nvSpPr>
          <p:cNvPr id="3" name="Plassholder for lysbildenumm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smtClean="0"/>
              <a:t>Side </a:t>
            </a:r>
            <a:fld id="{0C342036-F52B-48FD-A090-765F7E4C887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Plassholder for innhold 3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nb-NO" dirty="0" smtClean="0"/>
              <a:t>Ikke-funksjonelle krav?</a:t>
            </a:r>
          </a:p>
          <a:p>
            <a:r>
              <a:rPr lang="nb-NO" dirty="0" smtClean="0"/>
              <a:t>Funksjonelle krav?</a:t>
            </a:r>
          </a:p>
          <a:p>
            <a:r>
              <a:rPr lang="nb-NO" dirty="0" smtClean="0"/>
              <a:t>Følelser?</a:t>
            </a: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Sikkerhet og arkitektur</a:t>
            </a:r>
            <a:endParaRPr lang="en-US" dirty="0"/>
          </a:p>
        </p:txBody>
      </p:sp>
      <p:sp>
        <p:nvSpPr>
          <p:cNvPr id="3" name="Plassholder for lysbildenumm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smtClean="0"/>
              <a:t>Side </a:t>
            </a:r>
            <a:fld id="{0C342036-F52B-48FD-A090-765F7E4C887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Plassholder for innhold 3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nb-NO" dirty="0" smtClean="0"/>
              <a:t>Infrastruktur</a:t>
            </a:r>
          </a:p>
          <a:p>
            <a:pPr lvl="1"/>
            <a:r>
              <a:rPr lang="nb-NO" dirty="0" smtClean="0"/>
              <a:t>Fra server og nettverk til fysisk sikring av </a:t>
            </a:r>
            <a:r>
              <a:rPr lang="nb-NO" dirty="0" err="1" smtClean="0"/>
              <a:t>serverrom</a:t>
            </a:r>
            <a:endParaRPr lang="nb-NO" dirty="0" smtClean="0"/>
          </a:p>
          <a:p>
            <a:r>
              <a:rPr lang="nb-NO" dirty="0" smtClean="0"/>
              <a:t>Ikke-funksjonelle krav</a:t>
            </a:r>
          </a:p>
          <a:p>
            <a:pPr lvl="1"/>
            <a:r>
              <a:rPr lang="nb-NO" dirty="0" smtClean="0"/>
              <a:t>Eksempler: Kryptering av kommunikasjon eller responstid ved pålogging</a:t>
            </a:r>
          </a:p>
          <a:p>
            <a:r>
              <a:rPr lang="nb-NO" dirty="0" smtClean="0"/>
              <a:t>Feil i forretningslogikk</a:t>
            </a:r>
          </a:p>
          <a:p>
            <a:pPr lvl="1"/>
            <a:r>
              <a:rPr lang="nb-NO" dirty="0" smtClean="0"/>
              <a:t>Eksempel: Betale regning med negativt beløp eller avbryte betaling </a:t>
            </a:r>
            <a:endParaRPr lang="en-US" dirty="0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OWASP </a:t>
            </a:r>
            <a:r>
              <a:rPr lang="nb-NO" dirty="0" err="1" smtClean="0"/>
              <a:t>Top</a:t>
            </a:r>
            <a:r>
              <a:rPr lang="nb-NO" dirty="0" smtClean="0"/>
              <a:t> 10 - 2007</a:t>
            </a:r>
            <a:endParaRPr lang="en-US" dirty="0"/>
          </a:p>
        </p:txBody>
      </p:sp>
      <p:sp>
        <p:nvSpPr>
          <p:cNvPr id="3" name="Plassholder for lysbildenumm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smtClean="0"/>
              <a:t>Side </a:t>
            </a:r>
            <a:fld id="{0C342036-F52B-48FD-A090-765F7E4C8878}" type="slidenum">
              <a:rPr lang="en-US" smtClean="0"/>
              <a:pPr/>
              <a:t>5</a:t>
            </a:fld>
            <a:endParaRPr lang="en-US" dirty="0"/>
          </a:p>
        </p:txBody>
      </p:sp>
      <p:graphicFrame>
        <p:nvGraphicFramePr>
          <p:cNvPr id="5" name="Content Placeholder 3"/>
          <p:cNvGraphicFramePr>
            <a:graphicFrameLocks/>
          </p:cNvGraphicFramePr>
          <p:nvPr/>
        </p:nvGraphicFramePr>
        <p:xfrm>
          <a:off x="0" y="1428736"/>
          <a:ext cx="9144000" cy="49387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Hvordan jobber vi med sikkerhet?</a:t>
            </a:r>
            <a:endParaRPr lang="en-US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 smtClean="0"/>
              <a:t>Side </a:t>
            </a:r>
            <a:fld id="{0C342036-F52B-48FD-A090-765F7E4C8878}" type="slidenum">
              <a:rPr lang="en-US" smtClean="0"/>
              <a:pPr/>
              <a:t>6</a:t>
            </a:fld>
            <a:endParaRPr lang="en-US" dirty="0"/>
          </a:p>
        </p:txBody>
      </p:sp>
      <p:cxnSp>
        <p:nvCxnSpPr>
          <p:cNvPr id="6" name="Rett pil 5"/>
          <p:cNvCxnSpPr/>
          <p:nvPr/>
        </p:nvCxnSpPr>
        <p:spPr>
          <a:xfrm>
            <a:off x="428596" y="6143644"/>
            <a:ext cx="8215370" cy="1588"/>
          </a:xfrm>
          <a:prstGeom prst="straightConnector1">
            <a:avLst/>
          </a:prstGeom>
          <a:ln w="127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Rett pil 6"/>
          <p:cNvCxnSpPr/>
          <p:nvPr/>
        </p:nvCxnSpPr>
        <p:spPr>
          <a:xfrm rot="5400000" flipH="1" flipV="1">
            <a:off x="-1893933" y="3821909"/>
            <a:ext cx="4644264" cy="794"/>
          </a:xfrm>
          <a:prstGeom prst="straightConnector1">
            <a:avLst/>
          </a:prstGeom>
          <a:ln w="127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Rett linje 7"/>
          <p:cNvCxnSpPr/>
          <p:nvPr/>
        </p:nvCxnSpPr>
        <p:spPr>
          <a:xfrm rot="5400000" flipH="1" flipV="1">
            <a:off x="3929058" y="3786190"/>
            <a:ext cx="5000660" cy="1588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rihåndsform 8"/>
          <p:cNvSpPr/>
          <p:nvPr/>
        </p:nvSpPr>
        <p:spPr>
          <a:xfrm>
            <a:off x="438151" y="1643050"/>
            <a:ext cx="676275" cy="4500575"/>
          </a:xfrm>
          <a:custGeom>
            <a:avLst/>
            <a:gdLst>
              <a:gd name="connsiteX0" fmla="*/ 0 w 676275"/>
              <a:gd name="connsiteY0" fmla="*/ 4114800 h 4114800"/>
              <a:gd name="connsiteX1" fmla="*/ 180975 w 676275"/>
              <a:gd name="connsiteY1" fmla="*/ 0 h 4114800"/>
              <a:gd name="connsiteX2" fmla="*/ 676275 w 676275"/>
              <a:gd name="connsiteY2" fmla="*/ 4114800 h 411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6275" h="4114800">
                <a:moveTo>
                  <a:pt x="0" y="4114800"/>
                </a:moveTo>
                <a:cubicBezTo>
                  <a:pt x="34131" y="2057400"/>
                  <a:pt x="68263" y="0"/>
                  <a:pt x="180975" y="0"/>
                </a:cubicBezTo>
                <a:cubicBezTo>
                  <a:pt x="293687" y="0"/>
                  <a:pt x="484981" y="2057400"/>
                  <a:pt x="676275" y="4114800"/>
                </a:cubicBezTo>
              </a:path>
            </a:pathLst>
          </a:custGeom>
          <a:solidFill>
            <a:schemeClr val="accent1"/>
          </a:solidFill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ihåndsform 9"/>
          <p:cNvSpPr/>
          <p:nvPr/>
        </p:nvSpPr>
        <p:spPr>
          <a:xfrm flipH="1">
            <a:off x="5643570" y="1428736"/>
            <a:ext cx="857256" cy="4714908"/>
          </a:xfrm>
          <a:custGeom>
            <a:avLst/>
            <a:gdLst>
              <a:gd name="connsiteX0" fmla="*/ 0 w 676275"/>
              <a:gd name="connsiteY0" fmla="*/ 4114800 h 4114800"/>
              <a:gd name="connsiteX1" fmla="*/ 180975 w 676275"/>
              <a:gd name="connsiteY1" fmla="*/ 0 h 4114800"/>
              <a:gd name="connsiteX2" fmla="*/ 676275 w 676275"/>
              <a:gd name="connsiteY2" fmla="*/ 4114800 h 411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6275" h="4114800">
                <a:moveTo>
                  <a:pt x="0" y="4114800"/>
                </a:moveTo>
                <a:cubicBezTo>
                  <a:pt x="34131" y="2057400"/>
                  <a:pt x="68263" y="0"/>
                  <a:pt x="180975" y="0"/>
                </a:cubicBezTo>
                <a:cubicBezTo>
                  <a:pt x="293687" y="0"/>
                  <a:pt x="484981" y="2057400"/>
                  <a:pt x="676275" y="4114800"/>
                </a:cubicBezTo>
              </a:path>
            </a:pathLst>
          </a:custGeom>
          <a:solidFill>
            <a:schemeClr val="accent1"/>
          </a:solidFill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ihåndsform 10"/>
          <p:cNvSpPr/>
          <p:nvPr/>
        </p:nvSpPr>
        <p:spPr>
          <a:xfrm>
            <a:off x="7643834" y="1428736"/>
            <a:ext cx="857256" cy="4714908"/>
          </a:xfrm>
          <a:custGeom>
            <a:avLst/>
            <a:gdLst>
              <a:gd name="connsiteX0" fmla="*/ 0 w 676275"/>
              <a:gd name="connsiteY0" fmla="*/ 4114800 h 4114800"/>
              <a:gd name="connsiteX1" fmla="*/ 180975 w 676275"/>
              <a:gd name="connsiteY1" fmla="*/ 0 h 4114800"/>
              <a:gd name="connsiteX2" fmla="*/ 676275 w 676275"/>
              <a:gd name="connsiteY2" fmla="*/ 4114800 h 411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6275" h="4114800">
                <a:moveTo>
                  <a:pt x="0" y="4114800"/>
                </a:moveTo>
                <a:cubicBezTo>
                  <a:pt x="34131" y="2057400"/>
                  <a:pt x="68263" y="0"/>
                  <a:pt x="180975" y="0"/>
                </a:cubicBezTo>
                <a:cubicBezTo>
                  <a:pt x="293687" y="0"/>
                  <a:pt x="484981" y="2057400"/>
                  <a:pt x="676275" y="4114800"/>
                </a:cubicBezTo>
              </a:path>
            </a:pathLst>
          </a:custGeom>
          <a:solidFill>
            <a:schemeClr val="accent1"/>
          </a:solidFill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ihåndsform 11"/>
          <p:cNvSpPr/>
          <p:nvPr/>
        </p:nvSpPr>
        <p:spPr>
          <a:xfrm>
            <a:off x="428596" y="5429264"/>
            <a:ext cx="8143900" cy="714358"/>
          </a:xfrm>
          <a:custGeom>
            <a:avLst/>
            <a:gdLst>
              <a:gd name="connsiteX0" fmla="*/ 0 w 6134100"/>
              <a:gd name="connsiteY0" fmla="*/ 2552700 h 2552700"/>
              <a:gd name="connsiteX1" fmla="*/ 247650 w 6134100"/>
              <a:gd name="connsiteY1" fmla="*/ 295275 h 2552700"/>
              <a:gd name="connsiteX2" fmla="*/ 1238250 w 6134100"/>
              <a:gd name="connsiteY2" fmla="*/ 781050 h 2552700"/>
              <a:gd name="connsiteX3" fmla="*/ 2076450 w 6134100"/>
              <a:gd name="connsiteY3" fmla="*/ 904875 h 2552700"/>
              <a:gd name="connsiteX4" fmla="*/ 2676525 w 6134100"/>
              <a:gd name="connsiteY4" fmla="*/ 714375 h 2552700"/>
              <a:gd name="connsiteX5" fmla="*/ 3514725 w 6134100"/>
              <a:gd name="connsiteY5" fmla="*/ 1057275 h 2552700"/>
              <a:gd name="connsiteX6" fmla="*/ 3971925 w 6134100"/>
              <a:gd name="connsiteY6" fmla="*/ 914400 h 2552700"/>
              <a:gd name="connsiteX7" fmla="*/ 5000625 w 6134100"/>
              <a:gd name="connsiteY7" fmla="*/ 1038225 h 2552700"/>
              <a:gd name="connsiteX8" fmla="*/ 5257800 w 6134100"/>
              <a:gd name="connsiteY8" fmla="*/ 952500 h 2552700"/>
              <a:gd name="connsiteX9" fmla="*/ 5905500 w 6134100"/>
              <a:gd name="connsiteY9" fmla="*/ 1295400 h 2552700"/>
              <a:gd name="connsiteX10" fmla="*/ 6134100 w 6134100"/>
              <a:gd name="connsiteY10" fmla="*/ 2552700 h 2552700"/>
              <a:gd name="connsiteX0" fmla="*/ 0 w 6134100"/>
              <a:gd name="connsiteY0" fmla="*/ 4919233 h 4919233"/>
              <a:gd name="connsiteX1" fmla="*/ 247650 w 6134100"/>
              <a:gd name="connsiteY1" fmla="*/ 2661808 h 4919233"/>
              <a:gd name="connsiteX2" fmla="*/ 259826 w 6134100"/>
              <a:gd name="connsiteY2" fmla="*/ 80964 h 4919233"/>
              <a:gd name="connsiteX3" fmla="*/ 1238250 w 6134100"/>
              <a:gd name="connsiteY3" fmla="*/ 3147583 h 4919233"/>
              <a:gd name="connsiteX4" fmla="*/ 2076450 w 6134100"/>
              <a:gd name="connsiteY4" fmla="*/ 3271408 h 4919233"/>
              <a:gd name="connsiteX5" fmla="*/ 2676525 w 6134100"/>
              <a:gd name="connsiteY5" fmla="*/ 3080908 h 4919233"/>
              <a:gd name="connsiteX6" fmla="*/ 3514725 w 6134100"/>
              <a:gd name="connsiteY6" fmla="*/ 3423808 h 4919233"/>
              <a:gd name="connsiteX7" fmla="*/ 3971925 w 6134100"/>
              <a:gd name="connsiteY7" fmla="*/ 3280933 h 4919233"/>
              <a:gd name="connsiteX8" fmla="*/ 5000625 w 6134100"/>
              <a:gd name="connsiteY8" fmla="*/ 3404758 h 4919233"/>
              <a:gd name="connsiteX9" fmla="*/ 5257800 w 6134100"/>
              <a:gd name="connsiteY9" fmla="*/ 3319033 h 4919233"/>
              <a:gd name="connsiteX10" fmla="*/ 5905500 w 6134100"/>
              <a:gd name="connsiteY10" fmla="*/ 3661933 h 4919233"/>
              <a:gd name="connsiteX11" fmla="*/ 6134100 w 6134100"/>
              <a:gd name="connsiteY11" fmla="*/ 4919233 h 4919233"/>
              <a:gd name="connsiteX0" fmla="*/ 0 w 6134100"/>
              <a:gd name="connsiteY0" fmla="*/ 4923884 h 4923884"/>
              <a:gd name="connsiteX1" fmla="*/ 247650 w 6134100"/>
              <a:gd name="connsiteY1" fmla="*/ 2666459 h 4923884"/>
              <a:gd name="connsiteX2" fmla="*/ 230960 w 6134100"/>
              <a:gd name="connsiteY2" fmla="*/ 2638540 h 4923884"/>
              <a:gd name="connsiteX3" fmla="*/ 259826 w 6134100"/>
              <a:gd name="connsiteY3" fmla="*/ 85615 h 4923884"/>
              <a:gd name="connsiteX4" fmla="*/ 1238250 w 6134100"/>
              <a:gd name="connsiteY4" fmla="*/ 3152234 h 4923884"/>
              <a:gd name="connsiteX5" fmla="*/ 2076450 w 6134100"/>
              <a:gd name="connsiteY5" fmla="*/ 3276059 h 4923884"/>
              <a:gd name="connsiteX6" fmla="*/ 2676525 w 6134100"/>
              <a:gd name="connsiteY6" fmla="*/ 3085559 h 4923884"/>
              <a:gd name="connsiteX7" fmla="*/ 3514725 w 6134100"/>
              <a:gd name="connsiteY7" fmla="*/ 3428459 h 4923884"/>
              <a:gd name="connsiteX8" fmla="*/ 3971925 w 6134100"/>
              <a:gd name="connsiteY8" fmla="*/ 3285584 h 4923884"/>
              <a:gd name="connsiteX9" fmla="*/ 5000625 w 6134100"/>
              <a:gd name="connsiteY9" fmla="*/ 3409409 h 4923884"/>
              <a:gd name="connsiteX10" fmla="*/ 5257800 w 6134100"/>
              <a:gd name="connsiteY10" fmla="*/ 3323684 h 4923884"/>
              <a:gd name="connsiteX11" fmla="*/ 5905500 w 6134100"/>
              <a:gd name="connsiteY11" fmla="*/ 3666584 h 4923884"/>
              <a:gd name="connsiteX12" fmla="*/ 6134100 w 6134100"/>
              <a:gd name="connsiteY12" fmla="*/ 4923884 h 4923884"/>
              <a:gd name="connsiteX0" fmla="*/ 0 w 6134100"/>
              <a:gd name="connsiteY0" fmla="*/ 4874193 h 4874193"/>
              <a:gd name="connsiteX1" fmla="*/ 247650 w 6134100"/>
              <a:gd name="connsiteY1" fmla="*/ 2616768 h 4874193"/>
              <a:gd name="connsiteX2" fmla="*/ 663923 w 6134100"/>
              <a:gd name="connsiteY2" fmla="*/ 3318098 h 4874193"/>
              <a:gd name="connsiteX3" fmla="*/ 259826 w 6134100"/>
              <a:gd name="connsiteY3" fmla="*/ 35924 h 4874193"/>
              <a:gd name="connsiteX4" fmla="*/ 1238250 w 6134100"/>
              <a:gd name="connsiteY4" fmla="*/ 3102543 h 4874193"/>
              <a:gd name="connsiteX5" fmla="*/ 2076450 w 6134100"/>
              <a:gd name="connsiteY5" fmla="*/ 3226368 h 4874193"/>
              <a:gd name="connsiteX6" fmla="*/ 2676525 w 6134100"/>
              <a:gd name="connsiteY6" fmla="*/ 3035868 h 4874193"/>
              <a:gd name="connsiteX7" fmla="*/ 3514725 w 6134100"/>
              <a:gd name="connsiteY7" fmla="*/ 3378768 h 4874193"/>
              <a:gd name="connsiteX8" fmla="*/ 3971925 w 6134100"/>
              <a:gd name="connsiteY8" fmla="*/ 3235893 h 4874193"/>
              <a:gd name="connsiteX9" fmla="*/ 5000625 w 6134100"/>
              <a:gd name="connsiteY9" fmla="*/ 3359718 h 4874193"/>
              <a:gd name="connsiteX10" fmla="*/ 5257800 w 6134100"/>
              <a:gd name="connsiteY10" fmla="*/ 3273993 h 4874193"/>
              <a:gd name="connsiteX11" fmla="*/ 5905500 w 6134100"/>
              <a:gd name="connsiteY11" fmla="*/ 3616893 h 4874193"/>
              <a:gd name="connsiteX12" fmla="*/ 6134100 w 6134100"/>
              <a:gd name="connsiteY12" fmla="*/ 4874193 h 4874193"/>
              <a:gd name="connsiteX0" fmla="*/ 0 w 6134100"/>
              <a:gd name="connsiteY0" fmla="*/ 4919234 h 4919234"/>
              <a:gd name="connsiteX1" fmla="*/ 247650 w 6134100"/>
              <a:gd name="connsiteY1" fmla="*/ 2661809 h 4919234"/>
              <a:gd name="connsiteX2" fmla="*/ 259826 w 6134100"/>
              <a:gd name="connsiteY2" fmla="*/ 80965 h 4919234"/>
              <a:gd name="connsiteX3" fmla="*/ 1238250 w 6134100"/>
              <a:gd name="connsiteY3" fmla="*/ 3147584 h 4919234"/>
              <a:gd name="connsiteX4" fmla="*/ 2076450 w 6134100"/>
              <a:gd name="connsiteY4" fmla="*/ 3271409 h 4919234"/>
              <a:gd name="connsiteX5" fmla="*/ 2676525 w 6134100"/>
              <a:gd name="connsiteY5" fmla="*/ 3080909 h 4919234"/>
              <a:gd name="connsiteX6" fmla="*/ 3514725 w 6134100"/>
              <a:gd name="connsiteY6" fmla="*/ 3423809 h 4919234"/>
              <a:gd name="connsiteX7" fmla="*/ 3971925 w 6134100"/>
              <a:gd name="connsiteY7" fmla="*/ 3280934 h 4919234"/>
              <a:gd name="connsiteX8" fmla="*/ 5000625 w 6134100"/>
              <a:gd name="connsiteY8" fmla="*/ 3404759 h 4919234"/>
              <a:gd name="connsiteX9" fmla="*/ 5257800 w 6134100"/>
              <a:gd name="connsiteY9" fmla="*/ 3319034 h 4919234"/>
              <a:gd name="connsiteX10" fmla="*/ 5905500 w 6134100"/>
              <a:gd name="connsiteY10" fmla="*/ 3661934 h 4919234"/>
              <a:gd name="connsiteX11" fmla="*/ 6134100 w 6134100"/>
              <a:gd name="connsiteY11" fmla="*/ 4919234 h 4919234"/>
              <a:gd name="connsiteX0" fmla="*/ 0 w 6134100"/>
              <a:gd name="connsiteY0" fmla="*/ 5133544 h 5133544"/>
              <a:gd name="connsiteX1" fmla="*/ 259826 w 6134100"/>
              <a:gd name="connsiteY1" fmla="*/ 295275 h 5133544"/>
              <a:gd name="connsiteX2" fmla="*/ 1238250 w 6134100"/>
              <a:gd name="connsiteY2" fmla="*/ 3361894 h 5133544"/>
              <a:gd name="connsiteX3" fmla="*/ 2076450 w 6134100"/>
              <a:gd name="connsiteY3" fmla="*/ 3485719 h 5133544"/>
              <a:gd name="connsiteX4" fmla="*/ 2676525 w 6134100"/>
              <a:gd name="connsiteY4" fmla="*/ 3295219 h 5133544"/>
              <a:gd name="connsiteX5" fmla="*/ 3514725 w 6134100"/>
              <a:gd name="connsiteY5" fmla="*/ 3638119 h 5133544"/>
              <a:gd name="connsiteX6" fmla="*/ 3971925 w 6134100"/>
              <a:gd name="connsiteY6" fmla="*/ 3495244 h 5133544"/>
              <a:gd name="connsiteX7" fmla="*/ 5000625 w 6134100"/>
              <a:gd name="connsiteY7" fmla="*/ 3619069 h 5133544"/>
              <a:gd name="connsiteX8" fmla="*/ 5257800 w 6134100"/>
              <a:gd name="connsiteY8" fmla="*/ 3533344 h 5133544"/>
              <a:gd name="connsiteX9" fmla="*/ 5905500 w 6134100"/>
              <a:gd name="connsiteY9" fmla="*/ 3876244 h 5133544"/>
              <a:gd name="connsiteX10" fmla="*/ 6134100 w 6134100"/>
              <a:gd name="connsiteY10" fmla="*/ 5133544 h 5133544"/>
              <a:gd name="connsiteX0" fmla="*/ 0 w 8226878"/>
              <a:gd name="connsiteY0" fmla="*/ 5133544 h 5133544"/>
              <a:gd name="connsiteX1" fmla="*/ 259826 w 8226878"/>
              <a:gd name="connsiteY1" fmla="*/ 295275 h 5133544"/>
              <a:gd name="connsiteX2" fmla="*/ 1238250 w 8226878"/>
              <a:gd name="connsiteY2" fmla="*/ 3361894 h 5133544"/>
              <a:gd name="connsiteX3" fmla="*/ 2076450 w 8226878"/>
              <a:gd name="connsiteY3" fmla="*/ 3485719 h 5133544"/>
              <a:gd name="connsiteX4" fmla="*/ 2676525 w 8226878"/>
              <a:gd name="connsiteY4" fmla="*/ 3295219 h 5133544"/>
              <a:gd name="connsiteX5" fmla="*/ 3514725 w 8226878"/>
              <a:gd name="connsiteY5" fmla="*/ 3638119 h 5133544"/>
              <a:gd name="connsiteX6" fmla="*/ 3971925 w 8226878"/>
              <a:gd name="connsiteY6" fmla="*/ 3495244 h 5133544"/>
              <a:gd name="connsiteX7" fmla="*/ 5000625 w 8226878"/>
              <a:gd name="connsiteY7" fmla="*/ 3619069 h 5133544"/>
              <a:gd name="connsiteX8" fmla="*/ 5257800 w 8226878"/>
              <a:gd name="connsiteY8" fmla="*/ 3533344 h 5133544"/>
              <a:gd name="connsiteX9" fmla="*/ 5905500 w 8226878"/>
              <a:gd name="connsiteY9" fmla="*/ 3876244 h 5133544"/>
              <a:gd name="connsiteX10" fmla="*/ 8226878 w 8226878"/>
              <a:gd name="connsiteY10" fmla="*/ 5133544 h 5133544"/>
              <a:gd name="connsiteX0" fmla="*/ 0 w 8226878"/>
              <a:gd name="connsiteY0" fmla="*/ 5133544 h 5133544"/>
              <a:gd name="connsiteX1" fmla="*/ 259826 w 8226878"/>
              <a:gd name="connsiteY1" fmla="*/ 295275 h 5133544"/>
              <a:gd name="connsiteX2" fmla="*/ 1238250 w 8226878"/>
              <a:gd name="connsiteY2" fmla="*/ 3361894 h 5133544"/>
              <a:gd name="connsiteX3" fmla="*/ 2076450 w 8226878"/>
              <a:gd name="connsiteY3" fmla="*/ 3485719 h 5133544"/>
              <a:gd name="connsiteX4" fmla="*/ 2676525 w 8226878"/>
              <a:gd name="connsiteY4" fmla="*/ 3295219 h 5133544"/>
              <a:gd name="connsiteX5" fmla="*/ 3514725 w 8226878"/>
              <a:gd name="connsiteY5" fmla="*/ 3638119 h 5133544"/>
              <a:gd name="connsiteX6" fmla="*/ 3971925 w 8226878"/>
              <a:gd name="connsiteY6" fmla="*/ 3495244 h 5133544"/>
              <a:gd name="connsiteX7" fmla="*/ 5000625 w 8226878"/>
              <a:gd name="connsiteY7" fmla="*/ 3619069 h 5133544"/>
              <a:gd name="connsiteX8" fmla="*/ 5257800 w 8226878"/>
              <a:gd name="connsiteY8" fmla="*/ 3533344 h 5133544"/>
              <a:gd name="connsiteX9" fmla="*/ 5905500 w 8226878"/>
              <a:gd name="connsiteY9" fmla="*/ 4605495 h 5133544"/>
              <a:gd name="connsiteX10" fmla="*/ 8226878 w 8226878"/>
              <a:gd name="connsiteY10" fmla="*/ 5133544 h 5133544"/>
              <a:gd name="connsiteX0" fmla="*/ 0 w 8226878"/>
              <a:gd name="connsiteY0" fmla="*/ 5133544 h 5133544"/>
              <a:gd name="connsiteX1" fmla="*/ 259826 w 8226878"/>
              <a:gd name="connsiteY1" fmla="*/ 295275 h 5133544"/>
              <a:gd name="connsiteX2" fmla="*/ 1238250 w 8226878"/>
              <a:gd name="connsiteY2" fmla="*/ 3361894 h 5133544"/>
              <a:gd name="connsiteX3" fmla="*/ 2076450 w 8226878"/>
              <a:gd name="connsiteY3" fmla="*/ 3485719 h 5133544"/>
              <a:gd name="connsiteX4" fmla="*/ 2676525 w 8226878"/>
              <a:gd name="connsiteY4" fmla="*/ 3295219 h 5133544"/>
              <a:gd name="connsiteX5" fmla="*/ 3514725 w 8226878"/>
              <a:gd name="connsiteY5" fmla="*/ 3638119 h 5133544"/>
              <a:gd name="connsiteX6" fmla="*/ 3971925 w 8226878"/>
              <a:gd name="connsiteY6" fmla="*/ 3495244 h 5133544"/>
              <a:gd name="connsiteX7" fmla="*/ 5000625 w 8226878"/>
              <a:gd name="connsiteY7" fmla="*/ 3619069 h 5133544"/>
              <a:gd name="connsiteX8" fmla="*/ 5257800 w 8226878"/>
              <a:gd name="connsiteY8" fmla="*/ 3533344 h 5133544"/>
              <a:gd name="connsiteX9" fmla="*/ 6121965 w 8226878"/>
              <a:gd name="connsiteY9" fmla="*/ 4605495 h 5133544"/>
              <a:gd name="connsiteX10" fmla="*/ 8226878 w 8226878"/>
              <a:gd name="connsiteY10" fmla="*/ 5133544 h 5133544"/>
              <a:gd name="connsiteX0" fmla="*/ 0 w 8226878"/>
              <a:gd name="connsiteY0" fmla="*/ 5133544 h 5133544"/>
              <a:gd name="connsiteX1" fmla="*/ 259826 w 8226878"/>
              <a:gd name="connsiteY1" fmla="*/ 295275 h 5133544"/>
              <a:gd name="connsiteX2" fmla="*/ 1238250 w 8226878"/>
              <a:gd name="connsiteY2" fmla="*/ 3361894 h 5133544"/>
              <a:gd name="connsiteX3" fmla="*/ 2076450 w 8226878"/>
              <a:gd name="connsiteY3" fmla="*/ 3485719 h 5133544"/>
              <a:gd name="connsiteX4" fmla="*/ 2676525 w 8226878"/>
              <a:gd name="connsiteY4" fmla="*/ 3295219 h 5133544"/>
              <a:gd name="connsiteX5" fmla="*/ 3514725 w 8226878"/>
              <a:gd name="connsiteY5" fmla="*/ 3638119 h 5133544"/>
              <a:gd name="connsiteX6" fmla="*/ 3971925 w 8226878"/>
              <a:gd name="connsiteY6" fmla="*/ 3495244 h 5133544"/>
              <a:gd name="connsiteX7" fmla="*/ 5000625 w 8226878"/>
              <a:gd name="connsiteY7" fmla="*/ 3619069 h 5133544"/>
              <a:gd name="connsiteX8" fmla="*/ 5474266 w 8226878"/>
              <a:gd name="connsiteY8" fmla="*/ 2803853 h 5133544"/>
              <a:gd name="connsiteX9" fmla="*/ 6121965 w 8226878"/>
              <a:gd name="connsiteY9" fmla="*/ 4605495 h 5133544"/>
              <a:gd name="connsiteX10" fmla="*/ 8226878 w 8226878"/>
              <a:gd name="connsiteY10" fmla="*/ 5133544 h 5133544"/>
              <a:gd name="connsiteX0" fmla="*/ 0 w 8226878"/>
              <a:gd name="connsiteY0" fmla="*/ 5133544 h 5133544"/>
              <a:gd name="connsiteX1" fmla="*/ 259826 w 8226878"/>
              <a:gd name="connsiteY1" fmla="*/ 295275 h 5133544"/>
              <a:gd name="connsiteX2" fmla="*/ 1238250 w 8226878"/>
              <a:gd name="connsiteY2" fmla="*/ 3361894 h 5133544"/>
              <a:gd name="connsiteX3" fmla="*/ 2076450 w 8226878"/>
              <a:gd name="connsiteY3" fmla="*/ 3485719 h 5133544"/>
              <a:gd name="connsiteX4" fmla="*/ 2676525 w 8226878"/>
              <a:gd name="connsiteY4" fmla="*/ 3295219 h 5133544"/>
              <a:gd name="connsiteX5" fmla="*/ 3514725 w 8226878"/>
              <a:gd name="connsiteY5" fmla="*/ 3638119 h 5133544"/>
              <a:gd name="connsiteX6" fmla="*/ 3971925 w 8226878"/>
              <a:gd name="connsiteY6" fmla="*/ 3495244 h 5133544"/>
              <a:gd name="connsiteX7" fmla="*/ 5000625 w 8226878"/>
              <a:gd name="connsiteY7" fmla="*/ 3619069 h 5133544"/>
              <a:gd name="connsiteX8" fmla="*/ 5474266 w 8226878"/>
              <a:gd name="connsiteY8" fmla="*/ 2803853 h 5133544"/>
              <a:gd name="connsiteX9" fmla="*/ 6121965 w 8226878"/>
              <a:gd name="connsiteY9" fmla="*/ 4605495 h 5133544"/>
              <a:gd name="connsiteX10" fmla="*/ 8226878 w 8226878"/>
              <a:gd name="connsiteY10" fmla="*/ 5133544 h 5133544"/>
              <a:gd name="connsiteX0" fmla="*/ 0 w 8226878"/>
              <a:gd name="connsiteY0" fmla="*/ 5133544 h 5133544"/>
              <a:gd name="connsiteX1" fmla="*/ 259826 w 8226878"/>
              <a:gd name="connsiteY1" fmla="*/ 295275 h 5133544"/>
              <a:gd name="connsiteX2" fmla="*/ 1238250 w 8226878"/>
              <a:gd name="connsiteY2" fmla="*/ 3361894 h 5133544"/>
              <a:gd name="connsiteX3" fmla="*/ 2076450 w 8226878"/>
              <a:gd name="connsiteY3" fmla="*/ 3485719 h 5133544"/>
              <a:gd name="connsiteX4" fmla="*/ 2676525 w 8226878"/>
              <a:gd name="connsiteY4" fmla="*/ 3295219 h 5133544"/>
              <a:gd name="connsiteX5" fmla="*/ 3514725 w 8226878"/>
              <a:gd name="connsiteY5" fmla="*/ 3638119 h 5133544"/>
              <a:gd name="connsiteX6" fmla="*/ 3971925 w 8226878"/>
              <a:gd name="connsiteY6" fmla="*/ 3495244 h 5133544"/>
              <a:gd name="connsiteX7" fmla="*/ 5000625 w 8226878"/>
              <a:gd name="connsiteY7" fmla="*/ 3619069 h 5133544"/>
              <a:gd name="connsiteX8" fmla="*/ 5474266 w 8226878"/>
              <a:gd name="connsiteY8" fmla="*/ 2803853 h 5133544"/>
              <a:gd name="connsiteX9" fmla="*/ 6121965 w 8226878"/>
              <a:gd name="connsiteY9" fmla="*/ 4605495 h 5133544"/>
              <a:gd name="connsiteX10" fmla="*/ 8226878 w 8226878"/>
              <a:gd name="connsiteY10" fmla="*/ 5133544 h 5133544"/>
              <a:gd name="connsiteX0" fmla="*/ 0 w 8226878"/>
              <a:gd name="connsiteY0" fmla="*/ 5133544 h 5133544"/>
              <a:gd name="connsiteX1" fmla="*/ 259826 w 8226878"/>
              <a:gd name="connsiteY1" fmla="*/ 295275 h 5133544"/>
              <a:gd name="connsiteX2" fmla="*/ 1238250 w 8226878"/>
              <a:gd name="connsiteY2" fmla="*/ 3361894 h 5133544"/>
              <a:gd name="connsiteX3" fmla="*/ 2076450 w 8226878"/>
              <a:gd name="connsiteY3" fmla="*/ 3485719 h 5133544"/>
              <a:gd name="connsiteX4" fmla="*/ 2676525 w 8226878"/>
              <a:gd name="connsiteY4" fmla="*/ 3295219 h 5133544"/>
              <a:gd name="connsiteX5" fmla="*/ 3514725 w 8226878"/>
              <a:gd name="connsiteY5" fmla="*/ 3638119 h 5133544"/>
              <a:gd name="connsiteX6" fmla="*/ 3971925 w 8226878"/>
              <a:gd name="connsiteY6" fmla="*/ 3495244 h 5133544"/>
              <a:gd name="connsiteX7" fmla="*/ 5000625 w 8226878"/>
              <a:gd name="connsiteY7" fmla="*/ 3619069 h 5133544"/>
              <a:gd name="connsiteX8" fmla="*/ 5474266 w 8226878"/>
              <a:gd name="connsiteY8" fmla="*/ 2803853 h 5133544"/>
              <a:gd name="connsiteX9" fmla="*/ 6121965 w 8226878"/>
              <a:gd name="connsiteY9" fmla="*/ 4605499 h 5133544"/>
              <a:gd name="connsiteX10" fmla="*/ 8226878 w 8226878"/>
              <a:gd name="connsiteY10" fmla="*/ 5133544 h 5133544"/>
              <a:gd name="connsiteX0" fmla="*/ 0 w 8226878"/>
              <a:gd name="connsiteY0" fmla="*/ 5133544 h 5133544"/>
              <a:gd name="connsiteX1" fmla="*/ 259826 w 8226878"/>
              <a:gd name="connsiteY1" fmla="*/ 295275 h 5133544"/>
              <a:gd name="connsiteX2" fmla="*/ 1238250 w 8226878"/>
              <a:gd name="connsiteY2" fmla="*/ 3361894 h 5133544"/>
              <a:gd name="connsiteX3" fmla="*/ 2076450 w 8226878"/>
              <a:gd name="connsiteY3" fmla="*/ 3485719 h 5133544"/>
              <a:gd name="connsiteX4" fmla="*/ 2676525 w 8226878"/>
              <a:gd name="connsiteY4" fmla="*/ 3295219 h 5133544"/>
              <a:gd name="connsiteX5" fmla="*/ 3514725 w 8226878"/>
              <a:gd name="connsiteY5" fmla="*/ 3638119 h 5133544"/>
              <a:gd name="connsiteX6" fmla="*/ 3971925 w 8226878"/>
              <a:gd name="connsiteY6" fmla="*/ 3495244 h 5133544"/>
              <a:gd name="connsiteX7" fmla="*/ 5000625 w 8226878"/>
              <a:gd name="connsiteY7" fmla="*/ 3619069 h 5133544"/>
              <a:gd name="connsiteX8" fmla="*/ 5474266 w 8226878"/>
              <a:gd name="connsiteY8" fmla="*/ 2803853 h 5133544"/>
              <a:gd name="connsiteX9" fmla="*/ 6121965 w 8226878"/>
              <a:gd name="connsiteY9" fmla="*/ 3578587 h 5133544"/>
              <a:gd name="connsiteX10" fmla="*/ 8226878 w 8226878"/>
              <a:gd name="connsiteY10" fmla="*/ 5133544 h 5133544"/>
              <a:gd name="connsiteX0" fmla="*/ 0 w 8226878"/>
              <a:gd name="connsiteY0" fmla="*/ 5133544 h 5133544"/>
              <a:gd name="connsiteX1" fmla="*/ 259826 w 8226878"/>
              <a:gd name="connsiteY1" fmla="*/ 295275 h 5133544"/>
              <a:gd name="connsiteX2" fmla="*/ 1238250 w 8226878"/>
              <a:gd name="connsiteY2" fmla="*/ 3361894 h 5133544"/>
              <a:gd name="connsiteX3" fmla="*/ 2076450 w 8226878"/>
              <a:gd name="connsiteY3" fmla="*/ 3485719 h 5133544"/>
              <a:gd name="connsiteX4" fmla="*/ 2676525 w 8226878"/>
              <a:gd name="connsiteY4" fmla="*/ 3295219 h 5133544"/>
              <a:gd name="connsiteX5" fmla="*/ 3514725 w 8226878"/>
              <a:gd name="connsiteY5" fmla="*/ 3638119 h 5133544"/>
              <a:gd name="connsiteX6" fmla="*/ 3971925 w 8226878"/>
              <a:gd name="connsiteY6" fmla="*/ 3495244 h 5133544"/>
              <a:gd name="connsiteX7" fmla="*/ 5000625 w 8226878"/>
              <a:gd name="connsiteY7" fmla="*/ 3619069 h 5133544"/>
              <a:gd name="connsiteX8" fmla="*/ 5474266 w 8226878"/>
              <a:gd name="connsiteY8" fmla="*/ 2803853 h 5133544"/>
              <a:gd name="connsiteX9" fmla="*/ 6121965 w 8226878"/>
              <a:gd name="connsiteY9" fmla="*/ 3578587 h 5133544"/>
              <a:gd name="connsiteX10" fmla="*/ 6129275 w 8226878"/>
              <a:gd name="connsiteY10" fmla="*/ 3559241 h 5133544"/>
              <a:gd name="connsiteX11" fmla="*/ 8226878 w 8226878"/>
              <a:gd name="connsiteY11" fmla="*/ 5133544 h 5133544"/>
              <a:gd name="connsiteX0" fmla="*/ 0 w 8226878"/>
              <a:gd name="connsiteY0" fmla="*/ 5133544 h 5133544"/>
              <a:gd name="connsiteX1" fmla="*/ 259826 w 8226878"/>
              <a:gd name="connsiteY1" fmla="*/ 295275 h 5133544"/>
              <a:gd name="connsiteX2" fmla="*/ 1238250 w 8226878"/>
              <a:gd name="connsiteY2" fmla="*/ 3361894 h 5133544"/>
              <a:gd name="connsiteX3" fmla="*/ 2076450 w 8226878"/>
              <a:gd name="connsiteY3" fmla="*/ 3485719 h 5133544"/>
              <a:gd name="connsiteX4" fmla="*/ 2676525 w 8226878"/>
              <a:gd name="connsiteY4" fmla="*/ 3295219 h 5133544"/>
              <a:gd name="connsiteX5" fmla="*/ 3514725 w 8226878"/>
              <a:gd name="connsiteY5" fmla="*/ 3638119 h 5133544"/>
              <a:gd name="connsiteX6" fmla="*/ 3971925 w 8226878"/>
              <a:gd name="connsiteY6" fmla="*/ 3495244 h 5133544"/>
              <a:gd name="connsiteX7" fmla="*/ 5000625 w 8226878"/>
              <a:gd name="connsiteY7" fmla="*/ 3619069 h 5133544"/>
              <a:gd name="connsiteX8" fmla="*/ 5474266 w 8226878"/>
              <a:gd name="connsiteY8" fmla="*/ 2803853 h 5133544"/>
              <a:gd name="connsiteX9" fmla="*/ 6121965 w 8226878"/>
              <a:gd name="connsiteY9" fmla="*/ 3578587 h 5133544"/>
              <a:gd name="connsiteX10" fmla="*/ 6129275 w 8226878"/>
              <a:gd name="connsiteY10" fmla="*/ 3559241 h 5133544"/>
              <a:gd name="connsiteX11" fmla="*/ 7457087 w 8226878"/>
              <a:gd name="connsiteY11" fmla="*/ 3353715 h 5133544"/>
              <a:gd name="connsiteX12" fmla="*/ 8226878 w 8226878"/>
              <a:gd name="connsiteY12" fmla="*/ 5133544 h 5133544"/>
              <a:gd name="connsiteX0" fmla="*/ 0 w 8226878"/>
              <a:gd name="connsiteY0" fmla="*/ 5133544 h 5133544"/>
              <a:gd name="connsiteX1" fmla="*/ 259826 w 8226878"/>
              <a:gd name="connsiteY1" fmla="*/ 295275 h 5133544"/>
              <a:gd name="connsiteX2" fmla="*/ 1238250 w 8226878"/>
              <a:gd name="connsiteY2" fmla="*/ 3361894 h 5133544"/>
              <a:gd name="connsiteX3" fmla="*/ 2076450 w 8226878"/>
              <a:gd name="connsiteY3" fmla="*/ 3485719 h 5133544"/>
              <a:gd name="connsiteX4" fmla="*/ 2676525 w 8226878"/>
              <a:gd name="connsiteY4" fmla="*/ 3295219 h 5133544"/>
              <a:gd name="connsiteX5" fmla="*/ 3514725 w 8226878"/>
              <a:gd name="connsiteY5" fmla="*/ 3638119 h 5133544"/>
              <a:gd name="connsiteX6" fmla="*/ 3971925 w 8226878"/>
              <a:gd name="connsiteY6" fmla="*/ 3495244 h 5133544"/>
              <a:gd name="connsiteX7" fmla="*/ 5000625 w 8226878"/>
              <a:gd name="connsiteY7" fmla="*/ 3619069 h 5133544"/>
              <a:gd name="connsiteX8" fmla="*/ 5474266 w 8226878"/>
              <a:gd name="connsiteY8" fmla="*/ 2803853 h 5133544"/>
              <a:gd name="connsiteX9" fmla="*/ 6121965 w 8226878"/>
              <a:gd name="connsiteY9" fmla="*/ 3578587 h 5133544"/>
              <a:gd name="connsiteX10" fmla="*/ 6129275 w 8226878"/>
              <a:gd name="connsiteY10" fmla="*/ 3559241 h 5133544"/>
              <a:gd name="connsiteX11" fmla="*/ 7745719 w 8226878"/>
              <a:gd name="connsiteY11" fmla="*/ 4380283 h 5133544"/>
              <a:gd name="connsiteX12" fmla="*/ 8226878 w 8226878"/>
              <a:gd name="connsiteY12" fmla="*/ 5133544 h 5133544"/>
              <a:gd name="connsiteX0" fmla="*/ 0 w 8226878"/>
              <a:gd name="connsiteY0" fmla="*/ 5133544 h 5133544"/>
              <a:gd name="connsiteX1" fmla="*/ 259826 w 8226878"/>
              <a:gd name="connsiteY1" fmla="*/ 295275 h 5133544"/>
              <a:gd name="connsiteX2" fmla="*/ 1238250 w 8226878"/>
              <a:gd name="connsiteY2" fmla="*/ 3361894 h 5133544"/>
              <a:gd name="connsiteX3" fmla="*/ 2076450 w 8226878"/>
              <a:gd name="connsiteY3" fmla="*/ 3485719 h 5133544"/>
              <a:gd name="connsiteX4" fmla="*/ 2676525 w 8226878"/>
              <a:gd name="connsiteY4" fmla="*/ 3295219 h 5133544"/>
              <a:gd name="connsiteX5" fmla="*/ 3514725 w 8226878"/>
              <a:gd name="connsiteY5" fmla="*/ 3638119 h 5133544"/>
              <a:gd name="connsiteX6" fmla="*/ 3971925 w 8226878"/>
              <a:gd name="connsiteY6" fmla="*/ 3495244 h 5133544"/>
              <a:gd name="connsiteX7" fmla="*/ 5000625 w 8226878"/>
              <a:gd name="connsiteY7" fmla="*/ 3619069 h 5133544"/>
              <a:gd name="connsiteX8" fmla="*/ 5474266 w 8226878"/>
              <a:gd name="connsiteY8" fmla="*/ 2803853 h 5133544"/>
              <a:gd name="connsiteX9" fmla="*/ 6121965 w 8226878"/>
              <a:gd name="connsiteY9" fmla="*/ 3578587 h 5133544"/>
              <a:gd name="connsiteX10" fmla="*/ 6129275 w 8226878"/>
              <a:gd name="connsiteY10" fmla="*/ 3559241 h 5133544"/>
              <a:gd name="connsiteX11" fmla="*/ 6129275 w 8226878"/>
              <a:gd name="connsiteY11" fmla="*/ 3627690 h 5133544"/>
              <a:gd name="connsiteX12" fmla="*/ 7745719 w 8226878"/>
              <a:gd name="connsiteY12" fmla="*/ 4380283 h 5133544"/>
              <a:gd name="connsiteX13" fmla="*/ 8226878 w 8226878"/>
              <a:gd name="connsiteY13" fmla="*/ 5133544 h 5133544"/>
              <a:gd name="connsiteX0" fmla="*/ 0 w 8226878"/>
              <a:gd name="connsiteY0" fmla="*/ 5133544 h 5133544"/>
              <a:gd name="connsiteX1" fmla="*/ 259826 w 8226878"/>
              <a:gd name="connsiteY1" fmla="*/ 295275 h 5133544"/>
              <a:gd name="connsiteX2" fmla="*/ 1238250 w 8226878"/>
              <a:gd name="connsiteY2" fmla="*/ 3361894 h 5133544"/>
              <a:gd name="connsiteX3" fmla="*/ 2076450 w 8226878"/>
              <a:gd name="connsiteY3" fmla="*/ 3485719 h 5133544"/>
              <a:gd name="connsiteX4" fmla="*/ 2676525 w 8226878"/>
              <a:gd name="connsiteY4" fmla="*/ 3295219 h 5133544"/>
              <a:gd name="connsiteX5" fmla="*/ 3514725 w 8226878"/>
              <a:gd name="connsiteY5" fmla="*/ 3638119 h 5133544"/>
              <a:gd name="connsiteX6" fmla="*/ 3971925 w 8226878"/>
              <a:gd name="connsiteY6" fmla="*/ 3495244 h 5133544"/>
              <a:gd name="connsiteX7" fmla="*/ 5000625 w 8226878"/>
              <a:gd name="connsiteY7" fmla="*/ 3619069 h 5133544"/>
              <a:gd name="connsiteX8" fmla="*/ 5474266 w 8226878"/>
              <a:gd name="connsiteY8" fmla="*/ 2803853 h 5133544"/>
              <a:gd name="connsiteX9" fmla="*/ 6121965 w 8226878"/>
              <a:gd name="connsiteY9" fmla="*/ 3578587 h 5133544"/>
              <a:gd name="connsiteX10" fmla="*/ 6129275 w 8226878"/>
              <a:gd name="connsiteY10" fmla="*/ 3559241 h 5133544"/>
              <a:gd name="connsiteX11" fmla="*/ 6129275 w 8226878"/>
              <a:gd name="connsiteY11" fmla="*/ 3627690 h 5133544"/>
              <a:gd name="connsiteX12" fmla="*/ 7745719 w 8226878"/>
              <a:gd name="connsiteY12" fmla="*/ 4380283 h 5133544"/>
              <a:gd name="connsiteX13" fmla="*/ 8226878 w 8226878"/>
              <a:gd name="connsiteY13" fmla="*/ 5133544 h 5133544"/>
              <a:gd name="connsiteX0" fmla="*/ 0 w 8226878"/>
              <a:gd name="connsiteY0" fmla="*/ 5133544 h 5133544"/>
              <a:gd name="connsiteX1" fmla="*/ 259826 w 8226878"/>
              <a:gd name="connsiteY1" fmla="*/ 295275 h 5133544"/>
              <a:gd name="connsiteX2" fmla="*/ 1238250 w 8226878"/>
              <a:gd name="connsiteY2" fmla="*/ 3361894 h 5133544"/>
              <a:gd name="connsiteX3" fmla="*/ 2076450 w 8226878"/>
              <a:gd name="connsiteY3" fmla="*/ 3485719 h 5133544"/>
              <a:gd name="connsiteX4" fmla="*/ 2676525 w 8226878"/>
              <a:gd name="connsiteY4" fmla="*/ 3295219 h 5133544"/>
              <a:gd name="connsiteX5" fmla="*/ 3514725 w 8226878"/>
              <a:gd name="connsiteY5" fmla="*/ 3638119 h 5133544"/>
              <a:gd name="connsiteX6" fmla="*/ 3971925 w 8226878"/>
              <a:gd name="connsiteY6" fmla="*/ 3495244 h 5133544"/>
              <a:gd name="connsiteX7" fmla="*/ 5000625 w 8226878"/>
              <a:gd name="connsiteY7" fmla="*/ 3619069 h 5133544"/>
              <a:gd name="connsiteX8" fmla="*/ 5474266 w 8226878"/>
              <a:gd name="connsiteY8" fmla="*/ 2803853 h 5133544"/>
              <a:gd name="connsiteX9" fmla="*/ 6121965 w 8226878"/>
              <a:gd name="connsiteY9" fmla="*/ 3578587 h 5133544"/>
              <a:gd name="connsiteX10" fmla="*/ 6129275 w 8226878"/>
              <a:gd name="connsiteY10" fmla="*/ 3559241 h 5133544"/>
              <a:gd name="connsiteX11" fmla="*/ 7745719 w 8226878"/>
              <a:gd name="connsiteY11" fmla="*/ 4380283 h 5133544"/>
              <a:gd name="connsiteX12" fmla="*/ 8226878 w 8226878"/>
              <a:gd name="connsiteY12" fmla="*/ 5133544 h 5133544"/>
              <a:gd name="connsiteX0" fmla="*/ 0 w 8226878"/>
              <a:gd name="connsiteY0" fmla="*/ 5133544 h 5133544"/>
              <a:gd name="connsiteX1" fmla="*/ 259826 w 8226878"/>
              <a:gd name="connsiteY1" fmla="*/ 295275 h 5133544"/>
              <a:gd name="connsiteX2" fmla="*/ 1238250 w 8226878"/>
              <a:gd name="connsiteY2" fmla="*/ 3361894 h 5133544"/>
              <a:gd name="connsiteX3" fmla="*/ 2076450 w 8226878"/>
              <a:gd name="connsiteY3" fmla="*/ 3485719 h 5133544"/>
              <a:gd name="connsiteX4" fmla="*/ 2676525 w 8226878"/>
              <a:gd name="connsiteY4" fmla="*/ 3295219 h 5133544"/>
              <a:gd name="connsiteX5" fmla="*/ 3514725 w 8226878"/>
              <a:gd name="connsiteY5" fmla="*/ 3638119 h 5133544"/>
              <a:gd name="connsiteX6" fmla="*/ 3971925 w 8226878"/>
              <a:gd name="connsiteY6" fmla="*/ 3495244 h 5133544"/>
              <a:gd name="connsiteX7" fmla="*/ 5000625 w 8226878"/>
              <a:gd name="connsiteY7" fmla="*/ 3619069 h 5133544"/>
              <a:gd name="connsiteX8" fmla="*/ 5474266 w 8226878"/>
              <a:gd name="connsiteY8" fmla="*/ 2803853 h 5133544"/>
              <a:gd name="connsiteX9" fmla="*/ 6121965 w 8226878"/>
              <a:gd name="connsiteY9" fmla="*/ 3578587 h 5133544"/>
              <a:gd name="connsiteX10" fmla="*/ 5912745 w 8226878"/>
              <a:gd name="connsiteY10" fmla="*/ 4585809 h 5133544"/>
              <a:gd name="connsiteX11" fmla="*/ 7745719 w 8226878"/>
              <a:gd name="connsiteY11" fmla="*/ 4380283 h 5133544"/>
              <a:gd name="connsiteX12" fmla="*/ 8226878 w 8226878"/>
              <a:gd name="connsiteY12" fmla="*/ 5133544 h 5133544"/>
              <a:gd name="connsiteX0" fmla="*/ 0 w 8226878"/>
              <a:gd name="connsiteY0" fmla="*/ 5133544 h 5133544"/>
              <a:gd name="connsiteX1" fmla="*/ 259826 w 8226878"/>
              <a:gd name="connsiteY1" fmla="*/ 295275 h 5133544"/>
              <a:gd name="connsiteX2" fmla="*/ 1238250 w 8226878"/>
              <a:gd name="connsiteY2" fmla="*/ 3361894 h 5133544"/>
              <a:gd name="connsiteX3" fmla="*/ 2076450 w 8226878"/>
              <a:gd name="connsiteY3" fmla="*/ 3485719 h 5133544"/>
              <a:gd name="connsiteX4" fmla="*/ 2676525 w 8226878"/>
              <a:gd name="connsiteY4" fmla="*/ 3295219 h 5133544"/>
              <a:gd name="connsiteX5" fmla="*/ 3514725 w 8226878"/>
              <a:gd name="connsiteY5" fmla="*/ 3638119 h 5133544"/>
              <a:gd name="connsiteX6" fmla="*/ 3971925 w 8226878"/>
              <a:gd name="connsiteY6" fmla="*/ 3495244 h 5133544"/>
              <a:gd name="connsiteX7" fmla="*/ 5000625 w 8226878"/>
              <a:gd name="connsiteY7" fmla="*/ 3619069 h 5133544"/>
              <a:gd name="connsiteX8" fmla="*/ 5474266 w 8226878"/>
              <a:gd name="connsiteY8" fmla="*/ 2803853 h 5133544"/>
              <a:gd name="connsiteX9" fmla="*/ 5912745 w 8226878"/>
              <a:gd name="connsiteY9" fmla="*/ 4585809 h 5133544"/>
              <a:gd name="connsiteX10" fmla="*/ 7745719 w 8226878"/>
              <a:gd name="connsiteY10" fmla="*/ 4380283 h 5133544"/>
              <a:gd name="connsiteX11" fmla="*/ 8226878 w 8226878"/>
              <a:gd name="connsiteY11" fmla="*/ 5133544 h 5133544"/>
              <a:gd name="connsiteX0" fmla="*/ 0 w 8226878"/>
              <a:gd name="connsiteY0" fmla="*/ 5133544 h 5133544"/>
              <a:gd name="connsiteX1" fmla="*/ 259826 w 8226878"/>
              <a:gd name="connsiteY1" fmla="*/ 295275 h 5133544"/>
              <a:gd name="connsiteX2" fmla="*/ 1238250 w 8226878"/>
              <a:gd name="connsiteY2" fmla="*/ 3361894 h 5133544"/>
              <a:gd name="connsiteX3" fmla="*/ 2076450 w 8226878"/>
              <a:gd name="connsiteY3" fmla="*/ 3485719 h 5133544"/>
              <a:gd name="connsiteX4" fmla="*/ 2676525 w 8226878"/>
              <a:gd name="connsiteY4" fmla="*/ 3295219 h 5133544"/>
              <a:gd name="connsiteX5" fmla="*/ 3514725 w 8226878"/>
              <a:gd name="connsiteY5" fmla="*/ 3638119 h 5133544"/>
              <a:gd name="connsiteX6" fmla="*/ 3971925 w 8226878"/>
              <a:gd name="connsiteY6" fmla="*/ 3495244 h 5133544"/>
              <a:gd name="connsiteX7" fmla="*/ 5000625 w 8226878"/>
              <a:gd name="connsiteY7" fmla="*/ 3619069 h 5133544"/>
              <a:gd name="connsiteX8" fmla="*/ 5474266 w 8226878"/>
              <a:gd name="connsiteY8" fmla="*/ 2803853 h 5133544"/>
              <a:gd name="connsiteX9" fmla="*/ 6057045 w 8226878"/>
              <a:gd name="connsiteY9" fmla="*/ 4585809 h 5133544"/>
              <a:gd name="connsiteX10" fmla="*/ 7745719 w 8226878"/>
              <a:gd name="connsiteY10" fmla="*/ 4380283 h 5133544"/>
              <a:gd name="connsiteX11" fmla="*/ 8226878 w 8226878"/>
              <a:gd name="connsiteY11" fmla="*/ 5133544 h 5133544"/>
              <a:gd name="connsiteX0" fmla="*/ 0 w 8226878"/>
              <a:gd name="connsiteY0" fmla="*/ 5133544 h 5133544"/>
              <a:gd name="connsiteX1" fmla="*/ 259826 w 8226878"/>
              <a:gd name="connsiteY1" fmla="*/ 295275 h 5133544"/>
              <a:gd name="connsiteX2" fmla="*/ 1238250 w 8226878"/>
              <a:gd name="connsiteY2" fmla="*/ 3361894 h 5133544"/>
              <a:gd name="connsiteX3" fmla="*/ 2076450 w 8226878"/>
              <a:gd name="connsiteY3" fmla="*/ 3485719 h 5133544"/>
              <a:gd name="connsiteX4" fmla="*/ 2676525 w 8226878"/>
              <a:gd name="connsiteY4" fmla="*/ 3295219 h 5133544"/>
              <a:gd name="connsiteX5" fmla="*/ 3514725 w 8226878"/>
              <a:gd name="connsiteY5" fmla="*/ 3638119 h 5133544"/>
              <a:gd name="connsiteX6" fmla="*/ 3971925 w 8226878"/>
              <a:gd name="connsiteY6" fmla="*/ 3495244 h 5133544"/>
              <a:gd name="connsiteX7" fmla="*/ 5000625 w 8226878"/>
              <a:gd name="connsiteY7" fmla="*/ 3619069 h 5133544"/>
              <a:gd name="connsiteX8" fmla="*/ 5618566 w 8226878"/>
              <a:gd name="connsiteY8" fmla="*/ 2803853 h 5133544"/>
              <a:gd name="connsiteX9" fmla="*/ 6057045 w 8226878"/>
              <a:gd name="connsiteY9" fmla="*/ 4585809 h 5133544"/>
              <a:gd name="connsiteX10" fmla="*/ 7745719 w 8226878"/>
              <a:gd name="connsiteY10" fmla="*/ 4380283 h 5133544"/>
              <a:gd name="connsiteX11" fmla="*/ 8226878 w 8226878"/>
              <a:gd name="connsiteY11" fmla="*/ 5133544 h 5133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226878" h="5133544">
                <a:moveTo>
                  <a:pt x="0" y="5133544"/>
                </a:moveTo>
                <a:cubicBezTo>
                  <a:pt x="54131" y="4125571"/>
                  <a:pt x="53451" y="590550"/>
                  <a:pt x="259826" y="295275"/>
                </a:cubicBezTo>
                <a:cubicBezTo>
                  <a:pt x="466201" y="0"/>
                  <a:pt x="935479" y="2830153"/>
                  <a:pt x="1238250" y="3361894"/>
                </a:cubicBezTo>
                <a:cubicBezTo>
                  <a:pt x="1541021" y="3893635"/>
                  <a:pt x="1836738" y="3496832"/>
                  <a:pt x="2076450" y="3485719"/>
                </a:cubicBezTo>
                <a:cubicBezTo>
                  <a:pt x="2316163" y="3474607"/>
                  <a:pt x="2436813" y="3269819"/>
                  <a:pt x="2676525" y="3295219"/>
                </a:cubicBezTo>
                <a:cubicBezTo>
                  <a:pt x="2916237" y="3320619"/>
                  <a:pt x="3298825" y="3604782"/>
                  <a:pt x="3514725" y="3638119"/>
                </a:cubicBezTo>
                <a:cubicBezTo>
                  <a:pt x="3730625" y="3671456"/>
                  <a:pt x="3724275" y="3498419"/>
                  <a:pt x="3971925" y="3495244"/>
                </a:cubicBezTo>
                <a:cubicBezTo>
                  <a:pt x="4219575" y="3492069"/>
                  <a:pt x="4726185" y="3734301"/>
                  <a:pt x="5000625" y="3619069"/>
                </a:cubicBezTo>
                <a:cubicBezTo>
                  <a:pt x="5275065" y="3503837"/>
                  <a:pt x="5442496" y="2642730"/>
                  <a:pt x="5618566" y="2803853"/>
                </a:cubicBezTo>
                <a:cubicBezTo>
                  <a:pt x="5794636" y="2964976"/>
                  <a:pt x="5678470" y="4323071"/>
                  <a:pt x="6057045" y="4585809"/>
                </a:cubicBezTo>
                <a:lnTo>
                  <a:pt x="7745719" y="4380283"/>
                </a:lnTo>
                <a:lnTo>
                  <a:pt x="8226878" y="5133544"/>
                </a:lnTo>
              </a:path>
            </a:pathLst>
          </a:custGeom>
          <a:solidFill>
            <a:schemeClr val="accent1"/>
          </a:solidFill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kstSylinder 12"/>
          <p:cNvSpPr txBox="1"/>
          <p:nvPr/>
        </p:nvSpPr>
        <p:spPr>
          <a:xfrm>
            <a:off x="142844" y="1285860"/>
            <a:ext cx="5714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900" dirty="0" smtClean="0"/>
              <a:t>Innsats</a:t>
            </a:r>
            <a:endParaRPr lang="en-US" sz="900" dirty="0"/>
          </a:p>
        </p:txBody>
      </p:sp>
      <p:sp>
        <p:nvSpPr>
          <p:cNvPr id="14" name="TekstSylinder 13"/>
          <p:cNvSpPr txBox="1"/>
          <p:nvPr/>
        </p:nvSpPr>
        <p:spPr>
          <a:xfrm>
            <a:off x="8572528" y="6000768"/>
            <a:ext cx="5714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900" dirty="0" smtClean="0"/>
              <a:t>Tid</a:t>
            </a:r>
            <a:endParaRPr lang="en-US" sz="900" dirty="0"/>
          </a:p>
        </p:txBody>
      </p:sp>
      <p:sp>
        <p:nvSpPr>
          <p:cNvPr id="15" name="TekstSylinder 14"/>
          <p:cNvSpPr txBox="1"/>
          <p:nvPr/>
        </p:nvSpPr>
        <p:spPr>
          <a:xfrm>
            <a:off x="6072198" y="6357958"/>
            <a:ext cx="12144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dirty="0" err="1" smtClean="0"/>
              <a:t>Produksjons-setting</a:t>
            </a:r>
            <a:endParaRPr lang="en-US" sz="1000" dirty="0"/>
          </a:p>
        </p:txBody>
      </p:sp>
      <p:sp>
        <p:nvSpPr>
          <p:cNvPr id="16" name="Plassholder for bunntekst 1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nb-NO" smtClean="0"/>
              <a:t>BEKK</a:t>
            </a:r>
            <a:endParaRPr lang="en-US" dirty="0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ssholder for lysbildenumm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smtClean="0"/>
              <a:t>Side </a:t>
            </a:r>
            <a:fld id="{0C342036-F52B-48FD-A090-765F7E4C8878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Plassholder for innhold 3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3" descr="D:\Downloads\fail-camera.jpg"/>
          <p:cNvPicPr>
            <a:picLocks noChangeAspect="1" noChangeArrowheads="1"/>
          </p:cNvPicPr>
          <p:nvPr/>
        </p:nvPicPr>
        <p:blipFill>
          <a:blip r:embed="rId3" cstate="print"/>
          <a:srcRect b="26997"/>
          <a:stretch>
            <a:fillRect/>
          </a:stretch>
        </p:blipFill>
        <p:spPr bwMode="auto">
          <a:xfrm>
            <a:off x="-2039779" y="0"/>
            <a:ext cx="11183779" cy="6858000"/>
          </a:xfrm>
          <a:prstGeom prst="rect">
            <a:avLst/>
          </a:prstGeom>
          <a:noFill/>
          <a:ln w="3175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Vannfall</a:t>
            </a:r>
            <a:endParaRPr lang="en-US" dirty="0"/>
          </a:p>
        </p:txBody>
      </p:sp>
      <p:sp>
        <p:nvSpPr>
          <p:cNvPr id="4" name="Plassholder for bunntekst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BEKK</a:t>
            </a:r>
            <a:endParaRPr lang="en-US" dirty="0"/>
          </a:p>
        </p:txBody>
      </p:sp>
      <p:sp>
        <p:nvSpPr>
          <p:cNvPr id="5" name="Plassholder for lysbildenumm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smtClean="0"/>
              <a:t>Side </a:t>
            </a:r>
            <a:fld id="{0C342036-F52B-48FD-A090-765F7E4C8878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Plassholder for tekst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ktangel 9"/>
          <p:cNvSpPr/>
          <p:nvPr/>
        </p:nvSpPr>
        <p:spPr>
          <a:xfrm>
            <a:off x="714348" y="1357298"/>
            <a:ext cx="1571636" cy="5715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 smtClean="0"/>
              <a:t>System </a:t>
            </a:r>
            <a:r>
              <a:rPr lang="nb-NO" dirty="0" err="1" smtClean="0"/>
              <a:t>requirements</a:t>
            </a:r>
            <a:endParaRPr lang="en-US" dirty="0"/>
          </a:p>
        </p:txBody>
      </p:sp>
      <p:sp>
        <p:nvSpPr>
          <p:cNvPr id="12" name="Rektangel 11"/>
          <p:cNvSpPr/>
          <p:nvPr/>
        </p:nvSpPr>
        <p:spPr>
          <a:xfrm>
            <a:off x="1643042" y="2000240"/>
            <a:ext cx="1571636" cy="5715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 smtClean="0"/>
              <a:t>Software </a:t>
            </a:r>
            <a:r>
              <a:rPr lang="nb-NO" dirty="0" err="1" smtClean="0"/>
              <a:t>requirements</a:t>
            </a:r>
            <a:endParaRPr lang="en-US" dirty="0"/>
          </a:p>
        </p:txBody>
      </p:sp>
      <p:sp>
        <p:nvSpPr>
          <p:cNvPr id="13" name="Rektangel 12"/>
          <p:cNvSpPr/>
          <p:nvPr/>
        </p:nvSpPr>
        <p:spPr>
          <a:xfrm>
            <a:off x="2571736" y="2643182"/>
            <a:ext cx="1571636" cy="5715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 err="1" smtClean="0"/>
              <a:t>Analysis</a:t>
            </a:r>
            <a:endParaRPr lang="en-US" dirty="0"/>
          </a:p>
        </p:txBody>
      </p:sp>
      <p:sp>
        <p:nvSpPr>
          <p:cNvPr id="14" name="Rektangel 13"/>
          <p:cNvSpPr/>
          <p:nvPr/>
        </p:nvSpPr>
        <p:spPr>
          <a:xfrm>
            <a:off x="3571868" y="3286124"/>
            <a:ext cx="1571636" cy="5715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 smtClean="0"/>
              <a:t>Program design</a:t>
            </a:r>
            <a:endParaRPr lang="en-US" dirty="0"/>
          </a:p>
        </p:txBody>
      </p:sp>
      <p:sp>
        <p:nvSpPr>
          <p:cNvPr id="15" name="Rektangel 14"/>
          <p:cNvSpPr/>
          <p:nvPr/>
        </p:nvSpPr>
        <p:spPr>
          <a:xfrm>
            <a:off x="4572000" y="3929066"/>
            <a:ext cx="1571636" cy="5715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 err="1" smtClean="0"/>
              <a:t>Coding</a:t>
            </a:r>
            <a:endParaRPr lang="en-US" dirty="0"/>
          </a:p>
        </p:txBody>
      </p:sp>
      <p:sp>
        <p:nvSpPr>
          <p:cNvPr id="16" name="Rektangel 15"/>
          <p:cNvSpPr/>
          <p:nvPr/>
        </p:nvSpPr>
        <p:spPr>
          <a:xfrm>
            <a:off x="5572132" y="4572008"/>
            <a:ext cx="1571636" cy="5715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 smtClean="0"/>
              <a:t>Testing</a:t>
            </a:r>
            <a:endParaRPr lang="en-US" dirty="0"/>
          </a:p>
        </p:txBody>
      </p:sp>
      <p:sp>
        <p:nvSpPr>
          <p:cNvPr id="17" name="Rektangel 16"/>
          <p:cNvSpPr/>
          <p:nvPr/>
        </p:nvSpPr>
        <p:spPr>
          <a:xfrm>
            <a:off x="6500826" y="5214950"/>
            <a:ext cx="1571636" cy="5715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 err="1" smtClean="0"/>
              <a:t>Operations</a:t>
            </a:r>
            <a:endParaRPr lang="en-US" dirty="0"/>
          </a:p>
        </p:txBody>
      </p:sp>
      <p:sp>
        <p:nvSpPr>
          <p:cNvPr id="18" name="Bue 17"/>
          <p:cNvSpPr/>
          <p:nvPr/>
        </p:nvSpPr>
        <p:spPr>
          <a:xfrm>
            <a:off x="2857488" y="2285992"/>
            <a:ext cx="714380" cy="642942"/>
          </a:xfrm>
          <a:prstGeom prst="arc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Bue 18"/>
          <p:cNvSpPr/>
          <p:nvPr/>
        </p:nvSpPr>
        <p:spPr>
          <a:xfrm>
            <a:off x="1928794" y="1643050"/>
            <a:ext cx="714380" cy="642942"/>
          </a:xfrm>
          <a:prstGeom prst="arc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Bue 19"/>
          <p:cNvSpPr/>
          <p:nvPr/>
        </p:nvSpPr>
        <p:spPr>
          <a:xfrm>
            <a:off x="3786182" y="2928934"/>
            <a:ext cx="714380" cy="642942"/>
          </a:xfrm>
          <a:prstGeom prst="arc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Bue 20"/>
          <p:cNvSpPr/>
          <p:nvPr/>
        </p:nvSpPr>
        <p:spPr>
          <a:xfrm>
            <a:off x="4786314" y="3571876"/>
            <a:ext cx="714380" cy="642942"/>
          </a:xfrm>
          <a:prstGeom prst="arc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Bue 21"/>
          <p:cNvSpPr/>
          <p:nvPr/>
        </p:nvSpPr>
        <p:spPr>
          <a:xfrm>
            <a:off x="5786446" y="4214818"/>
            <a:ext cx="714380" cy="642942"/>
          </a:xfrm>
          <a:prstGeom prst="arc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Bue 22"/>
          <p:cNvSpPr/>
          <p:nvPr/>
        </p:nvSpPr>
        <p:spPr>
          <a:xfrm>
            <a:off x="6786578" y="4857760"/>
            <a:ext cx="714380" cy="642942"/>
          </a:xfrm>
          <a:prstGeom prst="arc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Microsoft Security </a:t>
            </a:r>
            <a:r>
              <a:rPr lang="nb-NO" dirty="0" err="1" smtClean="0"/>
              <a:t>Development</a:t>
            </a:r>
            <a:r>
              <a:rPr lang="nb-NO" dirty="0" smtClean="0"/>
              <a:t> </a:t>
            </a:r>
            <a:r>
              <a:rPr lang="nb-NO" dirty="0" err="1" smtClean="0"/>
              <a:t>Lifecycle</a:t>
            </a:r>
            <a:endParaRPr lang="en-US" dirty="0"/>
          </a:p>
        </p:txBody>
      </p:sp>
      <p:sp>
        <p:nvSpPr>
          <p:cNvPr id="3" name="Plassholder for inn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smtClean="0"/>
              <a:t>Side </a:t>
            </a:r>
            <a:fld id="{0C342036-F52B-48FD-A090-765F7E4C8878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Plassholder for tekst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http://www.microsoft.com/security/sdl/default.aspx</a:t>
            </a:r>
            <a:endParaRPr lang="en-US" dirty="0"/>
          </a:p>
        </p:txBody>
      </p:sp>
      <p:pic>
        <p:nvPicPr>
          <p:cNvPr id="6" name="Picture 1" descr="SDL_Lifecycle_(Expanded)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5720" y="2500306"/>
            <a:ext cx="8715436" cy="200026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Sikkerhetspraksis - Eksempler</a:t>
            </a:r>
            <a:endParaRPr lang="en-US" dirty="0"/>
          </a:p>
        </p:txBody>
      </p:sp>
      <p:sp>
        <p:nvSpPr>
          <p:cNvPr id="3" name="Plassholder for inn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 smtClean="0"/>
              <a:t>Penetrasjonstesting</a:t>
            </a:r>
          </a:p>
          <a:p>
            <a:r>
              <a:rPr lang="nb-NO" dirty="0" smtClean="0"/>
              <a:t>Kodegjennomgang</a:t>
            </a:r>
          </a:p>
          <a:p>
            <a:r>
              <a:rPr lang="nb-NO" dirty="0" err="1" smtClean="0"/>
              <a:t>Defence-in-depth</a:t>
            </a:r>
            <a:endParaRPr lang="nb-NO" dirty="0" smtClean="0"/>
          </a:p>
          <a:p>
            <a:r>
              <a:rPr lang="nb-NO" dirty="0" smtClean="0"/>
              <a:t>Trusselmodellering</a:t>
            </a:r>
            <a:endParaRPr lang="en-US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smtClean="0"/>
              <a:t>Side </a:t>
            </a:r>
            <a:fld id="{0C342036-F52B-48FD-A090-765F7E4C8878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Plassholder for tekst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Trusselmodellering</a:t>
            </a:r>
            <a:endParaRPr lang="en-US" dirty="0"/>
          </a:p>
        </p:txBody>
      </p:sp>
      <p:sp>
        <p:nvSpPr>
          <p:cNvPr id="3" name="Plassholder for inn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 smtClean="0"/>
              <a:t>Identifisere aktiva</a:t>
            </a:r>
          </a:p>
          <a:p>
            <a:r>
              <a:rPr lang="nb-NO" dirty="0" smtClean="0"/>
              <a:t>Identifisere aktører</a:t>
            </a:r>
          </a:p>
          <a:p>
            <a:r>
              <a:rPr lang="nb-NO" dirty="0" smtClean="0"/>
              <a:t>Risikovurdering </a:t>
            </a:r>
          </a:p>
          <a:p>
            <a:pPr lvl="1"/>
            <a:r>
              <a:rPr lang="nb-NO" dirty="0" smtClean="0"/>
              <a:t>konsekvens og sannsynlighet</a:t>
            </a:r>
          </a:p>
          <a:p>
            <a:pPr lvl="1"/>
            <a:endParaRPr lang="nb-NO" dirty="0" smtClean="0"/>
          </a:p>
          <a:p>
            <a:pPr lvl="1">
              <a:buNone/>
            </a:pPr>
            <a:endParaRPr lang="nb-NO" dirty="0" smtClean="0"/>
          </a:p>
          <a:p>
            <a:r>
              <a:rPr lang="nb-NO" dirty="0" smtClean="0"/>
              <a:t>Det kommer et foredrag om STRIDE senere i dag</a:t>
            </a:r>
          </a:p>
          <a:p>
            <a:endParaRPr lang="en-US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smtClean="0"/>
              <a:t>Side </a:t>
            </a:r>
            <a:fld id="{0C342036-F52B-48FD-A090-765F7E4C8878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Plassholder for tekst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Trusselmodellering</a:t>
            </a:r>
            <a:endParaRPr lang="en-US" dirty="0"/>
          </a:p>
        </p:txBody>
      </p:sp>
      <p:sp>
        <p:nvSpPr>
          <p:cNvPr id="3" name="Plassholder for inn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smtClean="0"/>
              <a:t>Side </a:t>
            </a:r>
            <a:fld id="{0C342036-F52B-48FD-A090-765F7E4C8878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Plassholder for tekst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b-NO" dirty="0" smtClean="0"/>
              <a:t>John Steven –  </a:t>
            </a:r>
            <a:r>
              <a:rPr lang="nb-NO" dirty="0" err="1" smtClean="0"/>
              <a:t>Threat</a:t>
            </a:r>
            <a:r>
              <a:rPr lang="nb-NO" dirty="0" smtClean="0"/>
              <a:t> </a:t>
            </a:r>
            <a:r>
              <a:rPr lang="nb-NO" dirty="0" err="1" smtClean="0"/>
              <a:t>modelleing</a:t>
            </a:r>
            <a:r>
              <a:rPr lang="nb-NO" dirty="0" smtClean="0"/>
              <a:t> – OWASP </a:t>
            </a:r>
            <a:r>
              <a:rPr lang="nb-NO" dirty="0" err="1" smtClean="0"/>
              <a:t>AppSec</a:t>
            </a:r>
            <a:r>
              <a:rPr lang="nb-NO" dirty="0" smtClean="0"/>
              <a:t> </a:t>
            </a:r>
            <a:r>
              <a:rPr lang="nb-NO" dirty="0" err="1" smtClean="0"/>
              <a:t>Poland</a:t>
            </a:r>
            <a:r>
              <a:rPr lang="nb-NO" dirty="0" smtClean="0"/>
              <a:t> 2009</a:t>
            </a:r>
            <a:endParaRPr lang="en-US" dirty="0"/>
          </a:p>
        </p:txBody>
      </p:sp>
      <p:pic>
        <p:nvPicPr>
          <p:cNvPr id="6" name="Content Placeholder 4" descr="Threat Modeling - ORMs Threats.eps"/>
          <p:cNvPicPr>
            <a:picLocks noGrp="1" noChangeAspect="1"/>
          </p:cNvPicPr>
          <p:nvPr/>
        </p:nvPicPr>
        <p:blipFill>
          <a:blip r:embed="rId3" cstate="print"/>
          <a:srcRect l="-59233" r="-59233"/>
          <a:stretch>
            <a:fillRect/>
          </a:stretch>
        </p:blipFill>
        <p:spPr bwMode="auto">
          <a:xfrm>
            <a:off x="-2532857" y="1143000"/>
            <a:ext cx="14209713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Hva er det vi lager?</a:t>
            </a:r>
            <a:endParaRPr lang="en-US" dirty="0" smtClean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3F8AE97-2BE7-4FDC-918F-E3193F6A21B1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cxnSp>
        <p:nvCxnSpPr>
          <p:cNvPr id="5" name="Rett linje 4"/>
          <p:cNvCxnSpPr/>
          <p:nvPr/>
        </p:nvCxnSpPr>
        <p:spPr>
          <a:xfrm rot="5400000">
            <a:off x="5893594" y="3464719"/>
            <a:ext cx="4857750" cy="714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uppe 5"/>
          <p:cNvGrpSpPr>
            <a:grpSpLocks/>
          </p:cNvGrpSpPr>
          <p:nvPr/>
        </p:nvGrpSpPr>
        <p:grpSpPr bwMode="auto">
          <a:xfrm flipH="1">
            <a:off x="7858125" y="3857625"/>
            <a:ext cx="928688" cy="1428750"/>
            <a:chOff x="3286116" y="2214554"/>
            <a:chExt cx="1500198" cy="1428760"/>
          </a:xfrm>
        </p:grpSpPr>
        <p:sp>
          <p:nvSpPr>
            <p:cNvPr id="7" name="Ellipse 6"/>
            <p:cNvSpPr/>
            <p:nvPr/>
          </p:nvSpPr>
          <p:spPr>
            <a:xfrm>
              <a:off x="3286116" y="2214554"/>
              <a:ext cx="1500198" cy="142876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8" name="Ellipse 7"/>
            <p:cNvSpPr/>
            <p:nvPr/>
          </p:nvSpPr>
          <p:spPr>
            <a:xfrm>
              <a:off x="3437419" y="2366955"/>
              <a:ext cx="1205287" cy="1133483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" name="Ellipse 8"/>
            <p:cNvSpPr/>
            <p:nvPr/>
          </p:nvSpPr>
          <p:spPr>
            <a:xfrm>
              <a:off x="3591285" y="2519356"/>
              <a:ext cx="910375" cy="838206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0" name="Ellipse 9"/>
            <p:cNvSpPr/>
            <p:nvPr/>
          </p:nvSpPr>
          <p:spPr>
            <a:xfrm>
              <a:off x="3742586" y="2671757"/>
              <a:ext cx="615466" cy="542929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" name="Ellipse 10"/>
            <p:cNvSpPr/>
            <p:nvPr/>
          </p:nvSpPr>
          <p:spPr>
            <a:xfrm>
              <a:off x="3896453" y="2824158"/>
              <a:ext cx="317991" cy="247652"/>
            </a:xfrm>
            <a:prstGeom prst="ellipse">
              <a:avLst/>
            </a:prstGeom>
            <a:solidFill>
              <a:srgbClr val="E45B44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cxnSp>
        <p:nvCxnSpPr>
          <p:cNvPr id="12" name="Rett pil 11"/>
          <p:cNvCxnSpPr/>
          <p:nvPr/>
        </p:nvCxnSpPr>
        <p:spPr>
          <a:xfrm flipV="1">
            <a:off x="714375" y="2714625"/>
            <a:ext cx="6643688" cy="9286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uppe 12"/>
          <p:cNvGrpSpPr>
            <a:grpSpLocks/>
          </p:cNvGrpSpPr>
          <p:nvPr/>
        </p:nvGrpSpPr>
        <p:grpSpPr bwMode="auto">
          <a:xfrm flipH="1">
            <a:off x="7858125" y="1857375"/>
            <a:ext cx="928688" cy="1428750"/>
            <a:chOff x="3286116" y="2214554"/>
            <a:chExt cx="1500198" cy="1428760"/>
          </a:xfrm>
        </p:grpSpPr>
        <p:sp>
          <p:nvSpPr>
            <p:cNvPr id="14" name="Ellipse 13"/>
            <p:cNvSpPr/>
            <p:nvPr/>
          </p:nvSpPr>
          <p:spPr>
            <a:xfrm>
              <a:off x="3286116" y="2214554"/>
              <a:ext cx="1500198" cy="142876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5" name="Ellipse 14"/>
            <p:cNvSpPr/>
            <p:nvPr/>
          </p:nvSpPr>
          <p:spPr>
            <a:xfrm>
              <a:off x="3437419" y="2366955"/>
              <a:ext cx="1205287" cy="1133483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6" name="Ellipse 15"/>
            <p:cNvSpPr/>
            <p:nvPr/>
          </p:nvSpPr>
          <p:spPr>
            <a:xfrm>
              <a:off x="3591285" y="2519356"/>
              <a:ext cx="910375" cy="838206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7" name="Ellipse 16"/>
            <p:cNvSpPr/>
            <p:nvPr/>
          </p:nvSpPr>
          <p:spPr>
            <a:xfrm>
              <a:off x="3742586" y="2671757"/>
              <a:ext cx="615466" cy="542929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8" name="Ellipse 17"/>
            <p:cNvSpPr/>
            <p:nvPr/>
          </p:nvSpPr>
          <p:spPr>
            <a:xfrm>
              <a:off x="3896453" y="2824158"/>
              <a:ext cx="317991" cy="247652"/>
            </a:xfrm>
            <a:prstGeom prst="ellipse">
              <a:avLst/>
            </a:prstGeom>
            <a:solidFill>
              <a:srgbClr val="E45B44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19" name="Rektangel 18"/>
          <p:cNvSpPr/>
          <p:nvPr/>
        </p:nvSpPr>
        <p:spPr>
          <a:xfrm>
            <a:off x="7715250" y="1857375"/>
            <a:ext cx="1214438" cy="1428750"/>
          </a:xfrm>
          <a:prstGeom prst="rect">
            <a:avLst/>
          </a:prstGeom>
          <a:solidFill>
            <a:schemeClr val="bg1"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0" name="Rett pil 19"/>
          <p:cNvCxnSpPr/>
          <p:nvPr/>
        </p:nvCxnSpPr>
        <p:spPr>
          <a:xfrm rot="16200000" flipH="1">
            <a:off x="7215188" y="2857500"/>
            <a:ext cx="1214438" cy="92868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7188" y="3143250"/>
            <a:ext cx="723900" cy="1038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929438" y="2143125"/>
            <a:ext cx="723900" cy="1038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ssholder for inn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smtClean="0"/>
              <a:t>Side </a:t>
            </a:r>
            <a:fld id="{0C342036-F52B-48FD-A090-765F7E4C8878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Plassholder for tekst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ktangel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D:\temp\iasa\129113315767320131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14414" y="-896"/>
            <a:ext cx="6831126" cy="685889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Smidig</a:t>
            </a:r>
            <a:endParaRPr lang="en-US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491B992-D520-4BCA-B51C-2E81D98F7320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sp>
        <p:nvSpPr>
          <p:cNvPr id="6" name="Plassholder for tekst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>
                <a:hlinkClick r:id="rId3"/>
              </a:rPr>
              <a:t>http://commons.wikimedia.org/wiki/File:Scrum_process.svg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8" name="Picture 3" descr="D:\Downloads\800px-Scrum_process.svg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71472" y="1571612"/>
            <a:ext cx="7620000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Smidig</a:t>
            </a:r>
            <a:endParaRPr lang="en-US" dirty="0" smtClean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5867B38-8A41-4B05-9572-4782DBB1ACB3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cxnSp>
        <p:nvCxnSpPr>
          <p:cNvPr id="5" name="Rett linje 4"/>
          <p:cNvCxnSpPr/>
          <p:nvPr/>
        </p:nvCxnSpPr>
        <p:spPr>
          <a:xfrm rot="5400000">
            <a:off x="5893594" y="3464719"/>
            <a:ext cx="4857750" cy="714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uppe 6"/>
          <p:cNvGrpSpPr>
            <a:grpSpLocks/>
          </p:cNvGrpSpPr>
          <p:nvPr/>
        </p:nvGrpSpPr>
        <p:grpSpPr bwMode="auto">
          <a:xfrm flipH="1">
            <a:off x="7858125" y="2928938"/>
            <a:ext cx="928688" cy="1428750"/>
            <a:chOff x="3286116" y="2214554"/>
            <a:chExt cx="1500198" cy="1428760"/>
          </a:xfrm>
        </p:grpSpPr>
        <p:sp>
          <p:nvSpPr>
            <p:cNvPr id="7" name="Ellipse 6"/>
            <p:cNvSpPr/>
            <p:nvPr/>
          </p:nvSpPr>
          <p:spPr>
            <a:xfrm>
              <a:off x="3286116" y="2214554"/>
              <a:ext cx="1500198" cy="142876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8" name="Ellipse 7"/>
            <p:cNvSpPr/>
            <p:nvPr/>
          </p:nvSpPr>
          <p:spPr>
            <a:xfrm>
              <a:off x="3437419" y="2366955"/>
              <a:ext cx="1205287" cy="1133483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" name="Ellipse 8"/>
            <p:cNvSpPr/>
            <p:nvPr/>
          </p:nvSpPr>
          <p:spPr>
            <a:xfrm>
              <a:off x="3591285" y="2519356"/>
              <a:ext cx="910375" cy="838206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0" name="Ellipse 9"/>
            <p:cNvSpPr/>
            <p:nvPr/>
          </p:nvSpPr>
          <p:spPr>
            <a:xfrm>
              <a:off x="3742586" y="2671757"/>
              <a:ext cx="615466" cy="542929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" name="Ellipse 10"/>
            <p:cNvSpPr/>
            <p:nvPr/>
          </p:nvSpPr>
          <p:spPr>
            <a:xfrm>
              <a:off x="3896453" y="2824158"/>
              <a:ext cx="317991" cy="247652"/>
            </a:xfrm>
            <a:prstGeom prst="ellipse">
              <a:avLst/>
            </a:prstGeom>
            <a:solidFill>
              <a:srgbClr val="E45B44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cxnSp>
        <p:nvCxnSpPr>
          <p:cNvPr id="12" name="Rett pil 11"/>
          <p:cNvCxnSpPr/>
          <p:nvPr/>
        </p:nvCxnSpPr>
        <p:spPr>
          <a:xfrm flipV="1">
            <a:off x="714375" y="2928938"/>
            <a:ext cx="928688" cy="71437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Rett pil 12"/>
          <p:cNvCxnSpPr/>
          <p:nvPr/>
        </p:nvCxnSpPr>
        <p:spPr>
          <a:xfrm rot="16200000" flipH="1">
            <a:off x="1357313" y="3214688"/>
            <a:ext cx="1214437" cy="64293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41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7188" y="3143250"/>
            <a:ext cx="723900" cy="1038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5" name="Rett pil 14"/>
          <p:cNvCxnSpPr/>
          <p:nvPr/>
        </p:nvCxnSpPr>
        <p:spPr>
          <a:xfrm flipV="1">
            <a:off x="2286000" y="3429000"/>
            <a:ext cx="785813" cy="71437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Rett pil 15"/>
          <p:cNvCxnSpPr/>
          <p:nvPr/>
        </p:nvCxnSpPr>
        <p:spPr>
          <a:xfrm flipV="1">
            <a:off x="3071813" y="3000375"/>
            <a:ext cx="857250" cy="4286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Rett pil 16"/>
          <p:cNvCxnSpPr/>
          <p:nvPr/>
        </p:nvCxnSpPr>
        <p:spPr>
          <a:xfrm>
            <a:off x="3929063" y="3000375"/>
            <a:ext cx="714375" cy="64293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Rett pil 17"/>
          <p:cNvCxnSpPr/>
          <p:nvPr/>
        </p:nvCxnSpPr>
        <p:spPr>
          <a:xfrm flipV="1">
            <a:off x="4643438" y="3286125"/>
            <a:ext cx="785812" cy="3571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Rett pil 18"/>
          <p:cNvCxnSpPr/>
          <p:nvPr/>
        </p:nvCxnSpPr>
        <p:spPr>
          <a:xfrm>
            <a:off x="5429250" y="3286125"/>
            <a:ext cx="714375" cy="21431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Rett pil 19"/>
          <p:cNvCxnSpPr/>
          <p:nvPr/>
        </p:nvCxnSpPr>
        <p:spPr>
          <a:xfrm>
            <a:off x="6143625" y="3500438"/>
            <a:ext cx="714375" cy="14446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Rett pil 20"/>
          <p:cNvCxnSpPr/>
          <p:nvPr/>
        </p:nvCxnSpPr>
        <p:spPr>
          <a:xfrm>
            <a:off x="6858000" y="3643313"/>
            <a:ext cx="714375" cy="158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Rett pil 21"/>
          <p:cNvCxnSpPr/>
          <p:nvPr/>
        </p:nvCxnSpPr>
        <p:spPr>
          <a:xfrm>
            <a:off x="7572375" y="3643313"/>
            <a:ext cx="714375" cy="7143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Sikkerhet og smidig?</a:t>
            </a:r>
            <a:endParaRPr lang="en-US" dirty="0"/>
          </a:p>
        </p:txBody>
      </p:sp>
      <p:sp>
        <p:nvSpPr>
          <p:cNvPr id="3" name="Plassholder for lysbildenumm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smtClean="0"/>
              <a:t>Side </a:t>
            </a:r>
            <a:fld id="{0C342036-F52B-48FD-A090-765F7E4C8878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4" name="Plassholder for innhold 3"/>
          <p:cNvSpPr>
            <a:spLocks noGrp="1"/>
          </p:cNvSpPr>
          <p:nvPr>
            <p:ph sz="quarter" idx="14"/>
          </p:nvPr>
        </p:nvSpPr>
        <p:spPr>
          <a:xfrm>
            <a:off x="214282" y="1214422"/>
            <a:ext cx="8715436" cy="2286016"/>
          </a:xfrm>
        </p:spPr>
        <p:txBody>
          <a:bodyPr/>
          <a:lstStyle/>
          <a:p>
            <a:pPr algn="ctr">
              <a:buNone/>
            </a:pPr>
            <a:r>
              <a:rPr lang="nb-NO" sz="9600" dirty="0" smtClean="0"/>
              <a:t>+</a:t>
            </a:r>
            <a:endParaRPr lang="en-US" sz="96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929322" y="1071546"/>
            <a:ext cx="1533774" cy="22892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00034" y="1071546"/>
            <a:ext cx="3024209" cy="2268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Plassholder for innhold 3"/>
          <p:cNvSpPr txBox="1">
            <a:spLocks/>
          </p:cNvSpPr>
          <p:nvPr/>
        </p:nvSpPr>
        <p:spPr>
          <a:xfrm>
            <a:off x="2000232" y="4375463"/>
            <a:ext cx="2286015" cy="22860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73600" marR="0" lvl="0" indent="-2736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5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nb-NO" sz="9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</a:t>
            </a:r>
            <a:endParaRPr kumimoji="0" lang="en-US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kstSylinder 7"/>
          <p:cNvSpPr txBox="1"/>
          <p:nvPr/>
        </p:nvSpPr>
        <p:spPr>
          <a:xfrm>
            <a:off x="928662" y="3357562"/>
            <a:ext cx="3000396" cy="214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smtClean="0"/>
              <a:t>By: </a:t>
            </a:r>
            <a:r>
              <a:rPr lang="en-US" sz="800" dirty="0" smtClean="0">
                <a:hlinkClick r:id="rId5"/>
              </a:rPr>
              <a:t>HBC4511</a:t>
            </a:r>
            <a:r>
              <a:rPr lang="en-US" sz="800" dirty="0" smtClean="0"/>
              <a:t> / </a:t>
            </a:r>
            <a:r>
              <a:rPr lang="en-US" sz="800" dirty="0" smtClean="0">
                <a:hlinkClick r:id="rId6"/>
              </a:rPr>
              <a:t>www.flickr.com</a:t>
            </a:r>
            <a:endParaRPr lang="en-US" sz="800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857620" y="3714752"/>
            <a:ext cx="2500300" cy="29225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" name="Rett linje 10"/>
          <p:cNvCxnSpPr/>
          <p:nvPr/>
        </p:nvCxnSpPr>
        <p:spPr>
          <a:xfrm rot="5400000" flipH="1" flipV="1">
            <a:off x="3500430" y="3786190"/>
            <a:ext cx="3143272" cy="2714644"/>
          </a:xfrm>
          <a:prstGeom prst="line">
            <a:avLst/>
          </a:prstGeom>
          <a:ln w="101600" cmpd="sng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Rett linje 12"/>
          <p:cNvCxnSpPr/>
          <p:nvPr/>
        </p:nvCxnSpPr>
        <p:spPr>
          <a:xfrm rot="16200000" flipH="1">
            <a:off x="3536149" y="3821909"/>
            <a:ext cx="3143272" cy="2643206"/>
          </a:xfrm>
          <a:prstGeom prst="line">
            <a:avLst/>
          </a:prstGeom>
          <a:ln w="101600" cmpd="sng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Den smidige verktøykassen</a:t>
            </a:r>
            <a:endParaRPr lang="en-US" dirty="0"/>
          </a:p>
        </p:txBody>
      </p:sp>
      <p:sp>
        <p:nvSpPr>
          <p:cNvPr id="3" name="Plassholder for lysbildenumm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smtClean="0"/>
              <a:t>Side </a:t>
            </a:r>
            <a:fld id="{0C342036-F52B-48FD-A090-765F7E4C8878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4" name="Plassholder for innhold 3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nb-NO" dirty="0" smtClean="0"/>
              <a:t>Kontinuerlig integrasjon (CI) og automatisert testing</a:t>
            </a:r>
          </a:p>
          <a:p>
            <a:r>
              <a:rPr lang="nb-NO" dirty="0" err="1" smtClean="0"/>
              <a:t>Clean</a:t>
            </a:r>
            <a:r>
              <a:rPr lang="nb-NO" dirty="0" smtClean="0"/>
              <a:t> </a:t>
            </a:r>
            <a:r>
              <a:rPr lang="nb-NO" dirty="0" err="1" smtClean="0"/>
              <a:t>code</a:t>
            </a:r>
            <a:endParaRPr lang="nb-NO" dirty="0" smtClean="0"/>
          </a:p>
          <a:p>
            <a:r>
              <a:rPr lang="nb-NO" dirty="0" err="1" smtClean="0"/>
              <a:t>Parprogrammering</a:t>
            </a:r>
            <a:endParaRPr lang="en-US" dirty="0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Kontinuerlig integrasjon og automatisk testing</a:t>
            </a:r>
            <a:endParaRPr lang="en-US" dirty="0"/>
          </a:p>
        </p:txBody>
      </p:sp>
      <p:sp>
        <p:nvSpPr>
          <p:cNvPr id="3" name="Plassholder for lysbildenumm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smtClean="0"/>
              <a:t>Side </a:t>
            </a:r>
            <a:fld id="{0C342036-F52B-48FD-A090-765F7E4C8878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4" name="Plassholder for innhold 3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nb-NO" dirty="0" smtClean="0"/>
              <a:t>Kjøres automatisk</a:t>
            </a:r>
          </a:p>
          <a:p>
            <a:r>
              <a:rPr lang="nb-NO" dirty="0" smtClean="0"/>
              <a:t>Kan teste funksjonelle feil</a:t>
            </a:r>
          </a:p>
          <a:p>
            <a:r>
              <a:rPr lang="nb-NO" dirty="0" smtClean="0"/>
              <a:t>Færre feil kan bety færre sikkerhetsfeil</a:t>
            </a:r>
          </a:p>
          <a:p>
            <a:pPr lvl="1"/>
            <a:r>
              <a:rPr lang="nb-NO" dirty="0" smtClean="0"/>
              <a:t>Vi kan lage tester som sjekker for sikkerhetsfeil i forretningslogikk</a:t>
            </a:r>
          </a:p>
          <a:p>
            <a:r>
              <a:rPr lang="nb-NO" dirty="0" err="1" smtClean="0"/>
              <a:t>Bughåndtering</a:t>
            </a:r>
            <a:endParaRPr lang="nb-NO" dirty="0" smtClean="0"/>
          </a:p>
          <a:p>
            <a:pPr lvl="1"/>
            <a:r>
              <a:rPr lang="nb-NO" dirty="0" smtClean="0"/>
              <a:t>Vi kan lage tester for </a:t>
            </a:r>
            <a:r>
              <a:rPr lang="nb-NO" dirty="0" err="1" smtClean="0"/>
              <a:t>bugs</a:t>
            </a:r>
            <a:r>
              <a:rPr lang="nb-NO" dirty="0" smtClean="0"/>
              <a:t> =&gt; regresjonstesting</a:t>
            </a:r>
          </a:p>
          <a:p>
            <a:pPr lvl="1"/>
            <a:r>
              <a:rPr lang="nb-NO" dirty="0" smtClean="0"/>
              <a:t>Hindre at sikkerhetsfeil kommer tilbake</a:t>
            </a:r>
            <a:endParaRPr lang="en-US" dirty="0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Tester</a:t>
            </a:r>
            <a:endParaRPr lang="en-US" dirty="0"/>
          </a:p>
        </p:txBody>
      </p:sp>
      <p:sp>
        <p:nvSpPr>
          <p:cNvPr id="3" name="Plassholder for lysbildenumm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smtClean="0"/>
              <a:t>Side </a:t>
            </a:r>
            <a:fld id="{0C342036-F52B-48FD-A090-765F7E4C8878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4" name="Plassholder for innhold 3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nb-NO" dirty="0" smtClean="0"/>
              <a:t>Enhetstester</a:t>
            </a:r>
          </a:p>
          <a:p>
            <a:pPr lvl="1"/>
            <a:r>
              <a:rPr lang="nb-NO" dirty="0" smtClean="0"/>
              <a:t>Kan teste interne deler av sikkerhetskomponenter</a:t>
            </a:r>
          </a:p>
          <a:p>
            <a:r>
              <a:rPr lang="nb-NO" dirty="0" smtClean="0"/>
              <a:t>Integrasjonstester</a:t>
            </a:r>
          </a:p>
          <a:p>
            <a:pPr lvl="1"/>
            <a:r>
              <a:rPr lang="nb-NO" dirty="0" smtClean="0"/>
              <a:t>Kan teste integrasjon mellom komponenter</a:t>
            </a:r>
          </a:p>
          <a:p>
            <a:pPr lvl="1"/>
            <a:r>
              <a:rPr lang="nb-NO" dirty="0" smtClean="0"/>
              <a:t>Eksempel </a:t>
            </a:r>
          </a:p>
          <a:p>
            <a:pPr lvl="2"/>
            <a:r>
              <a:rPr lang="nb-NO" dirty="0" smtClean="0"/>
              <a:t>Roller i </a:t>
            </a:r>
            <a:r>
              <a:rPr lang="nb-NO" dirty="0" err="1" smtClean="0"/>
              <a:t>active</a:t>
            </a:r>
            <a:r>
              <a:rPr lang="nb-NO" dirty="0" smtClean="0"/>
              <a:t> </a:t>
            </a:r>
            <a:r>
              <a:rPr lang="nb-NO" dirty="0" err="1" smtClean="0"/>
              <a:t>directory</a:t>
            </a:r>
            <a:r>
              <a:rPr lang="nb-NO" dirty="0" smtClean="0"/>
              <a:t> – </a:t>
            </a:r>
            <a:r>
              <a:rPr lang="nb-NO" dirty="0" err="1" smtClean="0"/>
              <a:t>slåes</a:t>
            </a:r>
            <a:r>
              <a:rPr lang="nb-NO" dirty="0" smtClean="0"/>
              <a:t> de riktig opp i applikasjonen</a:t>
            </a:r>
          </a:p>
          <a:p>
            <a:r>
              <a:rPr lang="nb-NO" dirty="0" smtClean="0"/>
              <a:t>Webtester eller </a:t>
            </a:r>
            <a:r>
              <a:rPr lang="nb-NO" dirty="0" err="1" smtClean="0"/>
              <a:t>akseptansetester</a:t>
            </a:r>
            <a:endParaRPr lang="nb-NO" dirty="0" smtClean="0"/>
          </a:p>
          <a:p>
            <a:pPr lvl="1"/>
            <a:r>
              <a:rPr lang="nb-NO" dirty="0" smtClean="0"/>
              <a:t>Kan teste beskyttelse i weblaget</a:t>
            </a:r>
          </a:p>
          <a:p>
            <a:pPr lvl="1"/>
            <a:r>
              <a:rPr lang="nb-NO" dirty="0" smtClean="0"/>
              <a:t>Eksempel</a:t>
            </a:r>
          </a:p>
          <a:p>
            <a:pPr lvl="2"/>
            <a:r>
              <a:rPr lang="nb-NO" dirty="0" err="1" smtClean="0"/>
              <a:t>XSRF-beskyttelse</a:t>
            </a:r>
            <a:endParaRPr lang="nb-NO" dirty="0" smtClean="0"/>
          </a:p>
          <a:p>
            <a:pPr lvl="2"/>
            <a:r>
              <a:rPr lang="nb-NO" dirty="0" smtClean="0"/>
              <a:t>Autorisering av </a:t>
            </a:r>
            <a:r>
              <a:rPr lang="nb-NO" dirty="0" err="1" smtClean="0"/>
              <a:t>URLer</a:t>
            </a:r>
            <a:endParaRPr lang="nb-NO" dirty="0" smtClean="0"/>
          </a:p>
          <a:p>
            <a:pPr lvl="1"/>
            <a:endParaRPr lang="en-US" dirty="0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Testing, </a:t>
            </a:r>
            <a:r>
              <a:rPr lang="nb-NO" dirty="0" err="1" smtClean="0"/>
              <a:t>clean</a:t>
            </a:r>
            <a:r>
              <a:rPr lang="nb-NO" dirty="0" smtClean="0"/>
              <a:t> </a:t>
            </a:r>
            <a:r>
              <a:rPr lang="nb-NO" dirty="0" err="1" smtClean="0"/>
              <a:t>code</a:t>
            </a:r>
            <a:r>
              <a:rPr lang="nb-NO" dirty="0" smtClean="0"/>
              <a:t> og sikkerhet</a:t>
            </a:r>
            <a:endParaRPr lang="en-US" dirty="0" smtClean="0"/>
          </a:p>
        </p:txBody>
      </p:sp>
      <p:sp>
        <p:nvSpPr>
          <p:cNvPr id="28675" name="Plassholder for inn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 smtClean="0"/>
              <a:t>Veltestet kode gir oss tiltro til kodebasen</a:t>
            </a:r>
          </a:p>
          <a:p>
            <a:r>
              <a:rPr lang="nb-NO" dirty="0" smtClean="0"/>
              <a:t>Veltestet kode er enklere å endre</a:t>
            </a:r>
          </a:p>
          <a:p>
            <a:pPr lvl="1"/>
            <a:r>
              <a:rPr lang="nb-NO" dirty="0" smtClean="0"/>
              <a:t>Vi har et sikkerhetsnett</a:t>
            </a:r>
          </a:p>
          <a:p>
            <a:r>
              <a:rPr lang="nb-NO" dirty="0" smtClean="0"/>
              <a:t>Kan vi endre koden, kan vi gjøre </a:t>
            </a:r>
            <a:r>
              <a:rPr lang="nb-NO" dirty="0" err="1" smtClean="0"/>
              <a:t>refactorings</a:t>
            </a:r>
            <a:endParaRPr lang="nb-NO" dirty="0" smtClean="0"/>
          </a:p>
          <a:p>
            <a:pPr lvl="1"/>
            <a:r>
              <a:rPr lang="nb-NO" dirty="0" err="1" smtClean="0"/>
              <a:t>Clean</a:t>
            </a:r>
            <a:r>
              <a:rPr lang="nb-NO" dirty="0" smtClean="0"/>
              <a:t> </a:t>
            </a:r>
            <a:r>
              <a:rPr lang="nb-NO" dirty="0" err="1" smtClean="0"/>
              <a:t>code</a:t>
            </a:r>
            <a:endParaRPr lang="nb-NO" dirty="0" smtClean="0"/>
          </a:p>
          <a:p>
            <a:pPr lvl="1"/>
            <a:r>
              <a:rPr lang="nb-NO" dirty="0" smtClean="0"/>
              <a:t>Endre designet – forbedre arkitekturen</a:t>
            </a:r>
          </a:p>
          <a:p>
            <a:pPr lvl="1"/>
            <a:r>
              <a:rPr lang="nb-NO" dirty="0" smtClean="0"/>
              <a:t>Økt lesbarhet</a:t>
            </a:r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272DF5-3F85-4431-ACF0-6F5403F44683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Testing, </a:t>
            </a:r>
            <a:r>
              <a:rPr lang="nb-NO" dirty="0" err="1" smtClean="0"/>
              <a:t>clean</a:t>
            </a:r>
            <a:r>
              <a:rPr lang="nb-NO" dirty="0" smtClean="0"/>
              <a:t> </a:t>
            </a:r>
            <a:r>
              <a:rPr lang="nb-NO" dirty="0" err="1" smtClean="0"/>
              <a:t>code</a:t>
            </a:r>
            <a:r>
              <a:rPr lang="nb-NO" dirty="0" smtClean="0"/>
              <a:t> og sikkerhet</a:t>
            </a:r>
            <a:endParaRPr lang="en-US" dirty="0" smtClean="0"/>
          </a:p>
        </p:txBody>
      </p:sp>
      <p:sp>
        <p:nvSpPr>
          <p:cNvPr id="29699" name="Plassholder for inn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 smtClean="0"/>
              <a:t>Ren lesbar kode er enklere å forstå</a:t>
            </a:r>
          </a:p>
          <a:p>
            <a:pPr lvl="1">
              <a:buFont typeface="Webdings" pitchFamily="18" charset="2"/>
              <a:buNone/>
            </a:pPr>
            <a:r>
              <a:rPr lang="en-US" i="1" dirty="0" smtClean="0"/>
              <a:t>”Comments are a failure to express oneself in code”</a:t>
            </a:r>
            <a:r>
              <a:rPr lang="en-US" dirty="0" smtClean="0"/>
              <a:t> 			Robert C. Martin (paraphrased)</a:t>
            </a:r>
            <a:endParaRPr lang="nb-NO" dirty="0" smtClean="0"/>
          </a:p>
          <a:p>
            <a:r>
              <a:rPr lang="nb-NO" dirty="0" smtClean="0"/>
              <a:t>Kan man forstå koden, er det enklere å finne sikkerhetsfeil</a:t>
            </a:r>
          </a:p>
          <a:p>
            <a:r>
              <a:rPr lang="nb-NO" dirty="0" smtClean="0"/>
              <a:t>Sikkerhetstester gir oss tiltro til sikkerhetsmodulene og kontrollene vi har implementert</a:t>
            </a:r>
          </a:p>
          <a:p>
            <a:pPr lvl="1"/>
            <a:r>
              <a:rPr lang="nb-NO" dirty="0" smtClean="0"/>
              <a:t>Regresjonstesting</a:t>
            </a:r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1E1012-87C9-4061-A98F-B74E5F04B71D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9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err="1" smtClean="0"/>
              <a:t>Parprogrammering</a:t>
            </a:r>
            <a:endParaRPr lang="en-US" dirty="0"/>
          </a:p>
        </p:txBody>
      </p:sp>
      <p:sp>
        <p:nvSpPr>
          <p:cNvPr id="3" name="Plassholder for lysbildenumm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smtClean="0"/>
              <a:t>Side </a:t>
            </a:r>
            <a:fld id="{0C342036-F52B-48FD-A090-765F7E4C8878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4" name="Plassholder for innhold 3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nb-NO" dirty="0" smtClean="0"/>
              <a:t>Automagisk kodegjennomgang</a:t>
            </a:r>
          </a:p>
          <a:p>
            <a:r>
              <a:rPr lang="nb-NO" dirty="0" smtClean="0"/>
              <a:t>Kunnskapsdeling</a:t>
            </a:r>
          </a:p>
          <a:p>
            <a:pPr lvl="1"/>
            <a:r>
              <a:rPr lang="nb-NO" dirty="0" smtClean="0"/>
              <a:t>Kan spre kunnskap om sikkerhetsfeil og rammeverk</a:t>
            </a:r>
          </a:p>
          <a:p>
            <a:r>
              <a:rPr lang="nb-NO" dirty="0" smtClean="0"/>
              <a:t>Sikkerhetsgevinst forutsetter at minst en av utviklerne har sikkerhetsfokus</a:t>
            </a:r>
            <a:endParaRPr lang="en-US" dirty="0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Sikkerhet og </a:t>
            </a:r>
            <a:r>
              <a:rPr lang="nb-NO" dirty="0" err="1" smtClean="0"/>
              <a:t>user</a:t>
            </a:r>
            <a:r>
              <a:rPr lang="nb-NO" dirty="0" smtClean="0"/>
              <a:t> </a:t>
            </a:r>
            <a:r>
              <a:rPr lang="nb-NO" dirty="0" err="1" smtClean="0"/>
              <a:t>stories</a:t>
            </a:r>
            <a:endParaRPr lang="en-US" dirty="0"/>
          </a:p>
        </p:txBody>
      </p:sp>
      <p:sp>
        <p:nvSpPr>
          <p:cNvPr id="3" name="Plassholder for lysbildenumm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smtClean="0"/>
              <a:t>Side </a:t>
            </a:r>
            <a:fld id="{0C342036-F52B-48FD-A090-765F7E4C8878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4" name="Plassholder for innhold 3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nb-NO" dirty="0" err="1" smtClean="0"/>
              <a:t>Misuse</a:t>
            </a:r>
            <a:r>
              <a:rPr lang="nb-NO" dirty="0" smtClean="0"/>
              <a:t> cases / </a:t>
            </a:r>
            <a:r>
              <a:rPr lang="nb-NO" dirty="0" err="1" smtClean="0"/>
              <a:t>misuser</a:t>
            </a:r>
            <a:r>
              <a:rPr lang="nb-NO" dirty="0" smtClean="0"/>
              <a:t> </a:t>
            </a:r>
            <a:r>
              <a:rPr lang="nb-NO" dirty="0" err="1" smtClean="0"/>
              <a:t>stories</a:t>
            </a:r>
            <a:endParaRPr lang="nb-NO" dirty="0" smtClean="0"/>
          </a:p>
          <a:p>
            <a:r>
              <a:rPr lang="nb-NO" dirty="0" smtClean="0"/>
              <a:t>Prioriteringskappløpet</a:t>
            </a:r>
          </a:p>
          <a:p>
            <a:pPr lvl="1"/>
            <a:r>
              <a:rPr lang="nb-NO" dirty="0" smtClean="0"/>
              <a:t>Lag et business case</a:t>
            </a:r>
          </a:p>
          <a:p>
            <a:pPr lvl="1"/>
            <a:r>
              <a:rPr lang="nb-NO" dirty="0" smtClean="0"/>
              <a:t>Bruk standardkomponenter for å senke </a:t>
            </a:r>
            <a:r>
              <a:rPr lang="nb-NO" dirty="0" err="1" smtClean="0"/>
              <a:t>implementasjonskostnad</a:t>
            </a:r>
            <a:endParaRPr lang="nb-NO" dirty="0" smtClean="0"/>
          </a:p>
          <a:p>
            <a:pPr lvl="1"/>
            <a:r>
              <a:rPr lang="nb-NO" dirty="0" smtClean="0"/>
              <a:t>Ikke delta</a:t>
            </a:r>
          </a:p>
          <a:p>
            <a:pPr lvl="2"/>
            <a:r>
              <a:rPr lang="nb-NO" dirty="0" smtClean="0"/>
              <a:t>Beskyttelse mot XSS, </a:t>
            </a:r>
            <a:r>
              <a:rPr lang="nb-NO" dirty="0" err="1" smtClean="0"/>
              <a:t>SQL-injection</a:t>
            </a:r>
            <a:r>
              <a:rPr lang="nb-NO" dirty="0" smtClean="0"/>
              <a:t> osv. er ikke </a:t>
            </a:r>
            <a:r>
              <a:rPr lang="nb-NO" dirty="0" err="1" smtClean="0"/>
              <a:t>user</a:t>
            </a:r>
            <a:r>
              <a:rPr lang="nb-NO" dirty="0" smtClean="0"/>
              <a:t> </a:t>
            </a:r>
            <a:r>
              <a:rPr lang="nb-NO" dirty="0" err="1" smtClean="0"/>
              <a:t>stories</a:t>
            </a:r>
            <a:endParaRPr lang="nb-NO" dirty="0" smtClean="0"/>
          </a:p>
          <a:p>
            <a:r>
              <a:rPr lang="nb-NO" dirty="0" err="1" smtClean="0"/>
              <a:t>Definition</a:t>
            </a:r>
            <a:r>
              <a:rPr lang="nb-NO" dirty="0" smtClean="0"/>
              <a:t> </a:t>
            </a:r>
            <a:r>
              <a:rPr lang="nb-NO" dirty="0" err="1" smtClean="0"/>
              <a:t>of</a:t>
            </a:r>
            <a:r>
              <a:rPr lang="nb-NO" dirty="0" smtClean="0"/>
              <a:t> </a:t>
            </a:r>
            <a:r>
              <a:rPr lang="nb-NO" dirty="0" err="1" smtClean="0"/>
              <a:t>done</a:t>
            </a:r>
            <a:endParaRPr lang="nb-NO" dirty="0" smtClean="0"/>
          </a:p>
          <a:p>
            <a:pPr lvl="1"/>
            <a:r>
              <a:rPr lang="nb-NO" dirty="0" smtClean="0"/>
              <a:t>Sikkerhet bør gjøres som en del av oppgavene</a:t>
            </a:r>
          </a:p>
          <a:p>
            <a:pPr lvl="1"/>
            <a:r>
              <a:rPr lang="nb-NO" dirty="0" smtClean="0"/>
              <a:t>Negative tester – hva skal ikke være mulig</a:t>
            </a:r>
          </a:p>
          <a:p>
            <a:r>
              <a:rPr lang="nb-NO" dirty="0" smtClean="0"/>
              <a:t>Unngå </a:t>
            </a:r>
            <a:r>
              <a:rPr lang="nb-NO" dirty="0" err="1" smtClean="0"/>
              <a:t>sikkerhets-sprinter</a:t>
            </a:r>
            <a:endParaRPr lang="en-US" dirty="0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Microsoft Security </a:t>
            </a:r>
            <a:r>
              <a:rPr lang="nb-NO" dirty="0" err="1" smtClean="0"/>
              <a:t>Development</a:t>
            </a:r>
            <a:r>
              <a:rPr lang="nb-NO" dirty="0" smtClean="0"/>
              <a:t> </a:t>
            </a:r>
            <a:r>
              <a:rPr lang="nb-NO" dirty="0" err="1" smtClean="0"/>
              <a:t>Lifecycle</a:t>
            </a:r>
            <a:r>
              <a:rPr lang="nb-NO" dirty="0" smtClean="0"/>
              <a:t> for Agile</a:t>
            </a:r>
            <a:endParaRPr lang="en-US" dirty="0"/>
          </a:p>
        </p:txBody>
      </p:sp>
      <p:sp>
        <p:nvSpPr>
          <p:cNvPr id="3" name="Plassholder for lysbildenumm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smtClean="0"/>
              <a:t>Side </a:t>
            </a:r>
            <a:fld id="{0C342036-F52B-48FD-A090-765F7E4C8878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4" name="Plassholder for innhold 3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0" descr="SDL-Agile-web.jp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28793" y="1071546"/>
            <a:ext cx="5193977" cy="5500726"/>
          </a:xfrm>
          <a:prstGeom prst="rect">
            <a:avLst/>
          </a:prstGeom>
        </p:spPr>
      </p:pic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ssholder for lysbildenumm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smtClean="0"/>
              <a:t>Side </a:t>
            </a:r>
            <a:fld id="{0C342036-F52B-48FD-A090-765F7E4C8878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4" name="Plassholder for innhold 3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-642966"/>
            <a:ext cx="9144000" cy="9091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Agile </a:t>
            </a:r>
            <a:r>
              <a:rPr lang="nb-NO" dirty="0" err="1" smtClean="0"/>
              <a:t>security</a:t>
            </a:r>
            <a:r>
              <a:rPr lang="nb-NO" dirty="0" smtClean="0"/>
              <a:t> </a:t>
            </a:r>
            <a:r>
              <a:rPr lang="nb-NO" dirty="0" err="1" smtClean="0"/>
              <a:t>enablers</a:t>
            </a:r>
            <a:endParaRPr lang="en-US" dirty="0" smtClean="0"/>
          </a:p>
        </p:txBody>
      </p:sp>
      <p:sp>
        <p:nvSpPr>
          <p:cNvPr id="34819" name="Plassholder for inn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 smtClean="0"/>
              <a:t>Sikkerhetskontroller/moduler</a:t>
            </a:r>
          </a:p>
          <a:p>
            <a:r>
              <a:rPr lang="nb-NO" dirty="0" smtClean="0"/>
              <a:t>Retningslinjer for sikker kode</a:t>
            </a:r>
          </a:p>
          <a:p>
            <a:r>
              <a:rPr lang="nb-NO" dirty="0" smtClean="0"/>
              <a:t>Opplæring</a:t>
            </a:r>
          </a:p>
          <a:p>
            <a:endParaRPr lang="nb-NO" dirty="0" smtClean="0"/>
          </a:p>
          <a:p>
            <a:endParaRPr lang="nb-NO" dirty="0" smtClean="0"/>
          </a:p>
          <a:p>
            <a:endParaRPr lang="nb-NO" dirty="0" smtClean="0"/>
          </a:p>
          <a:p>
            <a:endParaRPr lang="nb-NO" dirty="0" smtClean="0"/>
          </a:p>
          <a:p>
            <a:pPr algn="ctr">
              <a:buFont typeface="Webdings" pitchFamily="18" charset="2"/>
              <a:buNone/>
            </a:pPr>
            <a:r>
              <a:rPr lang="nb-NO" sz="1800" dirty="0" smtClean="0"/>
              <a:t>[</a:t>
            </a:r>
            <a:r>
              <a:rPr lang="nb-NO" sz="1800" dirty="0" err="1" smtClean="0"/>
              <a:t>Dave</a:t>
            </a:r>
            <a:r>
              <a:rPr lang="nb-NO" sz="1800" dirty="0" smtClean="0"/>
              <a:t> </a:t>
            </a:r>
            <a:r>
              <a:rPr lang="nb-NO" sz="1800" dirty="0" err="1" smtClean="0"/>
              <a:t>Wichers</a:t>
            </a:r>
            <a:r>
              <a:rPr lang="nb-NO" sz="1800" dirty="0" smtClean="0"/>
              <a:t> – ”Security in agile </a:t>
            </a:r>
            <a:r>
              <a:rPr lang="nb-NO" sz="1800" dirty="0" err="1" smtClean="0"/>
              <a:t>development</a:t>
            </a:r>
            <a:r>
              <a:rPr lang="nb-NO" sz="1800" dirty="0" smtClean="0"/>
              <a:t>”  - </a:t>
            </a:r>
            <a:r>
              <a:rPr lang="nb-NO" sz="1800" dirty="0" err="1" smtClean="0"/>
              <a:t>AppSec</a:t>
            </a:r>
            <a:r>
              <a:rPr lang="nb-NO" sz="1800" dirty="0" smtClean="0"/>
              <a:t> NYC 2008]</a:t>
            </a:r>
            <a:endParaRPr lang="en-US" sz="1800" dirty="0" smtClean="0"/>
          </a:p>
          <a:p>
            <a:endParaRPr lang="en-US" dirty="0" smtClean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E6C2740-79E2-4E7B-8931-0DD158A84D52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Sikkerhetskontroller/moduler</a:t>
            </a:r>
            <a:endParaRPr lang="en-US" dirty="0"/>
          </a:p>
        </p:txBody>
      </p:sp>
      <p:sp>
        <p:nvSpPr>
          <p:cNvPr id="3" name="Plassholder for inn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 smtClean="0"/>
              <a:t>Det finnes mye i rammeverket – bruk det</a:t>
            </a:r>
          </a:p>
          <a:p>
            <a:r>
              <a:rPr lang="nb-NO" dirty="0" smtClean="0"/>
              <a:t>Se hva som finnes eksternt istedenfor å lage ting selv</a:t>
            </a:r>
          </a:p>
          <a:p>
            <a:pPr lvl="1"/>
            <a:r>
              <a:rPr lang="nb-NO" dirty="0" smtClean="0"/>
              <a:t>Eksempel: OWASP </a:t>
            </a:r>
            <a:r>
              <a:rPr lang="nb-NO" dirty="0" err="1" smtClean="0"/>
              <a:t>AntiSamy</a:t>
            </a:r>
            <a:endParaRPr lang="en-US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491B992-D520-4BCA-B51C-2E81D98F7320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Retningslinjer for sikker kode</a:t>
            </a:r>
            <a:endParaRPr lang="en-US" dirty="0" smtClean="0"/>
          </a:p>
        </p:txBody>
      </p:sp>
      <p:sp>
        <p:nvSpPr>
          <p:cNvPr id="35843" name="Plassholder for inn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 smtClean="0"/>
              <a:t>Kontinuerlig utvidelse og forbedring</a:t>
            </a:r>
          </a:p>
          <a:p>
            <a:r>
              <a:rPr lang="nb-NO" dirty="0" smtClean="0"/>
              <a:t>Lett å </a:t>
            </a:r>
            <a:r>
              <a:rPr lang="nb-NO" dirty="0" err="1" smtClean="0"/>
              <a:t>aksessere</a:t>
            </a:r>
            <a:r>
              <a:rPr lang="nb-NO" dirty="0" smtClean="0"/>
              <a:t> – lett og endre</a:t>
            </a:r>
          </a:p>
          <a:p>
            <a:pPr lvl="1"/>
            <a:r>
              <a:rPr lang="nb-NO" dirty="0" err="1" smtClean="0"/>
              <a:t>Wiki</a:t>
            </a:r>
            <a:r>
              <a:rPr lang="nb-NO" dirty="0" smtClean="0"/>
              <a:t>?</a:t>
            </a:r>
          </a:p>
          <a:p>
            <a:r>
              <a:rPr lang="nb-NO" dirty="0" smtClean="0"/>
              <a:t>Implementer </a:t>
            </a:r>
            <a:r>
              <a:rPr lang="nb-NO" dirty="0" err="1" smtClean="0"/>
              <a:t>kodeanalysregler</a:t>
            </a:r>
            <a:r>
              <a:rPr lang="nb-NO" dirty="0" smtClean="0"/>
              <a:t> der det er mulig og kostnadseffektivt</a:t>
            </a:r>
          </a:p>
          <a:p>
            <a:pPr lvl="1"/>
            <a:r>
              <a:rPr lang="nb-NO" dirty="0" smtClean="0"/>
              <a:t>Kjøres både i IDE og i CI</a:t>
            </a:r>
          </a:p>
          <a:p>
            <a:pPr lvl="1"/>
            <a:r>
              <a:rPr lang="nb-NO" dirty="0" smtClean="0"/>
              <a:t>Finner feil tidlig =&gt; billigere</a:t>
            </a:r>
          </a:p>
          <a:p>
            <a:r>
              <a:rPr lang="nb-NO" dirty="0" smtClean="0"/>
              <a:t>Se til eksterne kilder, men ikke kopier uhemmet</a:t>
            </a:r>
          </a:p>
          <a:p>
            <a:pPr lvl="1"/>
            <a:r>
              <a:rPr lang="nb-NO" dirty="0" smtClean="0"/>
              <a:t>Et gigantisk dokument kan virke </a:t>
            </a:r>
            <a:r>
              <a:rPr lang="nb-NO" dirty="0" err="1" smtClean="0"/>
              <a:t>demotiverende</a:t>
            </a:r>
            <a:r>
              <a:rPr lang="nb-NO" dirty="0" smtClean="0"/>
              <a:t> og dermed mot sin hensikt</a:t>
            </a:r>
          </a:p>
          <a:p>
            <a:pPr lvl="1"/>
            <a:r>
              <a:rPr lang="nb-NO" dirty="0" smtClean="0"/>
              <a:t>Tilpass retningslinjene til prosjektet</a:t>
            </a:r>
            <a:endParaRPr lang="en-US" dirty="0" smtClean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AB5477-CC67-456E-A131-37600C893460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smtClean="0"/>
              <a:t>Training</a:t>
            </a:r>
            <a:endParaRPr lang="en-US" smtClean="0"/>
          </a:p>
        </p:txBody>
      </p:sp>
      <p:sp>
        <p:nvSpPr>
          <p:cNvPr id="36867" name="Plassholder for inn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 smtClean="0"/>
              <a:t>Kurs i websikkerhet</a:t>
            </a:r>
          </a:p>
          <a:p>
            <a:pPr lvl="1"/>
            <a:r>
              <a:rPr lang="nb-NO" dirty="0" smtClean="0"/>
              <a:t>Internt opplæring eller eksternt kurs</a:t>
            </a:r>
          </a:p>
          <a:p>
            <a:r>
              <a:rPr lang="nb-NO" dirty="0" err="1" smtClean="0"/>
              <a:t>Microworkshops</a:t>
            </a:r>
            <a:r>
              <a:rPr lang="nb-NO" dirty="0" smtClean="0"/>
              <a:t> </a:t>
            </a:r>
            <a:r>
              <a:rPr lang="nb-NO" dirty="0" err="1" smtClean="0"/>
              <a:t>on</a:t>
            </a:r>
            <a:r>
              <a:rPr lang="nb-NO" dirty="0" smtClean="0"/>
              <a:t> </a:t>
            </a:r>
            <a:r>
              <a:rPr lang="nb-NO" dirty="0" err="1" smtClean="0"/>
              <a:t>demand</a:t>
            </a:r>
            <a:endParaRPr lang="nb-NO" dirty="0" smtClean="0"/>
          </a:p>
          <a:p>
            <a:pPr lvl="1"/>
            <a:r>
              <a:rPr lang="nb-NO" dirty="0" smtClean="0"/>
              <a:t>5-20 minutters </a:t>
            </a:r>
            <a:r>
              <a:rPr lang="nb-NO" dirty="0" err="1" smtClean="0"/>
              <a:t>workshop</a:t>
            </a:r>
            <a:endParaRPr lang="nb-NO" dirty="0" smtClean="0"/>
          </a:p>
          <a:p>
            <a:pPr lvl="1"/>
            <a:r>
              <a:rPr lang="nb-NO" dirty="0" smtClean="0"/>
              <a:t>Presenter et problem og løsning </a:t>
            </a:r>
            <a:r>
              <a:rPr lang="nb-NO" u="sng" dirty="0" smtClean="0"/>
              <a:t>med eksempler fra prosjektets kodebase</a:t>
            </a:r>
          </a:p>
          <a:p>
            <a:pPr lvl="1"/>
            <a:r>
              <a:rPr lang="nb-NO" dirty="0" smtClean="0"/>
              <a:t>Eksempel: ”Hvorfor er </a:t>
            </a:r>
            <a:r>
              <a:rPr lang="nb-NO" dirty="0" err="1" smtClean="0"/>
              <a:t>SQL-injection</a:t>
            </a:r>
            <a:r>
              <a:rPr lang="nb-NO" dirty="0" smtClean="0"/>
              <a:t> farlig og hvordan unngår man det?”</a:t>
            </a:r>
          </a:p>
          <a:p>
            <a:pPr lvl="1"/>
            <a:r>
              <a:rPr lang="nb-NO" dirty="0" smtClean="0"/>
              <a:t>Kan brukes som en introduksjon av retningslinjene for sikker kode</a:t>
            </a:r>
            <a:endParaRPr lang="en-US" dirty="0" smtClean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2B11476-E99F-4EF4-BCDF-559016BD40E6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Samlokalisering </a:t>
            </a:r>
            <a:endParaRPr lang="en-US" dirty="0" smtClean="0"/>
          </a:p>
        </p:txBody>
      </p:sp>
      <p:sp>
        <p:nvSpPr>
          <p:cNvPr id="37891" name="Plassholder for inn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 smtClean="0"/>
              <a:t>Kopiere ideen med samlokalisert tilgjengelig kunde</a:t>
            </a:r>
          </a:p>
          <a:p>
            <a:pPr lvl="1"/>
            <a:r>
              <a:rPr lang="nb-NO" dirty="0" smtClean="0"/>
              <a:t>Den samlokaliserte sikkerhetseksperten</a:t>
            </a:r>
          </a:p>
          <a:p>
            <a:r>
              <a:rPr lang="nb-NO" dirty="0" smtClean="0"/>
              <a:t>Kort </a:t>
            </a:r>
            <a:r>
              <a:rPr lang="nb-NO" dirty="0" err="1" smtClean="0"/>
              <a:t>feedback-loop</a:t>
            </a:r>
            <a:endParaRPr lang="nb-NO" dirty="0" smtClean="0"/>
          </a:p>
          <a:p>
            <a:r>
              <a:rPr lang="nb-NO" dirty="0" smtClean="0"/>
              <a:t>Kunnskapsdeling</a:t>
            </a:r>
          </a:p>
          <a:p>
            <a:r>
              <a:rPr lang="nb-NO" dirty="0" err="1" smtClean="0"/>
              <a:t>Parprogrammering</a:t>
            </a:r>
            <a:r>
              <a:rPr lang="nb-NO" dirty="0" smtClean="0"/>
              <a:t>?</a:t>
            </a:r>
          </a:p>
          <a:p>
            <a:endParaRPr lang="nb-NO" dirty="0" smtClean="0"/>
          </a:p>
          <a:p>
            <a:r>
              <a:rPr lang="nb-NO" dirty="0" smtClean="0"/>
              <a:t>Alternativ:</a:t>
            </a:r>
          </a:p>
          <a:p>
            <a:pPr lvl="1"/>
            <a:r>
              <a:rPr lang="nb-NO" dirty="0" smtClean="0"/>
              <a:t>Lærling</a:t>
            </a:r>
          </a:p>
          <a:p>
            <a:endParaRPr lang="nb-NO" dirty="0" smtClean="0"/>
          </a:p>
          <a:p>
            <a:r>
              <a:rPr lang="nb-NO" dirty="0" smtClean="0"/>
              <a:t>Fare:</a:t>
            </a:r>
          </a:p>
          <a:p>
            <a:pPr lvl="1"/>
            <a:r>
              <a:rPr lang="nb-NO" dirty="0" smtClean="0"/>
              <a:t>Unngå ”sikkerhet? – nei, det er hans/hennes ansvar”</a:t>
            </a:r>
            <a:endParaRPr lang="en-US" dirty="0" smtClean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BCC3202-918D-4D3F-9722-EAB21487081B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p:pic>
        <p:nvPicPr>
          <p:cNvPr id="4098" name="Picture 2" descr="D:\temp\iasa\129122681494111306.jpg"/>
          <p:cNvPicPr>
            <a:picLocks noChangeAspect="1" noChangeArrowheads="1"/>
          </p:cNvPicPr>
          <p:nvPr/>
        </p:nvPicPr>
        <p:blipFill>
          <a:blip r:embed="rId3" cstate="print">
            <a:lum bright="25000" contrast="47000"/>
          </a:blip>
          <a:srcRect/>
          <a:stretch>
            <a:fillRect/>
          </a:stretch>
        </p:blipFill>
        <p:spPr bwMode="auto">
          <a:xfrm>
            <a:off x="6643702" y="2214554"/>
            <a:ext cx="2031379" cy="2709859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1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Oppsummert</a:t>
            </a:r>
            <a:endParaRPr lang="en-US" dirty="0"/>
          </a:p>
        </p:txBody>
      </p:sp>
      <p:sp>
        <p:nvSpPr>
          <p:cNvPr id="3" name="Plassholder for inn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 smtClean="0"/>
              <a:t>Vi kan tilpasse sikkerhetsmetodikk til smidig</a:t>
            </a:r>
          </a:p>
          <a:p>
            <a:r>
              <a:rPr lang="nb-NO" dirty="0" smtClean="0"/>
              <a:t>Sikkerhet er en kontinuerlig prosess gjennom prosjektets gang – også etter </a:t>
            </a:r>
            <a:r>
              <a:rPr lang="nb-NO" dirty="0" err="1" smtClean="0"/>
              <a:t>prodsetting</a:t>
            </a:r>
            <a:endParaRPr lang="nb-NO" dirty="0" smtClean="0"/>
          </a:p>
          <a:p>
            <a:r>
              <a:rPr lang="nb-NO" dirty="0" smtClean="0"/>
              <a:t>Smidig gir ikke automatisk bedre eller dårligere sikkerhet</a:t>
            </a:r>
          </a:p>
          <a:p>
            <a:r>
              <a:rPr lang="nb-NO" dirty="0" smtClean="0"/>
              <a:t>Kunnskapsdeling og opplæring er viktig</a:t>
            </a:r>
          </a:p>
          <a:p>
            <a:endParaRPr lang="nb-NO" dirty="0" smtClean="0"/>
          </a:p>
          <a:p>
            <a:endParaRPr lang="nb-NO" dirty="0" smtClean="0"/>
          </a:p>
          <a:p>
            <a:endParaRPr lang="en-US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491B992-D520-4BCA-B51C-2E81D98F7320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Spørsmål?</a:t>
            </a:r>
            <a:endParaRPr lang="en-US" dirty="0"/>
          </a:p>
        </p:txBody>
      </p:sp>
      <p:sp>
        <p:nvSpPr>
          <p:cNvPr id="3" name="Plassholder for lysbildenumm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smtClean="0"/>
              <a:t>Side </a:t>
            </a:r>
            <a:fld id="{0C342036-F52B-48FD-A090-765F7E4C8878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4" name="Plassholder for innhold 3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nb-NO" dirty="0" smtClean="0"/>
              <a:t>Forslag?</a:t>
            </a:r>
          </a:p>
          <a:p>
            <a:r>
              <a:rPr lang="nb-NO" dirty="0" smtClean="0"/>
              <a:t>Innvendinger?</a:t>
            </a:r>
          </a:p>
          <a:p>
            <a:r>
              <a:rPr lang="nb-NO" dirty="0" err="1" smtClean="0"/>
              <a:t>Idéer</a:t>
            </a:r>
            <a:r>
              <a:rPr lang="nb-NO" dirty="0" smtClean="0"/>
              <a:t>?</a:t>
            </a:r>
          </a:p>
          <a:p>
            <a:endParaRPr lang="nb-NO" dirty="0" smtClean="0"/>
          </a:p>
          <a:p>
            <a:endParaRPr lang="nb-NO" dirty="0" smtClean="0"/>
          </a:p>
          <a:p>
            <a:endParaRPr lang="nb-NO" dirty="0" smtClean="0"/>
          </a:p>
          <a:p>
            <a:endParaRPr lang="nb-NO" dirty="0" smtClean="0"/>
          </a:p>
          <a:p>
            <a:pPr>
              <a:buNone/>
            </a:pPr>
            <a:endParaRPr lang="nb-NO" dirty="0" smtClean="0"/>
          </a:p>
          <a:p>
            <a:pPr algn="r">
              <a:buNone/>
            </a:pPr>
            <a:r>
              <a:rPr lang="nb-NO" dirty="0" err="1" smtClean="0">
                <a:hlinkClick r:id="rId3"/>
              </a:rPr>
              <a:t>erlend.oftedal@bekk.no</a:t>
            </a:r>
            <a:endParaRPr lang="nb-NO" dirty="0" smtClean="0"/>
          </a:p>
          <a:p>
            <a:pPr algn="r">
              <a:buNone/>
            </a:pPr>
            <a:r>
              <a:rPr lang="nb-NO" dirty="0" err="1" smtClean="0"/>
              <a:t>Twitter</a:t>
            </a:r>
            <a:r>
              <a:rPr lang="nb-NO" dirty="0" smtClean="0"/>
              <a:t>: </a:t>
            </a:r>
            <a:r>
              <a:rPr lang="nb-NO" dirty="0" err="1" smtClean="0"/>
              <a:t>webtonull</a:t>
            </a:r>
            <a:endParaRPr lang="nb-NO" dirty="0" smtClean="0"/>
          </a:p>
          <a:p>
            <a:pPr algn="r">
              <a:buNone/>
            </a:pPr>
            <a:r>
              <a:rPr lang="nb-NO" dirty="0" smtClean="0">
                <a:hlinkClick r:id="rId4"/>
              </a:rPr>
              <a:t>http://erlend.ofteda.no/blog/</a:t>
            </a:r>
            <a:endParaRPr lang="nb-NO" dirty="0" smtClean="0"/>
          </a:p>
          <a:p>
            <a:pPr algn="r">
              <a:buNone/>
            </a:pPr>
            <a:endParaRPr lang="en-US" dirty="0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Mer informasjon</a:t>
            </a:r>
            <a:endParaRPr lang="en-US" dirty="0"/>
          </a:p>
        </p:txBody>
      </p:sp>
      <p:sp>
        <p:nvSpPr>
          <p:cNvPr id="3" name="Plassholder for lysbildenumm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smtClean="0"/>
              <a:t>Side </a:t>
            </a:r>
            <a:fld id="{0C342036-F52B-48FD-A090-765F7E4C8878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4" name="Plassholder for innhold 3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 smtClean="0">
                <a:hlinkClick r:id="rId3"/>
              </a:rPr>
              <a:t>http://msdn.microsoft.com/en-us/magazine/dd153756.aspx</a:t>
            </a:r>
            <a:endParaRPr lang="en-US" dirty="0" smtClean="0"/>
          </a:p>
          <a:p>
            <a:r>
              <a:rPr lang="en-US" dirty="0" smtClean="0">
                <a:hlinkClick r:id="rId4"/>
              </a:rPr>
              <a:t>http://www.microsoft.com/security/sdl/default.aspx</a:t>
            </a:r>
            <a:endParaRPr lang="en-US" dirty="0" smtClean="0"/>
          </a:p>
          <a:p>
            <a:r>
              <a:rPr lang="en-US" dirty="0" smtClean="0">
                <a:hlinkClick r:id="rId5"/>
              </a:rPr>
              <a:t>http://www.microsoft.com/downloads/details.aspx?FamilyID=d045a05a-c1fc-48c3-b4d5-b20353f97122&amp;displaylang=en</a:t>
            </a:r>
            <a:endParaRPr lang="en-US" dirty="0" smtClean="0"/>
          </a:p>
          <a:p>
            <a:r>
              <a:rPr lang="en-US" dirty="0" smtClean="0">
                <a:hlinkClick r:id="rId6"/>
              </a:rPr>
              <a:t>http://www.owasp.org/images/c/c2/AppSecEU09_-_Agile_Security_-_Erlend_Oftedal.ppt</a:t>
            </a:r>
            <a:endParaRPr lang="en-US" dirty="0" smtClean="0"/>
          </a:p>
          <a:p>
            <a:r>
              <a:rPr lang="en-US" dirty="0" smtClean="0">
                <a:hlinkClick r:id="rId7"/>
              </a:rPr>
              <a:t>http://video.google.com/videoplay?docid=-8287209466278543377#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Lykke til med sikkerheten!</a:t>
            </a:r>
            <a:endParaRPr lang="en-US" dirty="0"/>
          </a:p>
        </p:txBody>
      </p:sp>
      <p:sp>
        <p:nvSpPr>
          <p:cNvPr id="3" name="Plassholder for lysbildenumm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smtClean="0"/>
              <a:t>Side </a:t>
            </a:r>
            <a:fld id="{0C342036-F52B-48FD-A090-765F7E4C8878}" type="slidenum">
              <a:rPr lang="en-US" smtClean="0"/>
              <a:pPr/>
              <a:t>35</a:t>
            </a:fld>
            <a:endParaRPr lang="en-US" dirty="0"/>
          </a:p>
        </p:txBody>
      </p:sp>
      <p:pic>
        <p:nvPicPr>
          <p:cNvPr id="5122" name="Picture 2" descr="D:\temp\iasa\jasonc-omg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42976" y="1142984"/>
            <a:ext cx="6929486" cy="5197115"/>
          </a:xfrm>
          <a:prstGeom prst="rect">
            <a:avLst/>
          </a:prstGeom>
          <a:noFill/>
        </p:spPr>
      </p:pic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ssholder for innhold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nb-NO" dirty="0" smtClean="0"/>
              <a:t>Erlend Oftedal</a:t>
            </a:r>
            <a:endParaRPr lang="en-US" dirty="0"/>
          </a:p>
        </p:txBody>
      </p:sp>
      <p:sp>
        <p:nvSpPr>
          <p:cNvPr id="6" name="Plassholder for innhold 5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r>
              <a:rPr lang="nb-NO" dirty="0" smtClean="0"/>
              <a:t>Seniorkonsulent</a:t>
            </a:r>
            <a:endParaRPr lang="en-US" dirty="0"/>
          </a:p>
        </p:txBody>
      </p:sp>
      <p:sp>
        <p:nvSpPr>
          <p:cNvPr id="7" name="Plassholder for innhold 6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rPr lang="nb-NO" dirty="0" smtClean="0"/>
              <a:t>98219335</a:t>
            </a:r>
            <a:endParaRPr lang="en-US" dirty="0"/>
          </a:p>
        </p:txBody>
      </p:sp>
      <p:sp>
        <p:nvSpPr>
          <p:cNvPr id="8" name="Plassholder for innhold 7"/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rPr lang="nb-NO" dirty="0" smtClean="0"/>
              <a:t>erlend.oftedal@bekk.no</a:t>
            </a:r>
            <a:endParaRPr lang="en-US" dirty="0"/>
          </a:p>
        </p:txBody>
      </p:sp>
      <p:sp>
        <p:nvSpPr>
          <p:cNvPr id="3" name="Plassholder for lysbildenummer 2"/>
          <p:cNvSpPr>
            <a:spLocks noGrp="1"/>
          </p:cNvSpPr>
          <p:nvPr>
            <p:ph type="sldNum" sz="quarter" idx="4294967295"/>
          </p:nvPr>
        </p:nvSpPr>
        <p:spPr>
          <a:xfrm>
            <a:off x="7005638" y="6492875"/>
            <a:ext cx="2138362" cy="365125"/>
          </a:xfrm>
        </p:spPr>
        <p:txBody>
          <a:bodyPr/>
          <a:lstStyle/>
          <a:p>
            <a:r>
              <a:rPr lang="en-US" smtClean="0"/>
              <a:t>Side </a:t>
            </a:r>
            <a:fld id="{0C342036-F52B-48FD-A090-765F7E4C8878}" type="slidenum">
              <a:rPr lang="en-US" smtClean="0"/>
              <a:pPr/>
              <a:t>36</a:t>
            </a:fld>
            <a:endParaRPr lang="en-US" dirty="0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esentasjon">
  <a:themeElements>
    <a:clrScheme name="BEKK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857362"/>
      </a:accent1>
      <a:accent2>
        <a:srgbClr val="CBC0B7"/>
      </a:accent2>
      <a:accent3>
        <a:srgbClr val="DAD6CB"/>
      </a:accent3>
      <a:accent4>
        <a:srgbClr val="106470"/>
      </a:accent4>
      <a:accent5>
        <a:srgbClr val="82AEB6"/>
      </a:accent5>
      <a:accent6>
        <a:srgbClr val="A2C7CA"/>
      </a:accent6>
      <a:hlink>
        <a:srgbClr val="847363"/>
      </a:hlink>
      <a:folHlink>
        <a:srgbClr val="C9BFB5"/>
      </a:folHlink>
    </a:clrScheme>
    <a:fontScheme name="BEKK">
      <a:majorFont>
        <a:latin typeface="Georgia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prstDash val="dash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presentasjon</Template>
  <TotalTime>0</TotalTime>
  <Words>843</Words>
  <Application>Microsoft Office PowerPoint</Application>
  <PresentationFormat>Skjermfremvisning (4:3)</PresentationFormat>
  <Paragraphs>270</Paragraphs>
  <Slides>36</Slides>
  <Notes>36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Lysbildetitler</vt:lpstr>
      </vt:variant>
      <vt:variant>
        <vt:i4>36</vt:i4>
      </vt:variant>
    </vt:vector>
  </HeadingPairs>
  <TitlesOfParts>
    <vt:vector size="37" baseType="lpstr">
      <vt:lpstr>presentasjon</vt:lpstr>
      <vt:lpstr>Sikkerhet og smidig</vt:lpstr>
      <vt:lpstr>Erlend Oftedal</vt:lpstr>
      <vt:lpstr>Sikkerhet og arkitektur – Hva er sikkerhet?</vt:lpstr>
      <vt:lpstr>Sikkerhet og arkitektur</vt:lpstr>
      <vt:lpstr>OWASP Top 10 - 2007</vt:lpstr>
      <vt:lpstr>Hvordan jobber vi med sikkerhet?</vt:lpstr>
      <vt:lpstr>Lysbilde 7</vt:lpstr>
      <vt:lpstr>Vannfall</vt:lpstr>
      <vt:lpstr>Microsoft Security Development Lifecycle</vt:lpstr>
      <vt:lpstr>Sikkerhetspraksis - Eksempler</vt:lpstr>
      <vt:lpstr>Trusselmodellering</vt:lpstr>
      <vt:lpstr>Trusselmodellering</vt:lpstr>
      <vt:lpstr>Hva er det vi lager?</vt:lpstr>
      <vt:lpstr>Lysbilde 14</vt:lpstr>
      <vt:lpstr>Smidig</vt:lpstr>
      <vt:lpstr>Smidig</vt:lpstr>
      <vt:lpstr>Sikkerhet og smidig?</vt:lpstr>
      <vt:lpstr>Den smidige verktøykassen</vt:lpstr>
      <vt:lpstr>Kontinuerlig integrasjon og automatisk testing</vt:lpstr>
      <vt:lpstr>Tester</vt:lpstr>
      <vt:lpstr>Testing, clean code og sikkerhet</vt:lpstr>
      <vt:lpstr>Testing, clean code og sikkerhet</vt:lpstr>
      <vt:lpstr>Parprogrammering</vt:lpstr>
      <vt:lpstr>Sikkerhet og user stories</vt:lpstr>
      <vt:lpstr>Microsoft Security Development Lifecycle for Agile</vt:lpstr>
      <vt:lpstr>Lysbilde 26</vt:lpstr>
      <vt:lpstr>Agile security enablers</vt:lpstr>
      <vt:lpstr>Sikkerhetskontroller/moduler</vt:lpstr>
      <vt:lpstr>Retningslinjer for sikker kode</vt:lpstr>
      <vt:lpstr>Training</vt:lpstr>
      <vt:lpstr>Samlokalisering </vt:lpstr>
      <vt:lpstr>Oppsummert</vt:lpstr>
      <vt:lpstr>Spørsmål?</vt:lpstr>
      <vt:lpstr>Mer informasjon</vt:lpstr>
      <vt:lpstr>Lykke til med sikkerheten!</vt:lpstr>
      <vt:lpstr>Lysbilde 36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2010-03-19T09:31:56Z</dcterms:created>
  <dcterms:modified xsi:type="dcterms:W3CDTF">2010-03-19T09:32:58Z</dcterms:modified>
  <cp:category/>
</cp:coreProperties>
</file>
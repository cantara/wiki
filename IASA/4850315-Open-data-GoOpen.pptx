
<file path=[Content_Types].xml><?xml version="1.0" encoding="utf-8"?>
<Types xmlns="http://schemas.openxmlformats.org/package/2006/content-types">
  <Override PartName="/ppt/slideMasters/slideMaster3.xml" ContentType="application/vnd.openxmlformats-officedocument.presentationml.slideMaster+xml"/>
  <Override PartName="/ppt/slideLayouts/slideLayout39.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86.xml" ContentType="application/vnd.openxmlformats-officedocument.presentationml.slideLayout+xml"/>
  <Override PartName="/customXml/itemProps1.xml" ContentType="application/vnd.openxmlformats-officedocument.customXmlProperties+xml"/>
  <Override PartName="/ppt/slides/slide4.xml" ContentType="application/vnd.openxmlformats-officedocument.presentationml.slide+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46.xml" ContentType="application/vnd.openxmlformats-officedocument.presentationml.slideLayout+xml"/>
  <Override PartName="/ppt/slideLayouts/slideLayout64.xml" ContentType="application/vnd.openxmlformats-officedocument.presentationml.slideLayout+xml"/>
  <Override PartName="/ppt/slideLayouts/slideLayout75.xml" ContentType="application/vnd.openxmlformats-officedocument.presentationml.slideLayout+xml"/>
  <Override PartName="/ppt/theme/theme1.xml" ContentType="application/vnd.openxmlformats-officedocument.theme+xml"/>
  <Override PartName="/ppt/slideLayouts/slideLayout2.xml" ContentType="application/vnd.openxmlformats-officedocument.presentationml.slideLayout+xml"/>
  <Override PartName="/ppt/slideLayouts/slideLayout35.xml" ContentType="application/vnd.openxmlformats-officedocument.presentationml.slideLayout+xml"/>
  <Override PartName="/ppt/slideLayouts/slideLayout53.xml" ContentType="application/vnd.openxmlformats-officedocument.presentationml.slideLayout+xml"/>
  <Override PartName="/ppt/slideLayouts/slideLayout82.xml" ContentType="application/vnd.openxmlformats-officedocument.presentationml.slideLayout+xml"/>
  <Default Extension="xml" ContentType="application/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4.xml" ContentType="application/vnd.openxmlformats-officedocument.presentationml.slideLayout+xml"/>
  <Override PartName="/ppt/slideLayouts/slideLayout42.xml" ContentType="application/vnd.openxmlformats-officedocument.presentationml.slideLayout+xml"/>
  <Override PartName="/ppt/slideLayouts/slideLayout60.xml" ContentType="application/vnd.openxmlformats-officedocument.presentationml.slideLayout+xml"/>
  <Override PartName="/ppt/slideLayouts/slideLayout71.xml" ContentType="application/vnd.openxmlformats-officedocument.presentationml.slideLayout+xml"/>
  <Override PartName="/ppt/slides/slide10.xml" ContentType="application/vnd.openxmlformats-officedocument.presentationml.slide+xml"/>
  <Override PartName="/ppt/tableStyles.xml" ContentType="application/vnd.openxmlformats-officedocument.presentationml.tableStyles+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docProps/custom.xml" ContentType="application/vnd.openxmlformats-officedocument.custom-properties+xml"/>
  <Override PartName="/ppt/slideMasters/slideMaster8.xml" ContentType="application/vnd.openxmlformats-officedocument.presentationml.slideMaster+xml"/>
  <Override PartName="/customXml/itemProps4.xml" ContentType="application/vnd.openxmlformats-officedocument.customXmlProperties+xml"/>
  <Override PartName="/ppt/slideMasters/slideMaster4.xml" ContentType="application/vnd.openxmlformats-officedocument.presentationml.slideMaster+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Layouts/slideLayout69.xml" ContentType="application/vnd.openxmlformats-officedocument.presentationml.slideLayout+xml"/>
  <Override PartName="/ppt/slideLayouts/slideLayout78.xml" ContentType="application/vnd.openxmlformats-officedocument.presentationml.slideLayout+xml"/>
  <Override PartName="/ppt/slideLayouts/slideLayout87.xml" ContentType="application/vnd.openxmlformats-officedocument.presentationml.slideLayout+xml"/>
  <Override PartName="/customXml/itemProps2.xml" ContentType="application/vnd.openxmlformats-officedocument.customXml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slideLayouts/slideLayout29.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8.xml" ContentType="application/vnd.openxmlformats-officedocument.presentationml.slideLayout+xml"/>
  <Override PartName="/ppt/slideLayouts/slideLayout67.xml" ContentType="application/vnd.openxmlformats-officedocument.presentationml.slideLayout+xml"/>
  <Override PartName="/ppt/slideLayouts/slideLayout76.xml" ContentType="application/vnd.openxmlformats-officedocument.presentationml.slideLayout+xml"/>
  <Override PartName="/ppt/slideLayouts/slideLayout85.xml" ContentType="application/vnd.openxmlformats-officedocument.presentationml.slideLayout+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Layouts/slideLayout65.xml" ContentType="application/vnd.openxmlformats-officedocument.presentationml.slideLayout+xml"/>
  <Override PartName="/ppt/slideLayouts/slideLayout74.xml" ContentType="application/vnd.openxmlformats-officedocument.presentationml.slideLayout+xml"/>
  <Override PartName="/ppt/slideLayouts/slideLayout83.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Layouts/slideLayout3.xml" ContentType="application/vnd.openxmlformats-officedocument.presentationml.slideLayout+xml"/>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slideLayouts/slideLayout63.xml" ContentType="application/vnd.openxmlformats-officedocument.presentationml.slideLayout+xml"/>
  <Override PartName="/ppt/slideLayouts/slideLayout72.xml" ContentType="application/vnd.openxmlformats-officedocument.presentationml.slideLayout+xml"/>
  <Override PartName="/ppt/slideLayouts/slideLayout81.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ppt/slideLayouts/slideLayout70.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Masters/slideMaster7.xml" ContentType="application/vnd.openxmlformats-officedocument.presentationml.slideMaster+xml"/>
  <Override PartName="/ppt/theme/theme9.xml" ContentType="application/vnd.openxmlformats-officedocument.theme+xml"/>
  <Override PartName="/ppt/slideMasters/slideMaster5.xml" ContentType="application/vnd.openxmlformats-officedocument.presentationml.slideMaster+xml"/>
  <Override PartName="/ppt/slides/slide8.xml" ContentType="application/vnd.openxmlformats-officedocument.presentationml.slide+xml"/>
  <Override PartName="/ppt/slideLayouts/slideLayout59.xml" ContentType="application/vnd.openxmlformats-officedocument.presentationml.slideLayout+xml"/>
  <Override PartName="/ppt/slideLayouts/slideLayout6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8.xml" ContentType="application/vnd.openxmlformats-officedocument.presentationml.slideLayout+xml"/>
  <Override PartName="/docProps/core.xml" ContentType="application/vnd.openxmlformats-package.core-properties+xml"/>
  <Override PartName="/customXml/itemProps3.xml" ContentType="application/vnd.openxmlformats-officedocument.customXmlProperties+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48.xml" ContentType="application/vnd.openxmlformats-officedocument.presentationml.slideLayout+xml"/>
  <Override PartName="/ppt/slideLayouts/slideLayout66.xml" ContentType="application/vnd.openxmlformats-officedocument.presentationml.slideLayout+xml"/>
  <Override PartName="/ppt/slideLayouts/slideLayout77.xml" ContentType="application/vnd.openxmlformats-officedocument.presentationml.slideLayout+xml"/>
  <Override PartName="/ppt/slideMasters/slideMaster1.xml" ContentType="application/vnd.openxmlformats-officedocument.presentationml.slideMaster+xml"/>
  <Override PartName="/ppt/slideLayouts/slideLayout4.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55.xml" ContentType="application/vnd.openxmlformats-officedocument.presentationml.slideLayout+xml"/>
  <Override PartName="/ppt/slideLayouts/slideLayout8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44.xml" ContentType="application/vnd.openxmlformats-officedocument.presentationml.slideLayout+xml"/>
  <Override PartName="/ppt/slideLayouts/slideLayout62.xml" ContentType="application/vnd.openxmlformats-officedocument.presentationml.slideLayout+xml"/>
  <Override PartName="/ppt/slideLayouts/slideLayout73.xml" ContentType="application/vnd.openxmlformats-officedocument.presentationml.slideLayout+xml"/>
  <Default Extension="rels" ContentType="application/vnd.openxmlformats-package.relationships+xml"/>
  <Override PartName="/ppt/slideLayouts/slideLayout22.xml" ContentType="application/vnd.openxmlformats-officedocument.presentationml.slideLayout+xml"/>
  <Override PartName="/ppt/slideLayouts/slideLayout33.xml" ContentType="application/vnd.openxmlformats-officedocument.presentationml.slideLayout+xml"/>
  <Override PartName="/ppt/slideLayouts/slideLayout51.xml" ContentType="application/vnd.openxmlformats-officedocument.presentationml.slideLayout+xml"/>
  <Override PartName="/ppt/slideLayouts/slideLayout80.xml" ContentType="application/vnd.openxmlformats-officedocument.presentationml.slideLayout+xml"/>
  <Override PartName="/ppt/slides/slide12.xml" ContentType="application/vnd.openxmlformats-officedocument.presentationml.slide+xml"/>
  <Override PartName="/ppt/slideLayouts/slideLayout11.xml" ContentType="application/vnd.openxmlformats-officedocument.presentationml.slideLayout+xml"/>
  <Override PartName="/ppt/slideLayouts/slideLayout40.xml" ContentType="application/vnd.openxmlformats-officedocument.presentationml.slideLayout+xml"/>
  <Override PartName="/ppt/slideMasters/slideMaster6.xml" ContentType="application/vnd.openxmlformats-officedocument.presentationml.slideMaster+xml"/>
  <Override PartName="/ppt/theme/theme8.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5"/>
    <p:sldMasterId id="2147483656" r:id="rId6"/>
    <p:sldMasterId id="2147483650" r:id="rId7"/>
    <p:sldMasterId id="2147483658" r:id="rId8"/>
    <p:sldMasterId id="2147483652" r:id="rId9"/>
    <p:sldMasterId id="2147483660" r:id="rId10"/>
    <p:sldMasterId id="2147483654" r:id="rId11"/>
    <p:sldMasterId id="2147483662" r:id="rId12"/>
  </p:sldMasterIdLst>
  <p:notesMasterIdLst>
    <p:notesMasterId r:id="rId29"/>
  </p:notesMasterIdLst>
  <p:sldIdLst>
    <p:sldId id="257" r:id="rId13"/>
    <p:sldId id="267" r:id="rId14"/>
    <p:sldId id="259" r:id="rId15"/>
    <p:sldId id="272" r:id="rId16"/>
    <p:sldId id="258" r:id="rId17"/>
    <p:sldId id="270" r:id="rId18"/>
    <p:sldId id="271" r:id="rId19"/>
    <p:sldId id="260" r:id="rId20"/>
    <p:sldId id="274" r:id="rId21"/>
    <p:sldId id="269" r:id="rId22"/>
    <p:sldId id="261" r:id="rId23"/>
    <p:sldId id="263" r:id="rId24"/>
    <p:sldId id="262" r:id="rId25"/>
    <p:sldId id="264" r:id="rId26"/>
    <p:sldId id="268" r:id="rId27"/>
    <p:sldId id="273" r:id="rId28"/>
  </p:sldIdLst>
  <p:sldSz cx="9144000" cy="6858000" type="screen4x3"/>
  <p:notesSz cx="6858000" cy="9144000"/>
  <p:defaultTextStyle>
    <a:defPPr>
      <a:defRPr lang="nb-NO"/>
    </a:defPPr>
    <a:lvl1pPr algn="l" rtl="0" fontAlgn="base">
      <a:spcBef>
        <a:spcPct val="0"/>
      </a:spcBef>
      <a:spcAft>
        <a:spcPct val="0"/>
      </a:spcAft>
      <a:defRPr kern="1200">
        <a:solidFill>
          <a:schemeClr val="tx1"/>
        </a:solidFill>
        <a:latin typeface="Verdana" pitchFamily="34" charset="0"/>
        <a:ea typeface="+mn-ea"/>
        <a:cs typeface="+mn-cs"/>
      </a:defRPr>
    </a:lvl1pPr>
    <a:lvl2pPr marL="457200" algn="l" rtl="0" fontAlgn="base">
      <a:spcBef>
        <a:spcPct val="0"/>
      </a:spcBef>
      <a:spcAft>
        <a:spcPct val="0"/>
      </a:spcAft>
      <a:defRPr kern="1200">
        <a:solidFill>
          <a:schemeClr val="tx1"/>
        </a:solidFill>
        <a:latin typeface="Verdana" pitchFamily="34" charset="0"/>
        <a:ea typeface="+mn-ea"/>
        <a:cs typeface="+mn-cs"/>
      </a:defRPr>
    </a:lvl2pPr>
    <a:lvl3pPr marL="914400" algn="l" rtl="0" fontAlgn="base">
      <a:spcBef>
        <a:spcPct val="0"/>
      </a:spcBef>
      <a:spcAft>
        <a:spcPct val="0"/>
      </a:spcAft>
      <a:defRPr kern="1200">
        <a:solidFill>
          <a:schemeClr val="tx1"/>
        </a:solidFill>
        <a:latin typeface="Verdana" pitchFamily="34" charset="0"/>
        <a:ea typeface="+mn-ea"/>
        <a:cs typeface="+mn-cs"/>
      </a:defRPr>
    </a:lvl3pPr>
    <a:lvl4pPr marL="1371600" algn="l" rtl="0" fontAlgn="base">
      <a:spcBef>
        <a:spcPct val="0"/>
      </a:spcBef>
      <a:spcAft>
        <a:spcPct val="0"/>
      </a:spcAft>
      <a:defRPr kern="1200">
        <a:solidFill>
          <a:schemeClr val="tx1"/>
        </a:solidFill>
        <a:latin typeface="Verdana" pitchFamily="34" charset="0"/>
        <a:ea typeface="+mn-ea"/>
        <a:cs typeface="+mn-cs"/>
      </a:defRPr>
    </a:lvl4pPr>
    <a:lvl5pPr marL="1828800" algn="l" rtl="0" fontAlgn="base">
      <a:spcBef>
        <a:spcPct val="0"/>
      </a:spcBef>
      <a:spcAft>
        <a:spcPct val="0"/>
      </a:spcAft>
      <a:defRPr kern="1200">
        <a:solidFill>
          <a:schemeClr val="tx1"/>
        </a:solidFill>
        <a:latin typeface="Verdana" pitchFamily="34" charset="0"/>
        <a:ea typeface="+mn-ea"/>
        <a:cs typeface="+mn-cs"/>
      </a:defRPr>
    </a:lvl5pPr>
    <a:lvl6pPr marL="2286000" algn="l" defTabSz="914400" rtl="0" eaLnBrk="1" latinLnBrk="0" hangingPunct="1">
      <a:defRPr kern="1200">
        <a:solidFill>
          <a:schemeClr val="tx1"/>
        </a:solidFill>
        <a:latin typeface="Verdana" pitchFamily="34" charset="0"/>
        <a:ea typeface="+mn-ea"/>
        <a:cs typeface="+mn-cs"/>
      </a:defRPr>
    </a:lvl6pPr>
    <a:lvl7pPr marL="2743200" algn="l" defTabSz="914400" rtl="0" eaLnBrk="1" latinLnBrk="0" hangingPunct="1">
      <a:defRPr kern="1200">
        <a:solidFill>
          <a:schemeClr val="tx1"/>
        </a:solidFill>
        <a:latin typeface="Verdana" pitchFamily="34" charset="0"/>
        <a:ea typeface="+mn-ea"/>
        <a:cs typeface="+mn-cs"/>
      </a:defRPr>
    </a:lvl7pPr>
    <a:lvl8pPr marL="3200400" algn="l" defTabSz="914400" rtl="0" eaLnBrk="1" latinLnBrk="0" hangingPunct="1">
      <a:defRPr kern="1200">
        <a:solidFill>
          <a:schemeClr val="tx1"/>
        </a:solidFill>
        <a:latin typeface="Verdana" pitchFamily="34" charset="0"/>
        <a:ea typeface="+mn-ea"/>
        <a:cs typeface="+mn-cs"/>
      </a:defRPr>
    </a:lvl8pPr>
    <a:lvl9pPr marL="3657600" algn="l" defTabSz="914400" rtl="0" eaLnBrk="1" latinLnBrk="0" hangingPunct="1">
      <a:defRPr kern="1200">
        <a:solidFill>
          <a:schemeClr val="tx1"/>
        </a:solidFill>
        <a:latin typeface="Verdana"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49" autoAdjust="0"/>
    <p:restoredTop sz="94660"/>
  </p:normalViewPr>
  <p:slideViewPr>
    <p:cSldViewPr snapToGrid="0" snapToObjects="1">
      <p:cViewPr varScale="1">
        <p:scale>
          <a:sx n="122" d="100"/>
          <a:sy n="122" d="100"/>
        </p:scale>
        <p:origin x="-1230" y="-9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4.xml"/><Relationship Id="rId13" Type="http://schemas.openxmlformats.org/officeDocument/2006/relationships/slide" Target="slides/slide1.xml"/><Relationship Id="rId18" Type="http://schemas.openxmlformats.org/officeDocument/2006/relationships/slide" Target="slides/slide6.xml"/><Relationship Id="rId26"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slide" Target="slides/slide9.xml"/><Relationship Id="rId7" Type="http://schemas.openxmlformats.org/officeDocument/2006/relationships/slideMaster" Target="slideMasters/slideMaster3.xml"/><Relationship Id="rId12" Type="http://schemas.openxmlformats.org/officeDocument/2006/relationships/slideMaster" Target="slideMasters/slideMaster8.xml"/><Relationship Id="rId17" Type="http://schemas.openxmlformats.org/officeDocument/2006/relationships/slide" Target="slides/slide5.xml"/><Relationship Id="rId25" Type="http://schemas.openxmlformats.org/officeDocument/2006/relationships/slide" Target="slides/slide13.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4.xml"/><Relationship Id="rId20" Type="http://schemas.openxmlformats.org/officeDocument/2006/relationships/slide" Target="slides/slide8.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Master" Target="slideMasters/slideMaster7.xml"/><Relationship Id="rId24" Type="http://schemas.openxmlformats.org/officeDocument/2006/relationships/slide" Target="slides/slide12.xml"/><Relationship Id="rId32" Type="http://schemas.openxmlformats.org/officeDocument/2006/relationships/theme" Target="theme/theme1.xml"/><Relationship Id="rId5" Type="http://schemas.openxmlformats.org/officeDocument/2006/relationships/slideMaster" Target="slideMasters/slideMaster1.xml"/><Relationship Id="rId15" Type="http://schemas.openxmlformats.org/officeDocument/2006/relationships/slide" Target="slides/slide3.xml"/><Relationship Id="rId23" Type="http://schemas.openxmlformats.org/officeDocument/2006/relationships/slide" Target="slides/slide11.xml"/><Relationship Id="rId28" Type="http://schemas.openxmlformats.org/officeDocument/2006/relationships/slide" Target="slides/slide16.xml"/><Relationship Id="rId10" Type="http://schemas.openxmlformats.org/officeDocument/2006/relationships/slideMaster" Target="slideMasters/slideMaster6.xml"/><Relationship Id="rId19" Type="http://schemas.openxmlformats.org/officeDocument/2006/relationships/slide" Target="slides/slide7.xml"/><Relationship Id="rId31"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2.xml"/><Relationship Id="rId22" Type="http://schemas.openxmlformats.org/officeDocument/2006/relationships/slide" Target="slides/slide10.xml"/><Relationship Id="rId27" Type="http://schemas.openxmlformats.org/officeDocument/2006/relationships/slide" Target="slides/slide15.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nb-NO"/>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nb-NO"/>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nb-NO" noProof="0" smtClean="0"/>
              <a:t>Click to edit Master text styles</a:t>
            </a:r>
          </a:p>
          <a:p>
            <a:pPr lvl="1"/>
            <a:r>
              <a:rPr lang="nb-NO" noProof="0" smtClean="0"/>
              <a:t>Second level</a:t>
            </a:r>
          </a:p>
          <a:p>
            <a:pPr lvl="2"/>
            <a:r>
              <a:rPr lang="nb-NO" noProof="0" smtClean="0"/>
              <a:t>Third level</a:t>
            </a:r>
          </a:p>
          <a:p>
            <a:pPr lvl="3"/>
            <a:r>
              <a:rPr lang="nb-NO" noProof="0" smtClean="0"/>
              <a:t>Fourth level</a:t>
            </a:r>
          </a:p>
          <a:p>
            <a:pPr lvl="4"/>
            <a:r>
              <a:rPr lang="nb-NO" noProof="0" smtClean="0"/>
              <a:t>Fifth level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nb-NO"/>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smtClean="0"/>
            </a:lvl1pPr>
          </a:lstStyle>
          <a:p>
            <a:pPr>
              <a:defRPr/>
            </a:pPr>
            <a:fld id="{EC20BE5F-C1E8-456B-B903-88D3F94C4DBD}" type="slidenum">
              <a:rPr lang="nb-NO"/>
              <a:pPr>
                <a:defRPr/>
              </a:pPr>
              <a:t>‹#›</a:t>
            </a:fld>
            <a:endParaRPr lang="nb-NO"/>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Verdan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Verdan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Verdan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Verdan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Verdan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7.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16"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14"/>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15"/>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22"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7172" name="Rectangle 4"/>
          <p:cNvSpPr>
            <a:spLocks noGrp="1" noChangeArrowheads="1"/>
          </p:cNvSpPr>
          <p:nvPr>
            <p:ph type="subTitle" idx="1"/>
          </p:nvPr>
        </p:nvSpPr>
        <p:spPr>
          <a:xfrm>
            <a:off x="3573463" y="1389063"/>
            <a:ext cx="5570537" cy="4906962"/>
          </a:xfrm>
        </p:spPr>
        <p:txBody>
          <a:bodyPr/>
          <a:lstStyle>
            <a:lvl1pPr algn="ctr">
              <a:defRPr/>
            </a:lvl1pPr>
          </a:lstStyle>
          <a:p>
            <a:r>
              <a:rPr lang="en-US" smtClean="0"/>
              <a:t>Click to edit Master subtitle style</a:t>
            </a:r>
            <a:endParaRPr lang="nb-NO"/>
          </a:p>
        </p:txBody>
      </p:sp>
      <p:sp>
        <p:nvSpPr>
          <p:cNvPr id="7176" name="Rectangle 8"/>
          <p:cNvSpPr>
            <a:spLocks noGrp="1" noChangeArrowheads="1"/>
          </p:cNvSpPr>
          <p:nvPr>
            <p:ph type="ctrTitle" sz="quarter"/>
          </p:nvPr>
        </p:nvSpPr>
        <p:spPr>
          <a:xfrm>
            <a:off x="71438" y="71438"/>
            <a:ext cx="8997950" cy="1317625"/>
          </a:xfrm>
        </p:spPr>
        <p:txBody>
          <a:bodyPr lIns="72000" rIns="72000"/>
          <a:lstStyle>
            <a:lvl1pPr>
              <a:defRPr sz="3700"/>
            </a:lvl1pPr>
          </a:lstStyle>
          <a:p>
            <a:r>
              <a:rPr lang="en-US" smtClean="0"/>
              <a:t>Click to edit Master title style</a:t>
            </a:r>
            <a:endParaRPr lang="nb-NO"/>
          </a:p>
        </p:txBody>
      </p:sp>
      <p:sp>
        <p:nvSpPr>
          <p:cNvPr id="8" name="Rectangle 9"/>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10"/>
          <p:cNvSpPr>
            <a:spLocks noGrp="1" noChangeArrowheads="1"/>
          </p:cNvSpPr>
          <p:nvPr>
            <p:ph type="sldNum" sz="quarter" idx="11"/>
          </p:nvPr>
        </p:nvSpPr>
        <p:spPr/>
        <p:txBody>
          <a:bodyPr/>
          <a:lstStyle>
            <a:lvl1pPr>
              <a:defRPr smtClean="0"/>
            </a:lvl1pPr>
          </a:lstStyle>
          <a:p>
            <a:pPr>
              <a:defRPr/>
            </a:pPr>
            <a:fld id="{0F6C5420-D158-478F-B0EC-FDC61BAEBD99}" type="slidenum">
              <a:rPr lang="nb-NO"/>
              <a:pPr>
                <a:defRPr/>
              </a:pPr>
              <a:t>‹#›</a:t>
            </a:fld>
            <a:endParaRPr lang="nb-N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B092B8E6-D940-4834-882B-C0B40D1E9D2B}" type="slidenum">
              <a:rPr lang="nb-NO"/>
              <a:pPr>
                <a:defRPr/>
              </a:pPr>
              <a:t>‹#›</a:t>
            </a:fld>
            <a:endParaRPr lang="nb-NO"/>
          </a:p>
        </p:txBody>
      </p:sp>
      <p:sp>
        <p:nvSpPr>
          <p:cNvPr id="5"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557A82C6-158C-4638-BDAE-D53B8E68CD96}" type="slidenum">
              <a:rPr lang="nb-NO"/>
              <a:pPr>
                <a:defRPr/>
              </a:pPr>
              <a:t>‹#›</a:t>
            </a:fld>
            <a:endParaRPr lang="nb-NO"/>
          </a:p>
        </p:txBody>
      </p:sp>
      <p:sp>
        <p:nvSpPr>
          <p:cNvPr id="5"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701675" y="1389063"/>
            <a:ext cx="40179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4872038" y="1389063"/>
            <a:ext cx="4019550"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D2B56597-B9AE-450B-99D3-4A3BEE1DCF00}" type="slidenum">
              <a:rPr lang="nb-NO"/>
              <a:pPr>
                <a:defRPr/>
              </a:pPr>
              <a:t>‹#›</a:t>
            </a:fld>
            <a:endParaRPr lang="nb-NO"/>
          </a:p>
        </p:txBody>
      </p:sp>
      <p:sp>
        <p:nvSpPr>
          <p:cNvPr id="6"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2C2457C1-6D55-4F43-898A-C65E6B0D5DA3}" type="slidenum">
              <a:rPr lang="nb-NO"/>
              <a:pPr>
                <a:defRPr/>
              </a:pPr>
              <a:t>‹#›</a:t>
            </a:fld>
            <a:endParaRPr lang="nb-NO"/>
          </a:p>
        </p:txBody>
      </p:sp>
      <p:sp>
        <p:nvSpPr>
          <p:cNvPr id="8"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9612C7DC-8BE1-4A85-8520-D75B1935F8FE}" type="slidenum">
              <a:rPr lang="nb-NO"/>
              <a:pPr>
                <a:defRPr/>
              </a:pPr>
              <a:t>‹#›</a:t>
            </a:fld>
            <a:endParaRPr lang="nb-NO"/>
          </a:p>
        </p:txBody>
      </p:sp>
      <p:sp>
        <p:nvSpPr>
          <p:cNvPr id="4"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4E98FEEC-31FB-4CAD-A9C6-6BCA69F4E094}" type="slidenum">
              <a:rPr lang="nb-NO"/>
              <a:pPr>
                <a:defRPr/>
              </a:pPr>
              <a:t>‹#›</a:t>
            </a:fld>
            <a:endParaRPr lang="nb-NO"/>
          </a:p>
        </p:txBody>
      </p:sp>
      <p:sp>
        <p:nvSpPr>
          <p:cNvPr id="3"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D4BC9C22-E018-4145-B6DE-3ADB3B763BD6}" type="slidenum">
              <a:rPr lang="nb-NO"/>
              <a:pPr>
                <a:defRPr/>
              </a:pPr>
              <a:t>‹#›</a:t>
            </a:fld>
            <a:endParaRPr lang="nb-NO"/>
          </a:p>
        </p:txBody>
      </p:sp>
      <p:sp>
        <p:nvSpPr>
          <p:cNvPr id="6"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72C09F96-2553-4175-BBD9-A84E51D6A6CA}" type="slidenum">
              <a:rPr lang="nb-NO"/>
              <a:pPr>
                <a:defRPr/>
              </a:pPr>
              <a:t>‹#›</a:t>
            </a:fld>
            <a:endParaRPr lang="nb-NO"/>
          </a:p>
        </p:txBody>
      </p:sp>
      <p:sp>
        <p:nvSpPr>
          <p:cNvPr id="6"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831DCBD1-4425-4F5E-8A76-1ACE2C2B4854}" type="slidenum">
              <a:rPr lang="nb-NO"/>
              <a:pPr>
                <a:defRPr/>
              </a:pPr>
              <a:t>‹#›</a:t>
            </a:fld>
            <a:endParaRPr lang="nb-NO"/>
          </a:p>
        </p:txBody>
      </p:sp>
      <p:sp>
        <p:nvSpPr>
          <p:cNvPr id="5"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5300" y="381000"/>
            <a:ext cx="204628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701675" y="381000"/>
            <a:ext cx="5991225"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66771B85-58A5-4F02-9382-043FACE9C02A}" type="slidenum">
              <a:rPr lang="nb-NO"/>
              <a:pPr>
                <a:defRPr/>
              </a:pPr>
              <a:t>‹#›</a:t>
            </a:fld>
            <a:endParaRPr lang="nb-NO"/>
          </a:p>
        </p:txBody>
      </p:sp>
      <p:sp>
        <p:nvSpPr>
          <p:cNvPr id="5" name="Rectangle 11"/>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4"/>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5"/>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122883" name="Rectangle 3"/>
          <p:cNvSpPr>
            <a:spLocks noGrp="1" noChangeArrowheads="1"/>
          </p:cNvSpPr>
          <p:nvPr>
            <p:ph type="subTitle" idx="1"/>
          </p:nvPr>
        </p:nvSpPr>
        <p:spPr>
          <a:xfrm>
            <a:off x="3573463" y="1389063"/>
            <a:ext cx="5570537" cy="4906962"/>
          </a:xfrm>
        </p:spPr>
        <p:txBody>
          <a:bodyPr tIns="478800"/>
          <a:lstStyle>
            <a:lvl1pPr algn="ctr">
              <a:defRPr/>
            </a:lvl1pPr>
          </a:lstStyle>
          <a:p>
            <a:r>
              <a:rPr lang="nb-NO"/>
              <a:t>Click to edit Master subtitle style</a:t>
            </a:r>
          </a:p>
        </p:txBody>
      </p:sp>
      <p:sp>
        <p:nvSpPr>
          <p:cNvPr id="122884"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7C3FE1F5-3283-4528-9E3E-F92E99EDBEAB}" type="slidenum">
              <a:rPr lang="nb-NO"/>
              <a:pPr>
                <a:defRPr/>
              </a:pPr>
              <a:t>‹#›</a:t>
            </a:fld>
            <a:endParaRPr lang="nb-NO"/>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7490E6F3-8B1D-447C-A765-63813ECB5956}"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6C0AAC5B-5B10-4E56-A95D-3EDF2ACD265D}"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71438" y="1389063"/>
            <a:ext cx="4333875"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4557713" y="1389063"/>
            <a:ext cx="4333875"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303B15F0-C9A1-4BED-82A0-9E6F5E9BBEBE}"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F1BB2644-43BA-4256-849E-458DED147DA1}" type="slidenum">
              <a:rPr lang="nb-NO"/>
              <a:pPr>
                <a:defRPr/>
              </a:pPr>
              <a:t>‹#›</a:t>
            </a:fld>
            <a:endParaRPr lang="nb-NO"/>
          </a:p>
        </p:txBody>
      </p:sp>
      <p:sp>
        <p:nvSpPr>
          <p:cNvPr id="8"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4F7162FE-9ED7-4630-BD8C-13979D0B20F4}" type="slidenum">
              <a:rPr lang="nb-NO"/>
              <a:pPr>
                <a:defRPr/>
              </a:pPr>
              <a:t>‹#›</a:t>
            </a:fld>
            <a:endParaRPr lang="nb-NO"/>
          </a:p>
        </p:txBody>
      </p:sp>
      <p:sp>
        <p:nvSpPr>
          <p:cNvPr id="4"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5AEC3B92-35DB-4657-B7D4-ECF2BA2E2B74}" type="slidenum">
              <a:rPr lang="nb-NO"/>
              <a:pPr>
                <a:defRPr/>
              </a:pPr>
              <a:t>‹#›</a:t>
            </a:fld>
            <a:endParaRPr lang="nb-NO"/>
          </a:p>
        </p:txBody>
      </p:sp>
      <p:sp>
        <p:nvSpPr>
          <p:cNvPr id="3"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1177D90D-530A-42FA-ADF8-B07429E9F416}"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555E2B89-6C4C-4351-B1FF-D427C3CB451A}"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EE9EC5C7-6D98-47A6-80D1-31EFD14C885F}"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81000"/>
            <a:ext cx="22050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71438" y="381000"/>
            <a:ext cx="6462712"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7ED06EB0-BA5E-4AB5-9D06-7AC65433565A}"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28675" name="Rectangle 3"/>
          <p:cNvSpPr>
            <a:spLocks noGrp="1" noChangeArrowheads="1"/>
          </p:cNvSpPr>
          <p:nvPr>
            <p:ph type="subTitle" idx="1"/>
          </p:nvPr>
        </p:nvSpPr>
        <p:spPr>
          <a:xfrm>
            <a:off x="3573463" y="1389063"/>
            <a:ext cx="5570537" cy="4906962"/>
          </a:xfrm>
        </p:spPr>
        <p:txBody>
          <a:bodyPr/>
          <a:lstStyle>
            <a:lvl1pPr algn="ctr">
              <a:defRPr/>
            </a:lvl1pPr>
          </a:lstStyle>
          <a:p>
            <a:r>
              <a:rPr lang="nb-NO"/>
              <a:t>Click to edit Master subtitle style</a:t>
            </a:r>
          </a:p>
        </p:txBody>
      </p:sp>
      <p:sp>
        <p:nvSpPr>
          <p:cNvPr id="28676"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10241685-8ECB-46E2-A775-324754C22C5D}" type="slidenum">
              <a:rPr lang="nb-NO"/>
              <a:pPr>
                <a:defRPr/>
              </a:pPr>
              <a:t>‹#›</a:t>
            </a:fld>
            <a:endParaRPr lang="nb-NO"/>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7231F646-1F92-428B-B966-D8349DBA0662}"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00ABF06A-8FA5-4630-8F9F-E9483CECFEB6}"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701675" y="1389063"/>
            <a:ext cx="40179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4872038" y="1389063"/>
            <a:ext cx="4019550"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696D4ACD-7462-4268-846A-436EE98C0A7A}"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6AC75DBC-1C82-4ADD-8506-5C135F351A07}" type="slidenum">
              <a:rPr lang="nb-NO"/>
              <a:pPr>
                <a:defRPr/>
              </a:pPr>
              <a:t>‹#›</a:t>
            </a:fld>
            <a:endParaRPr lang="nb-NO"/>
          </a:p>
        </p:txBody>
      </p:sp>
      <p:sp>
        <p:nvSpPr>
          <p:cNvPr id="8"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B610F908-A776-4D0A-A3A3-E494B9E26F0B}" type="slidenum">
              <a:rPr lang="nb-NO"/>
              <a:pPr>
                <a:defRPr/>
              </a:pPr>
              <a:t>‹#›</a:t>
            </a:fld>
            <a:endParaRPr lang="nb-NO"/>
          </a:p>
        </p:txBody>
      </p:sp>
      <p:sp>
        <p:nvSpPr>
          <p:cNvPr id="4"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446DD99B-4FA4-405D-B225-D4CF1C33E3E2}" type="slidenum">
              <a:rPr lang="nb-NO"/>
              <a:pPr>
                <a:defRPr/>
              </a:pPr>
              <a:t>‹#›</a:t>
            </a:fld>
            <a:endParaRPr lang="nb-NO"/>
          </a:p>
        </p:txBody>
      </p:sp>
      <p:sp>
        <p:nvSpPr>
          <p:cNvPr id="3"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72E8C496-7A24-431E-9D03-894271914DFC}"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F4445821-219E-4EE9-A596-E2C844254AE6}"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A83BA973-8ADD-40E0-8C26-CA7960F86A38}"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5300" y="381000"/>
            <a:ext cx="204628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701675" y="381000"/>
            <a:ext cx="5991225"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7F5CA80D-9613-4B4B-AEA9-99E75F943433}"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124931" name="Rectangle 3"/>
          <p:cNvSpPr>
            <a:spLocks noGrp="1" noChangeArrowheads="1"/>
          </p:cNvSpPr>
          <p:nvPr>
            <p:ph type="subTitle" idx="1"/>
          </p:nvPr>
        </p:nvSpPr>
        <p:spPr>
          <a:xfrm>
            <a:off x="3573463" y="1389063"/>
            <a:ext cx="5570537" cy="4906962"/>
          </a:xfrm>
        </p:spPr>
        <p:txBody>
          <a:bodyPr tIns="478800"/>
          <a:lstStyle>
            <a:lvl1pPr algn="ctr">
              <a:defRPr/>
            </a:lvl1pPr>
          </a:lstStyle>
          <a:p>
            <a:r>
              <a:rPr lang="nb-NO"/>
              <a:t>Click to edit Master subtitle style</a:t>
            </a:r>
          </a:p>
        </p:txBody>
      </p:sp>
      <p:sp>
        <p:nvSpPr>
          <p:cNvPr id="124932"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ECAFB2F7-A676-4A2E-A816-FFFA24BA4D08}" type="slidenum">
              <a:rPr lang="nb-NO"/>
              <a:pPr>
                <a:defRPr/>
              </a:pPr>
              <a:t>‹#›</a:t>
            </a:fld>
            <a:endParaRPr lang="nb-NO"/>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812786D7-4EA5-40D0-B87B-D2F5E5DAE075}"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544890F3-0408-4608-8CD1-092638D3062D}"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71438" y="1389063"/>
            <a:ext cx="4333875"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4557713" y="1389063"/>
            <a:ext cx="4333875"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5"/>
          <p:cNvSpPr>
            <a:spLocks noGrp="1" noChangeArrowheads="1"/>
          </p:cNvSpPr>
          <p:nvPr>
            <p:ph type="sldNum" sz="quarter" idx="10"/>
          </p:nvPr>
        </p:nvSpPr>
        <p:spPr>
          <a:ln/>
        </p:spPr>
        <p:txBody>
          <a:bodyPr/>
          <a:lstStyle>
            <a:lvl1pPr>
              <a:defRPr/>
            </a:lvl1pPr>
          </a:lstStyle>
          <a:p>
            <a:pPr>
              <a:defRPr/>
            </a:pPr>
            <a:fld id="{CDB4E279-72D5-4D42-9D41-9006E50A3CEE}"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5"/>
          <p:cNvSpPr>
            <a:spLocks noGrp="1" noChangeArrowheads="1"/>
          </p:cNvSpPr>
          <p:nvPr>
            <p:ph type="sldNum" sz="quarter" idx="10"/>
          </p:nvPr>
        </p:nvSpPr>
        <p:spPr>
          <a:ln/>
        </p:spPr>
        <p:txBody>
          <a:bodyPr/>
          <a:lstStyle>
            <a:lvl1pPr>
              <a:defRPr/>
            </a:lvl1pPr>
          </a:lstStyle>
          <a:p>
            <a:pPr>
              <a:defRPr/>
            </a:pPr>
            <a:fld id="{478FAC25-55C2-496C-B1ED-CBD30FADA6C1}" type="slidenum">
              <a:rPr lang="nb-NO"/>
              <a:pPr>
                <a:defRPr/>
              </a:pPr>
              <a:t>‹#›</a:t>
            </a:fld>
            <a:endParaRPr lang="nb-NO"/>
          </a:p>
        </p:txBody>
      </p:sp>
      <p:sp>
        <p:nvSpPr>
          <p:cNvPr id="8"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5"/>
          <p:cNvSpPr>
            <a:spLocks noGrp="1" noChangeArrowheads="1"/>
          </p:cNvSpPr>
          <p:nvPr>
            <p:ph type="sldNum" sz="quarter" idx="10"/>
          </p:nvPr>
        </p:nvSpPr>
        <p:spPr>
          <a:ln/>
        </p:spPr>
        <p:txBody>
          <a:bodyPr/>
          <a:lstStyle>
            <a:lvl1pPr>
              <a:defRPr/>
            </a:lvl1pPr>
          </a:lstStyle>
          <a:p>
            <a:pPr>
              <a:defRPr/>
            </a:pPr>
            <a:fld id="{1F4F797A-2EAE-4548-BA69-EFACADD4AAB8}" type="slidenum">
              <a:rPr lang="nb-NO"/>
              <a:pPr>
                <a:defRPr/>
              </a:pPr>
              <a:t>‹#›</a:t>
            </a:fld>
            <a:endParaRPr lang="nb-NO"/>
          </a:p>
        </p:txBody>
      </p:sp>
      <p:sp>
        <p:nvSpPr>
          <p:cNvPr id="4"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D1F2C2C0-8620-4310-AE43-D65211FD4834}" type="slidenum">
              <a:rPr lang="nb-NO"/>
              <a:pPr>
                <a:defRPr/>
              </a:pPr>
              <a:t>‹#›</a:t>
            </a:fld>
            <a:endParaRPr lang="nb-NO"/>
          </a:p>
        </p:txBody>
      </p:sp>
      <p:sp>
        <p:nvSpPr>
          <p:cNvPr id="3"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8ED7E7A4-BD6F-4D16-A740-E59F084B9F5C}"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C265E042-59E6-4A93-95E1-B1904B309719}"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61148C2D-20B7-4870-814A-E31FC8EE10C0}"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86550" y="381000"/>
            <a:ext cx="22050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71438" y="381000"/>
            <a:ext cx="6462712"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236C1D85-A2C7-4BE7-BE30-7503D5B90470}"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33795" name="Rectangle 3"/>
          <p:cNvSpPr>
            <a:spLocks noGrp="1" noChangeArrowheads="1"/>
          </p:cNvSpPr>
          <p:nvPr>
            <p:ph type="subTitle" idx="1"/>
          </p:nvPr>
        </p:nvSpPr>
        <p:spPr>
          <a:xfrm>
            <a:off x="3573463" y="1389063"/>
            <a:ext cx="5570537" cy="4906962"/>
          </a:xfrm>
        </p:spPr>
        <p:txBody>
          <a:bodyPr/>
          <a:lstStyle>
            <a:lvl1pPr algn="ctr">
              <a:defRPr/>
            </a:lvl1pPr>
          </a:lstStyle>
          <a:p>
            <a:r>
              <a:rPr lang="nb-NO"/>
              <a:t>Click to edit Master subtitle style</a:t>
            </a:r>
          </a:p>
        </p:txBody>
      </p:sp>
      <p:sp>
        <p:nvSpPr>
          <p:cNvPr id="33796"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73ED54ED-755A-4372-87C3-02CAC1596C52}" type="slidenum">
              <a:rPr lang="nb-NO"/>
              <a:pPr>
                <a:defRPr/>
              </a:pPr>
              <a:t>‹#›</a:t>
            </a:fld>
            <a:endParaRPr lang="nb-NO"/>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BA852BBE-8445-43E6-BAD8-D1C5FAA3EB8A}"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7AC45630-6DE1-426A-8DBB-BC8E1C88D062}"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3573463" y="1389063"/>
            <a:ext cx="2582862"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6308725" y="1389063"/>
            <a:ext cx="25828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8D45138A-2363-4ED5-8BE9-A2764404F830}"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264A4577-F989-4258-B7B5-2492AE9B3350}" type="slidenum">
              <a:rPr lang="nb-NO"/>
              <a:pPr>
                <a:defRPr/>
              </a:pPr>
              <a:t>‹#›</a:t>
            </a:fld>
            <a:endParaRPr lang="nb-NO"/>
          </a:p>
        </p:txBody>
      </p:sp>
      <p:sp>
        <p:nvSpPr>
          <p:cNvPr id="8"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3E93EB3A-89BB-4BA5-80DC-44F06745261A}" type="slidenum">
              <a:rPr lang="nb-NO"/>
              <a:pPr>
                <a:defRPr/>
              </a:pPr>
              <a:t>‹#›</a:t>
            </a:fld>
            <a:endParaRPr lang="nb-NO"/>
          </a:p>
        </p:txBody>
      </p:sp>
      <p:sp>
        <p:nvSpPr>
          <p:cNvPr id="4"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6798CD14-2B81-4BF1-B0C0-4CF27F1D8F78}" type="slidenum">
              <a:rPr lang="nb-NO"/>
              <a:pPr>
                <a:defRPr/>
              </a:pPr>
              <a:t>‹#›</a:t>
            </a:fld>
            <a:endParaRPr lang="nb-NO"/>
          </a:p>
        </p:txBody>
      </p:sp>
      <p:sp>
        <p:nvSpPr>
          <p:cNvPr id="3"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FDD6ABFE-8515-47A3-858B-74F4F1B157CE}"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EFDFA4AF-ECCC-4A06-9123-DC28250810F8}"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C252050F-84AF-4B0F-BF10-7BDA720958A7}"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62850" y="381000"/>
            <a:ext cx="13287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3573463" y="381000"/>
            <a:ext cx="3836987"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A46CF5A3-29ED-4B87-A2A6-2FEB27501B7C}"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126979" name="Rectangle 3"/>
          <p:cNvSpPr>
            <a:spLocks noGrp="1" noChangeArrowheads="1"/>
          </p:cNvSpPr>
          <p:nvPr>
            <p:ph type="subTitle" idx="1"/>
          </p:nvPr>
        </p:nvSpPr>
        <p:spPr>
          <a:xfrm>
            <a:off x="3573463" y="1389063"/>
            <a:ext cx="5570537" cy="4906962"/>
          </a:xfrm>
        </p:spPr>
        <p:txBody>
          <a:bodyPr tIns="478800"/>
          <a:lstStyle>
            <a:lvl1pPr algn="ctr">
              <a:defRPr/>
            </a:lvl1pPr>
          </a:lstStyle>
          <a:p>
            <a:r>
              <a:rPr lang="nb-NO"/>
              <a:t>Click to edit Master subtitle style</a:t>
            </a:r>
          </a:p>
        </p:txBody>
      </p:sp>
      <p:sp>
        <p:nvSpPr>
          <p:cNvPr id="126980"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458249A9-3435-4218-AAC5-D6DD9EB80B94}" type="slidenum">
              <a:rPr lang="nb-NO"/>
              <a:pPr>
                <a:defRPr/>
              </a:pPr>
              <a:t>‹#›</a:t>
            </a:fld>
            <a:endParaRPr lang="nb-NO"/>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B820FC3F-5CEE-4308-AA05-83D564D8CB90}"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5"/>
          <p:cNvSpPr>
            <a:spLocks noGrp="1" noChangeArrowheads="1"/>
          </p:cNvSpPr>
          <p:nvPr>
            <p:ph type="sldNum" sz="quarter" idx="10"/>
          </p:nvPr>
        </p:nvSpPr>
        <p:spPr>
          <a:ln/>
        </p:spPr>
        <p:txBody>
          <a:bodyPr/>
          <a:lstStyle>
            <a:lvl1pPr>
              <a:defRPr/>
            </a:lvl1pPr>
          </a:lstStyle>
          <a:p>
            <a:pPr>
              <a:defRPr/>
            </a:pPr>
            <a:fld id="{FB1FC76E-2ED7-413F-A575-79870696D04B}"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3573463" y="1389063"/>
            <a:ext cx="2582862"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6308725" y="1389063"/>
            <a:ext cx="25828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5"/>
          <p:cNvSpPr>
            <a:spLocks noGrp="1" noChangeArrowheads="1"/>
          </p:cNvSpPr>
          <p:nvPr>
            <p:ph type="sldNum" sz="quarter" idx="10"/>
          </p:nvPr>
        </p:nvSpPr>
        <p:spPr>
          <a:ln/>
        </p:spPr>
        <p:txBody>
          <a:bodyPr/>
          <a:lstStyle>
            <a:lvl1pPr>
              <a:defRPr/>
            </a:lvl1pPr>
          </a:lstStyle>
          <a:p>
            <a:pPr>
              <a:defRPr/>
            </a:pPr>
            <a:fld id="{ED4646CD-36CF-4574-A2E5-B7F0EFEB8A9D}"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5"/>
          <p:cNvSpPr>
            <a:spLocks noGrp="1" noChangeArrowheads="1"/>
          </p:cNvSpPr>
          <p:nvPr>
            <p:ph type="sldNum" sz="quarter" idx="10"/>
          </p:nvPr>
        </p:nvSpPr>
        <p:spPr>
          <a:ln/>
        </p:spPr>
        <p:txBody>
          <a:bodyPr/>
          <a:lstStyle>
            <a:lvl1pPr>
              <a:defRPr/>
            </a:lvl1pPr>
          </a:lstStyle>
          <a:p>
            <a:pPr>
              <a:defRPr/>
            </a:pPr>
            <a:fld id="{6A23D6C4-A072-4BD2-9D5E-2EB37BD068D9}" type="slidenum">
              <a:rPr lang="nb-NO"/>
              <a:pPr>
                <a:defRPr/>
              </a:pPr>
              <a:t>‹#›</a:t>
            </a:fld>
            <a:endParaRPr lang="nb-NO"/>
          </a:p>
        </p:txBody>
      </p:sp>
      <p:sp>
        <p:nvSpPr>
          <p:cNvPr id="8"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5"/>
          <p:cNvSpPr>
            <a:spLocks noGrp="1" noChangeArrowheads="1"/>
          </p:cNvSpPr>
          <p:nvPr>
            <p:ph type="sldNum" sz="quarter" idx="10"/>
          </p:nvPr>
        </p:nvSpPr>
        <p:spPr>
          <a:ln/>
        </p:spPr>
        <p:txBody>
          <a:bodyPr/>
          <a:lstStyle>
            <a:lvl1pPr>
              <a:defRPr/>
            </a:lvl1pPr>
          </a:lstStyle>
          <a:p>
            <a:pPr>
              <a:defRPr/>
            </a:pPr>
            <a:fld id="{5339E247-7564-435A-91B0-1B49B2BFCCBA}" type="slidenum">
              <a:rPr lang="nb-NO"/>
              <a:pPr>
                <a:defRPr/>
              </a:pPr>
              <a:t>‹#›</a:t>
            </a:fld>
            <a:endParaRPr lang="nb-NO"/>
          </a:p>
        </p:txBody>
      </p:sp>
      <p:sp>
        <p:nvSpPr>
          <p:cNvPr id="4"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sldNum" sz="quarter" idx="10"/>
          </p:nvPr>
        </p:nvSpPr>
        <p:spPr>
          <a:ln/>
        </p:spPr>
        <p:txBody>
          <a:bodyPr/>
          <a:lstStyle>
            <a:lvl1pPr>
              <a:defRPr/>
            </a:lvl1pPr>
          </a:lstStyle>
          <a:p>
            <a:pPr>
              <a:defRPr/>
            </a:pPr>
            <a:fld id="{DE5288E2-F8C0-4E2C-B8EC-8B64B4C9F879}" type="slidenum">
              <a:rPr lang="nb-NO"/>
              <a:pPr>
                <a:defRPr/>
              </a:pPr>
              <a:t>‹#›</a:t>
            </a:fld>
            <a:endParaRPr lang="nb-NO"/>
          </a:p>
        </p:txBody>
      </p:sp>
      <p:sp>
        <p:nvSpPr>
          <p:cNvPr id="3"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12385ABE-1C43-4E7C-BA06-A0CA33A04CB3}"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5"/>
          <p:cNvSpPr>
            <a:spLocks noGrp="1" noChangeArrowheads="1"/>
          </p:cNvSpPr>
          <p:nvPr>
            <p:ph type="sldNum" sz="quarter" idx="10"/>
          </p:nvPr>
        </p:nvSpPr>
        <p:spPr>
          <a:ln/>
        </p:spPr>
        <p:txBody>
          <a:bodyPr/>
          <a:lstStyle>
            <a:lvl1pPr>
              <a:defRPr/>
            </a:lvl1pPr>
          </a:lstStyle>
          <a:p>
            <a:pPr>
              <a:defRPr/>
            </a:pPr>
            <a:fld id="{B753B316-6122-4D64-A664-05BCF60E7EBC}" type="slidenum">
              <a:rPr lang="nb-NO"/>
              <a:pPr>
                <a:defRPr/>
              </a:pPr>
              <a:t>‹#›</a:t>
            </a:fld>
            <a:endParaRPr lang="nb-NO"/>
          </a:p>
        </p:txBody>
      </p:sp>
      <p:sp>
        <p:nvSpPr>
          <p:cNvPr id="6"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32AB3B4D-D93A-4AC7-BC28-21F9EB570E47}"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62850" y="381000"/>
            <a:ext cx="13287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3573463" y="381000"/>
            <a:ext cx="3836987"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5"/>
          <p:cNvSpPr>
            <a:spLocks noGrp="1" noChangeArrowheads="1"/>
          </p:cNvSpPr>
          <p:nvPr>
            <p:ph type="sldNum" sz="quarter" idx="10"/>
          </p:nvPr>
        </p:nvSpPr>
        <p:spPr>
          <a:ln/>
        </p:spPr>
        <p:txBody>
          <a:bodyPr/>
          <a:lstStyle>
            <a:lvl1pPr>
              <a:defRPr/>
            </a:lvl1pPr>
          </a:lstStyle>
          <a:p>
            <a:pPr>
              <a:defRPr/>
            </a:pPr>
            <a:fld id="{D5B1C4D1-DD38-4F6F-A39D-BC10F78E8102}" type="slidenum">
              <a:rPr lang="nb-NO"/>
              <a:pPr>
                <a:defRPr/>
              </a:pPr>
              <a:t>‹#›</a:t>
            </a:fld>
            <a:endParaRPr lang="nb-NO"/>
          </a:p>
        </p:txBody>
      </p:sp>
      <p:sp>
        <p:nvSpPr>
          <p:cNvPr id="5" name="Rectangle 6"/>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120835" name="Rectangle 3"/>
          <p:cNvSpPr>
            <a:spLocks noGrp="1" noChangeArrowheads="1"/>
          </p:cNvSpPr>
          <p:nvPr>
            <p:ph type="subTitle" idx="1"/>
          </p:nvPr>
        </p:nvSpPr>
        <p:spPr>
          <a:xfrm>
            <a:off x="3573463" y="1389063"/>
            <a:ext cx="5570537" cy="4906962"/>
          </a:xfrm>
        </p:spPr>
        <p:txBody>
          <a:bodyPr/>
          <a:lstStyle>
            <a:lvl1pPr algn="ctr">
              <a:defRPr/>
            </a:lvl1pPr>
          </a:lstStyle>
          <a:p>
            <a:r>
              <a:rPr lang="nb-NO"/>
              <a:t>Click to edit Master subtitle style</a:t>
            </a:r>
          </a:p>
        </p:txBody>
      </p:sp>
      <p:sp>
        <p:nvSpPr>
          <p:cNvPr id="120836"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D6976250-A313-43EA-96F3-95681628F8B2}" type="slidenum">
              <a:rPr lang="nb-NO"/>
              <a:pPr>
                <a:defRPr/>
              </a:pPr>
              <a:t>‹#›</a:t>
            </a:fld>
            <a:endParaRPr lang="nb-NO"/>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6D37894A-06A8-498A-938C-CD06C0F3182A}"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CDE35B2F-035D-4275-B766-41951727D654}"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3573463" y="1389063"/>
            <a:ext cx="2582862"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6308725" y="1389063"/>
            <a:ext cx="25828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7563338A-0A80-4987-B459-04371305A26D}"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3B58535A-2DB9-4877-9A8C-EAE2DB7416B3}" type="slidenum">
              <a:rPr lang="nb-NO"/>
              <a:pPr>
                <a:defRPr/>
              </a:pPr>
              <a:t>‹#›</a:t>
            </a:fld>
            <a:endParaRPr lang="nb-NO"/>
          </a:p>
        </p:txBody>
      </p:sp>
      <p:sp>
        <p:nvSpPr>
          <p:cNvPr id="8"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E81D65C9-C480-4994-A696-DA4D7C9D8527}" type="slidenum">
              <a:rPr lang="nb-NO"/>
              <a:pPr>
                <a:defRPr/>
              </a:pPr>
              <a:t>‹#›</a:t>
            </a:fld>
            <a:endParaRPr lang="nb-NO"/>
          </a:p>
        </p:txBody>
      </p:sp>
      <p:sp>
        <p:nvSpPr>
          <p:cNvPr id="4"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BCA1556F-6803-42A7-BEC2-0E3A0E42F44E}" type="slidenum">
              <a:rPr lang="nb-NO"/>
              <a:pPr>
                <a:defRPr/>
              </a:pPr>
              <a:t>‹#›</a:t>
            </a:fld>
            <a:endParaRPr lang="nb-NO"/>
          </a:p>
        </p:txBody>
      </p:sp>
      <p:sp>
        <p:nvSpPr>
          <p:cNvPr id="3"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6702DE86-F25B-42F4-A6C1-C5AEEF686130}"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810F91D3-8DE9-4952-943C-C056B92945A2}"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9486B7D7-5B1A-46F6-8F55-61C8538A7282}"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62850" y="381000"/>
            <a:ext cx="13287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3573463" y="381000"/>
            <a:ext cx="3836987"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E82C05DE-D6AC-4347-A79E-39510163FB4E}"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footer"/>
          <p:cNvPicPr>
            <a:picLocks noChangeAspect="1" noChangeArrowheads="1"/>
          </p:cNvPicPr>
          <p:nvPr/>
        </p:nvPicPr>
        <p:blipFill>
          <a:blip r:embed="rId2" cstate="print"/>
          <a:srcRect/>
          <a:stretch>
            <a:fillRect/>
          </a:stretch>
        </p:blipFill>
        <p:spPr bwMode="auto">
          <a:xfrm>
            <a:off x="0" y="6296025"/>
            <a:ext cx="9144000" cy="561975"/>
          </a:xfrm>
          <a:prstGeom prst="rect">
            <a:avLst/>
          </a:prstGeom>
          <a:noFill/>
          <a:ln w="9525">
            <a:noFill/>
            <a:miter lim="800000"/>
            <a:headEnd/>
            <a:tailEnd/>
          </a:ln>
        </p:spPr>
      </p:pic>
      <p:sp>
        <p:nvSpPr>
          <p:cNvPr id="5" name="Rectangle 7"/>
          <p:cNvSpPr>
            <a:spLocks noChangeArrowheads="1"/>
          </p:cNvSpPr>
          <p:nvPr/>
        </p:nvSpPr>
        <p:spPr bwMode="auto">
          <a:xfrm>
            <a:off x="0" y="1389063"/>
            <a:ext cx="3482975" cy="4906962"/>
          </a:xfrm>
          <a:prstGeom prst="rect">
            <a:avLst/>
          </a:prstGeom>
          <a:solidFill>
            <a:schemeClr val="folHlink"/>
          </a:solidFill>
          <a:ln w="9525">
            <a:noFill/>
            <a:miter lim="800000"/>
            <a:headEnd/>
            <a:tailEnd/>
          </a:ln>
          <a:effectLst/>
        </p:spPr>
        <p:txBody>
          <a:bodyPr wrap="none" anchor="ctr"/>
          <a:lstStyle/>
          <a:p>
            <a:pPr>
              <a:defRPr/>
            </a:pPr>
            <a:endParaRPr lang="nb-NO"/>
          </a:p>
        </p:txBody>
      </p:sp>
      <p:sp>
        <p:nvSpPr>
          <p:cNvPr id="6" name="Rectangle 8"/>
          <p:cNvSpPr>
            <a:spLocks noChangeArrowheads="1"/>
          </p:cNvSpPr>
          <p:nvPr/>
        </p:nvSpPr>
        <p:spPr bwMode="auto">
          <a:xfrm>
            <a:off x="3482975" y="1389063"/>
            <a:ext cx="90488" cy="198437"/>
          </a:xfrm>
          <a:prstGeom prst="rect">
            <a:avLst/>
          </a:prstGeom>
          <a:solidFill>
            <a:schemeClr val="accent2"/>
          </a:solidFill>
          <a:ln w="9525">
            <a:noFill/>
            <a:miter lim="800000"/>
            <a:headEnd/>
            <a:tailEnd/>
          </a:ln>
          <a:effectLst/>
        </p:spPr>
        <p:txBody>
          <a:bodyPr wrap="none" anchor="ctr"/>
          <a:lstStyle/>
          <a:p>
            <a:pPr>
              <a:defRPr/>
            </a:pPr>
            <a:endParaRPr lang="nb-NO"/>
          </a:p>
        </p:txBody>
      </p:sp>
      <p:pic>
        <p:nvPicPr>
          <p:cNvPr id="7" name="Picture 9" descr="buble-text"/>
          <p:cNvPicPr>
            <a:picLocks noChangeAspect="1" noChangeArrowheads="1"/>
          </p:cNvPicPr>
          <p:nvPr/>
        </p:nvPicPr>
        <p:blipFill>
          <a:blip r:embed="rId3" cstate="print"/>
          <a:srcRect/>
          <a:stretch>
            <a:fillRect/>
          </a:stretch>
        </p:blipFill>
        <p:spPr bwMode="auto">
          <a:xfrm>
            <a:off x="919163" y="2805113"/>
            <a:ext cx="1563687" cy="1152525"/>
          </a:xfrm>
          <a:prstGeom prst="rect">
            <a:avLst/>
          </a:prstGeom>
          <a:noFill/>
          <a:ln w="9525">
            <a:noFill/>
            <a:miter lim="800000"/>
            <a:headEnd/>
            <a:tailEnd/>
          </a:ln>
        </p:spPr>
      </p:pic>
      <p:sp>
        <p:nvSpPr>
          <p:cNvPr id="129027" name="Rectangle 3"/>
          <p:cNvSpPr>
            <a:spLocks noGrp="1" noChangeArrowheads="1"/>
          </p:cNvSpPr>
          <p:nvPr>
            <p:ph type="subTitle" idx="1"/>
          </p:nvPr>
        </p:nvSpPr>
        <p:spPr>
          <a:xfrm>
            <a:off x="3573463" y="1389063"/>
            <a:ext cx="5570537" cy="4906962"/>
          </a:xfrm>
        </p:spPr>
        <p:txBody>
          <a:bodyPr tIns="478800"/>
          <a:lstStyle>
            <a:lvl1pPr algn="ctr">
              <a:defRPr/>
            </a:lvl1pPr>
          </a:lstStyle>
          <a:p>
            <a:r>
              <a:rPr lang="nb-NO"/>
              <a:t>Click to edit Master subtitle style</a:t>
            </a:r>
          </a:p>
        </p:txBody>
      </p:sp>
      <p:sp>
        <p:nvSpPr>
          <p:cNvPr id="129028" name="Rectangle 4"/>
          <p:cNvSpPr>
            <a:spLocks noGrp="1" noChangeArrowheads="1"/>
          </p:cNvSpPr>
          <p:nvPr>
            <p:ph type="ctrTitle" sz="quarter"/>
          </p:nvPr>
        </p:nvSpPr>
        <p:spPr>
          <a:xfrm>
            <a:off x="71438" y="71438"/>
            <a:ext cx="8997950" cy="1317625"/>
          </a:xfrm>
        </p:spPr>
        <p:txBody>
          <a:bodyPr lIns="72000" rIns="72000"/>
          <a:lstStyle>
            <a:lvl1pPr>
              <a:defRPr sz="3700"/>
            </a:lvl1pPr>
          </a:lstStyle>
          <a:p>
            <a:r>
              <a:rPr lang="nb-NO"/>
              <a:t>Click to edit Master title style</a:t>
            </a:r>
          </a:p>
        </p:txBody>
      </p:sp>
      <p:sp>
        <p:nvSpPr>
          <p:cNvPr id="8" name="Rectangle 5"/>
          <p:cNvSpPr>
            <a:spLocks noGrp="1" noChangeArrowheads="1"/>
          </p:cNvSpPr>
          <p:nvPr>
            <p:ph type="ftr" sz="quarter" idx="10"/>
          </p:nvPr>
        </p:nvSpPr>
        <p:spPr/>
        <p:txBody>
          <a:bodyPr/>
          <a:lstStyle>
            <a:lvl1pPr>
              <a:defRPr smtClean="0"/>
            </a:lvl1pPr>
          </a:lstStyle>
          <a:p>
            <a:pPr>
              <a:defRPr/>
            </a:pPr>
            <a:r>
              <a:rPr lang="en-US" smtClean="0"/>
              <a:t>A case for Open Data</a:t>
            </a:r>
            <a:endParaRPr lang="nb-NO" dirty="0"/>
          </a:p>
        </p:txBody>
      </p:sp>
      <p:sp>
        <p:nvSpPr>
          <p:cNvPr id="9" name="Rectangle 6"/>
          <p:cNvSpPr>
            <a:spLocks noGrp="1" noChangeArrowheads="1"/>
          </p:cNvSpPr>
          <p:nvPr>
            <p:ph type="sldNum" sz="quarter" idx="11"/>
          </p:nvPr>
        </p:nvSpPr>
        <p:spPr/>
        <p:txBody>
          <a:bodyPr/>
          <a:lstStyle>
            <a:lvl1pPr>
              <a:defRPr smtClean="0"/>
            </a:lvl1pPr>
          </a:lstStyle>
          <a:p>
            <a:pPr>
              <a:defRPr/>
            </a:pPr>
            <a:fld id="{3DB7C7AC-C64B-47B6-BE8D-7221CD61C512}" type="slidenum">
              <a:rPr lang="nb-NO"/>
              <a:pPr>
                <a:defRPr/>
              </a:pPr>
              <a:t>‹#›</a:t>
            </a:fld>
            <a:endParaRPr lang="nb-NO"/>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7656A0B6-9108-4E56-86B0-9EBED71A4967}"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nb-NO"/>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pPr>
              <a:defRPr/>
            </a:pPr>
            <a:fld id="{589E4054-925E-4208-8034-1E49D6044EAB}"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Content Placeholder 2"/>
          <p:cNvSpPr>
            <a:spLocks noGrp="1"/>
          </p:cNvSpPr>
          <p:nvPr>
            <p:ph sz="half" idx="1"/>
          </p:nvPr>
        </p:nvSpPr>
        <p:spPr>
          <a:xfrm>
            <a:off x="3573463" y="1389063"/>
            <a:ext cx="2582862"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Content Placeholder 3"/>
          <p:cNvSpPr>
            <a:spLocks noGrp="1"/>
          </p:cNvSpPr>
          <p:nvPr>
            <p:ph sz="half" idx="2"/>
          </p:nvPr>
        </p:nvSpPr>
        <p:spPr>
          <a:xfrm>
            <a:off x="6308725" y="1389063"/>
            <a:ext cx="2582863" cy="47037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Rectangle 6"/>
          <p:cNvSpPr>
            <a:spLocks noGrp="1" noChangeArrowheads="1"/>
          </p:cNvSpPr>
          <p:nvPr>
            <p:ph type="sldNum" sz="quarter" idx="10"/>
          </p:nvPr>
        </p:nvSpPr>
        <p:spPr>
          <a:ln/>
        </p:spPr>
        <p:txBody>
          <a:bodyPr/>
          <a:lstStyle>
            <a:lvl1pPr>
              <a:defRPr/>
            </a:lvl1pPr>
          </a:lstStyle>
          <a:p>
            <a:pPr>
              <a:defRPr/>
            </a:pPr>
            <a:fld id="{E3FDD051-1524-4EF6-8670-C155ECC14DA1}"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nb-NO"/>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7" name="Rectangle 6"/>
          <p:cNvSpPr>
            <a:spLocks noGrp="1" noChangeArrowheads="1"/>
          </p:cNvSpPr>
          <p:nvPr>
            <p:ph type="sldNum" sz="quarter" idx="10"/>
          </p:nvPr>
        </p:nvSpPr>
        <p:spPr>
          <a:ln/>
        </p:spPr>
        <p:txBody>
          <a:bodyPr/>
          <a:lstStyle>
            <a:lvl1pPr>
              <a:defRPr/>
            </a:lvl1pPr>
          </a:lstStyle>
          <a:p>
            <a:pPr>
              <a:defRPr/>
            </a:pPr>
            <a:fld id="{1E94DB31-1E83-4121-ACDE-2DB7668EE526}" type="slidenum">
              <a:rPr lang="nb-NO"/>
              <a:pPr>
                <a:defRPr/>
              </a:pPr>
              <a:t>‹#›</a:t>
            </a:fld>
            <a:endParaRPr lang="nb-NO"/>
          </a:p>
        </p:txBody>
      </p:sp>
      <p:sp>
        <p:nvSpPr>
          <p:cNvPr id="8"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Rectangle 6"/>
          <p:cNvSpPr>
            <a:spLocks noGrp="1" noChangeArrowheads="1"/>
          </p:cNvSpPr>
          <p:nvPr>
            <p:ph type="sldNum" sz="quarter" idx="10"/>
          </p:nvPr>
        </p:nvSpPr>
        <p:spPr>
          <a:ln/>
        </p:spPr>
        <p:txBody>
          <a:bodyPr/>
          <a:lstStyle>
            <a:lvl1pPr>
              <a:defRPr/>
            </a:lvl1pPr>
          </a:lstStyle>
          <a:p>
            <a:pPr>
              <a:defRPr/>
            </a:pPr>
            <a:fld id="{A35A4D81-2A99-4582-9387-1A59C5EC1F0B}" type="slidenum">
              <a:rPr lang="nb-NO"/>
              <a:pPr>
                <a:defRPr/>
              </a:pPr>
              <a:t>‹#›</a:t>
            </a:fld>
            <a:endParaRPr lang="nb-NO"/>
          </a:p>
        </p:txBody>
      </p:sp>
      <p:sp>
        <p:nvSpPr>
          <p:cNvPr id="4"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fld id="{4501F3FD-10E5-407A-A488-7323A61FD419}" type="slidenum">
              <a:rPr lang="nb-NO"/>
              <a:pPr>
                <a:defRPr/>
              </a:pPr>
              <a:t>‹#›</a:t>
            </a:fld>
            <a:endParaRPr lang="nb-NO"/>
          </a:p>
        </p:txBody>
      </p:sp>
      <p:sp>
        <p:nvSpPr>
          <p:cNvPr id="3"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nb-NO"/>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B47E1EAF-7269-4630-894B-7E96563A6A54}"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nb-NO"/>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pPr>
              <a:defRPr/>
            </a:pPr>
            <a:fld id="{5BA58F73-75E4-44CA-9837-8290F277A3D9}" type="slidenum">
              <a:rPr lang="nb-NO"/>
              <a:pPr>
                <a:defRPr/>
              </a:pPr>
              <a:t>‹#›</a:t>
            </a:fld>
            <a:endParaRPr lang="nb-NO"/>
          </a:p>
        </p:txBody>
      </p:sp>
      <p:sp>
        <p:nvSpPr>
          <p:cNvPr id="6"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nb-NO"/>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57BA0009-21EE-4D21-AEEC-C41AE883F988}"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562850" y="381000"/>
            <a:ext cx="1328738" cy="5711825"/>
          </a:xfrm>
        </p:spPr>
        <p:txBody>
          <a:bodyPr vert="eaVert"/>
          <a:lstStyle/>
          <a:p>
            <a:r>
              <a:rPr lang="en-US" smtClean="0"/>
              <a:t>Click to edit Master title style</a:t>
            </a:r>
            <a:endParaRPr lang="nb-NO"/>
          </a:p>
        </p:txBody>
      </p:sp>
      <p:sp>
        <p:nvSpPr>
          <p:cNvPr id="3" name="Vertical Text Placeholder 2"/>
          <p:cNvSpPr>
            <a:spLocks noGrp="1"/>
          </p:cNvSpPr>
          <p:nvPr>
            <p:ph type="body" orient="vert" idx="1"/>
          </p:nvPr>
        </p:nvSpPr>
        <p:spPr>
          <a:xfrm>
            <a:off x="3573463" y="381000"/>
            <a:ext cx="3836987" cy="57118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a:p>
        </p:txBody>
      </p:sp>
      <p:sp>
        <p:nvSpPr>
          <p:cNvPr id="4" name="Rectangle 6"/>
          <p:cNvSpPr>
            <a:spLocks noGrp="1" noChangeArrowheads="1"/>
          </p:cNvSpPr>
          <p:nvPr>
            <p:ph type="sldNum" sz="quarter" idx="10"/>
          </p:nvPr>
        </p:nvSpPr>
        <p:spPr>
          <a:ln/>
        </p:spPr>
        <p:txBody>
          <a:bodyPr/>
          <a:lstStyle>
            <a:lvl1pPr>
              <a:defRPr/>
            </a:lvl1pPr>
          </a:lstStyle>
          <a:p>
            <a:pPr>
              <a:defRPr/>
            </a:pPr>
            <a:fld id="{43FBBF94-FC43-4093-A379-DC7079D2B513}" type="slidenum">
              <a:rPr lang="nb-NO"/>
              <a:pPr>
                <a:defRPr/>
              </a:pPr>
              <a:t>‹#›</a:t>
            </a:fld>
            <a:endParaRPr lang="nb-NO"/>
          </a:p>
        </p:txBody>
      </p:sp>
      <p:sp>
        <p:nvSpPr>
          <p:cNvPr id="5" name="Rectangle 7"/>
          <p:cNvSpPr>
            <a:spLocks noGrp="1" noChangeArrowheads="1"/>
          </p:cNvSpPr>
          <p:nvPr>
            <p:ph type="ftr" sz="quarter" idx="11"/>
          </p:nvPr>
        </p:nvSpPr>
        <p:spPr>
          <a:ln/>
        </p:spPr>
        <p:txBody>
          <a:bodyPr/>
          <a:lstStyle>
            <a:lvl1pPr>
              <a:defRPr/>
            </a:lvl1pPr>
          </a:lstStyle>
          <a:p>
            <a:pPr>
              <a:defRPr/>
            </a:pPr>
            <a:r>
              <a:rPr lang="en-US" smtClean="0"/>
              <a:t>A case for Open Data</a:t>
            </a:r>
            <a:endParaRPr lang="nb-NO"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2.pn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image" Target="../media/image2.png"/><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image" Target="../media/image2.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image" Target="../media/image1.png"/><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image" Target="../media/image2.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3.xml"/><Relationship Id="rId13" Type="http://schemas.openxmlformats.org/officeDocument/2006/relationships/image" Target="../media/image4.png"/><Relationship Id="rId3" Type="http://schemas.openxmlformats.org/officeDocument/2006/relationships/slideLayout" Target="../slideLayouts/slideLayout58.xml"/><Relationship Id="rId7" Type="http://schemas.openxmlformats.org/officeDocument/2006/relationships/slideLayout" Target="../slideLayouts/slideLayout62.xml"/><Relationship Id="rId12" Type="http://schemas.openxmlformats.org/officeDocument/2006/relationships/theme" Target="../theme/theme6.xml"/><Relationship Id="rId2" Type="http://schemas.openxmlformats.org/officeDocument/2006/relationships/slideLayout" Target="../slideLayouts/slideLayout57.xml"/><Relationship Id="rId1" Type="http://schemas.openxmlformats.org/officeDocument/2006/relationships/slideLayout" Target="../slideLayouts/slideLayout56.xml"/><Relationship Id="rId6" Type="http://schemas.openxmlformats.org/officeDocument/2006/relationships/slideLayout" Target="../slideLayouts/slideLayout61.xml"/><Relationship Id="rId11" Type="http://schemas.openxmlformats.org/officeDocument/2006/relationships/slideLayout" Target="../slideLayouts/slideLayout66.xml"/><Relationship Id="rId5" Type="http://schemas.openxmlformats.org/officeDocument/2006/relationships/slideLayout" Target="../slideLayouts/slideLayout60.xml"/><Relationship Id="rId10" Type="http://schemas.openxmlformats.org/officeDocument/2006/relationships/slideLayout" Target="../slideLayouts/slideLayout65.xml"/><Relationship Id="rId4" Type="http://schemas.openxmlformats.org/officeDocument/2006/relationships/slideLayout" Target="../slideLayouts/slideLayout59.xml"/><Relationship Id="rId9" Type="http://schemas.openxmlformats.org/officeDocument/2006/relationships/slideLayout" Target="../slideLayouts/slideLayout64.xml"/><Relationship Id="rId14" Type="http://schemas.openxmlformats.org/officeDocument/2006/relationships/image" Target="../media/image2.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4.xml"/><Relationship Id="rId13" Type="http://schemas.openxmlformats.org/officeDocument/2006/relationships/image" Target="../media/image2.png"/><Relationship Id="rId3" Type="http://schemas.openxmlformats.org/officeDocument/2006/relationships/slideLayout" Target="../slideLayouts/slideLayout69.xml"/><Relationship Id="rId7" Type="http://schemas.openxmlformats.org/officeDocument/2006/relationships/slideLayout" Target="../slideLayouts/slideLayout73.xml"/><Relationship Id="rId12" Type="http://schemas.openxmlformats.org/officeDocument/2006/relationships/theme" Target="../theme/theme7.xml"/><Relationship Id="rId2" Type="http://schemas.openxmlformats.org/officeDocument/2006/relationships/slideLayout" Target="../slideLayouts/slideLayout68.xml"/><Relationship Id="rId1" Type="http://schemas.openxmlformats.org/officeDocument/2006/relationships/slideLayout" Target="../slideLayouts/slideLayout67.xml"/><Relationship Id="rId6" Type="http://schemas.openxmlformats.org/officeDocument/2006/relationships/slideLayout" Target="../slideLayouts/slideLayout72.xml"/><Relationship Id="rId11" Type="http://schemas.openxmlformats.org/officeDocument/2006/relationships/slideLayout" Target="../slideLayouts/slideLayout77.xml"/><Relationship Id="rId5" Type="http://schemas.openxmlformats.org/officeDocument/2006/relationships/slideLayout" Target="../slideLayouts/slideLayout71.xml"/><Relationship Id="rId10" Type="http://schemas.openxmlformats.org/officeDocument/2006/relationships/slideLayout" Target="../slideLayouts/slideLayout76.xml"/><Relationship Id="rId4" Type="http://schemas.openxmlformats.org/officeDocument/2006/relationships/slideLayout" Target="../slideLayouts/slideLayout70.xml"/><Relationship Id="rId9" Type="http://schemas.openxmlformats.org/officeDocument/2006/relationships/slideLayout" Target="../slideLayouts/slideLayout75.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image" Target="../media/image2.png"/><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theme" Target="../theme/theme8.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13" descr="white-blue"/>
          <p:cNvPicPr>
            <a:picLocks noChangeAspect="1" noChangeArrowheads="1"/>
          </p:cNvPicPr>
          <p:nvPr/>
        </p:nvPicPr>
        <p:blipFill>
          <a:blip r:embed="rId13" cstate="print"/>
          <a:srcRect/>
          <a:stretch>
            <a:fillRect/>
          </a:stretch>
        </p:blipFill>
        <p:spPr bwMode="auto">
          <a:xfrm>
            <a:off x="3570288" y="1389063"/>
            <a:ext cx="5573712" cy="4900612"/>
          </a:xfrm>
          <a:prstGeom prst="rect">
            <a:avLst/>
          </a:prstGeom>
          <a:noFill/>
          <a:ln w="9525">
            <a:noFill/>
            <a:miter lim="800000"/>
            <a:headEnd/>
            <a:tailEnd/>
          </a:ln>
        </p:spPr>
      </p:pic>
      <p:pic>
        <p:nvPicPr>
          <p:cNvPr id="1027" name="Picture 12" descr="footer"/>
          <p:cNvPicPr>
            <a:picLocks noChangeAspect="1" noChangeArrowheads="1"/>
          </p:cNvPicPr>
          <p:nvPr/>
        </p:nvPicPr>
        <p:blipFill>
          <a:blip r:embed="rId14" cstate="print"/>
          <a:srcRect/>
          <a:stretch>
            <a:fillRect/>
          </a:stretch>
        </p:blipFill>
        <p:spPr bwMode="auto">
          <a:xfrm>
            <a:off x="0" y="6296025"/>
            <a:ext cx="9144000" cy="561975"/>
          </a:xfrm>
          <a:prstGeom prst="rect">
            <a:avLst/>
          </a:prstGeom>
          <a:noFill/>
          <a:ln w="9525">
            <a:noFill/>
            <a:miter lim="800000"/>
            <a:headEnd/>
            <a:tailEnd/>
          </a:ln>
        </p:spPr>
      </p:pic>
      <p:sp>
        <p:nvSpPr>
          <p:cNvPr id="1028" name="Rectangle 2"/>
          <p:cNvSpPr>
            <a:spLocks noGrp="1" noChangeArrowheads="1"/>
          </p:cNvSpPr>
          <p:nvPr>
            <p:ph type="title"/>
          </p:nvPr>
        </p:nvSpPr>
        <p:spPr bwMode="auto">
          <a:xfrm>
            <a:off x="701675" y="381000"/>
            <a:ext cx="8189913"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en-US" smtClean="0"/>
              <a:t>Click to edit Master title style</a:t>
            </a:r>
            <a:endParaRPr lang="nb-NO" smtClean="0"/>
          </a:p>
        </p:txBody>
      </p:sp>
      <p:sp>
        <p:nvSpPr>
          <p:cNvPr id="1029" name="Rectangle 3"/>
          <p:cNvSpPr>
            <a:spLocks noGrp="1" noChangeArrowheads="1"/>
          </p:cNvSpPr>
          <p:nvPr>
            <p:ph type="body" idx="1"/>
          </p:nvPr>
        </p:nvSpPr>
        <p:spPr bwMode="auto">
          <a:xfrm>
            <a:off x="701675" y="1389063"/>
            <a:ext cx="8189913" cy="4703762"/>
          </a:xfrm>
          <a:prstGeom prst="rect">
            <a:avLst/>
          </a:prstGeom>
          <a:noFill/>
          <a:ln w="9525">
            <a:noFill/>
            <a:miter lim="800000"/>
            <a:headEnd/>
            <a:tailEnd/>
          </a:ln>
        </p:spPr>
        <p:txBody>
          <a:bodyPr vert="horz" wrap="square" lIns="91440" tIns="47880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nb-NO" smtClean="0"/>
          </a:p>
        </p:txBody>
      </p:sp>
      <p:sp>
        <p:nvSpPr>
          <p:cNvPr id="1030"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3B7757BA-07BD-4535-97C0-7BACCD7C582F}" type="slidenum">
              <a:rPr lang="nb-NO"/>
              <a:pPr>
                <a:defRPr/>
              </a:pPr>
              <a:t>‹#›</a:t>
            </a:fld>
            <a:endParaRPr lang="nb-NO"/>
          </a:p>
        </p:txBody>
      </p:sp>
      <p:sp>
        <p:nvSpPr>
          <p:cNvPr id="1035" name="Rectangle 11"/>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Tree>
  </p:cSld>
  <p:clrMap bg1="lt1" tx1="dk1" bg2="lt2" tx2="dk2" accent1="accent1" accent2="accent2" accent3="accent3" accent4="accent4" accent5="accent5" accent6="accent6" hlink="hlink" folHlink="folHlink"/>
  <p:sldLayoutIdLst>
    <p:sldLayoutId id="2147483832"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hdr="0" dt="0"/>
  <p:txStyles>
    <p:titleStyle>
      <a:lvl1pPr algn="l" rtl="0" eaLnBrk="1" fontAlgn="base" hangingPunct="1">
        <a:spcBef>
          <a:spcPct val="0"/>
        </a:spcBef>
        <a:spcAft>
          <a:spcPct val="0"/>
        </a:spcAft>
        <a:defRPr sz="3000" b="1">
          <a:solidFill>
            <a:schemeClr val="tx2"/>
          </a:solidFill>
          <a:latin typeface="+mj-lt"/>
          <a:ea typeface="+mj-ea"/>
          <a:cs typeface="+mj-cs"/>
        </a:defRPr>
      </a:lvl1pPr>
      <a:lvl2pPr algn="l" rtl="0" eaLnBrk="1" fontAlgn="base" hangingPunct="1">
        <a:spcBef>
          <a:spcPct val="0"/>
        </a:spcBef>
        <a:spcAft>
          <a:spcPct val="0"/>
        </a:spcAft>
        <a:defRPr sz="3000" b="1">
          <a:solidFill>
            <a:schemeClr val="tx2"/>
          </a:solidFill>
          <a:latin typeface="Verdana" pitchFamily="34" charset="0"/>
        </a:defRPr>
      </a:lvl2pPr>
      <a:lvl3pPr algn="l" rtl="0" eaLnBrk="1" fontAlgn="base" hangingPunct="1">
        <a:spcBef>
          <a:spcPct val="0"/>
        </a:spcBef>
        <a:spcAft>
          <a:spcPct val="0"/>
        </a:spcAft>
        <a:defRPr sz="3000" b="1">
          <a:solidFill>
            <a:schemeClr val="tx2"/>
          </a:solidFill>
          <a:latin typeface="Verdana" pitchFamily="34" charset="0"/>
        </a:defRPr>
      </a:lvl3pPr>
      <a:lvl4pPr algn="l" rtl="0" eaLnBrk="1" fontAlgn="base" hangingPunct="1">
        <a:spcBef>
          <a:spcPct val="0"/>
        </a:spcBef>
        <a:spcAft>
          <a:spcPct val="0"/>
        </a:spcAft>
        <a:defRPr sz="3000" b="1">
          <a:solidFill>
            <a:schemeClr val="tx2"/>
          </a:solidFill>
          <a:latin typeface="Verdana" pitchFamily="34" charset="0"/>
        </a:defRPr>
      </a:lvl4pPr>
      <a:lvl5pPr algn="l" rtl="0" eaLnBrk="1" fontAlgn="base" hangingPunct="1">
        <a:spcBef>
          <a:spcPct val="0"/>
        </a:spcBef>
        <a:spcAft>
          <a:spcPct val="0"/>
        </a:spcAft>
        <a:defRPr sz="3000" b="1">
          <a:solidFill>
            <a:schemeClr val="tx2"/>
          </a:solidFill>
          <a:latin typeface="Verdana" pitchFamily="34" charset="0"/>
        </a:defRPr>
      </a:lvl5pPr>
      <a:lvl6pPr marL="457200" algn="l" rtl="0" eaLnBrk="1" fontAlgn="base" hangingPunct="1">
        <a:spcBef>
          <a:spcPct val="0"/>
        </a:spcBef>
        <a:spcAft>
          <a:spcPct val="0"/>
        </a:spcAft>
        <a:defRPr sz="3000" b="1">
          <a:solidFill>
            <a:schemeClr val="tx2"/>
          </a:solidFill>
          <a:latin typeface="Verdana" pitchFamily="34" charset="0"/>
        </a:defRPr>
      </a:lvl6pPr>
      <a:lvl7pPr marL="914400" algn="l" rtl="0" eaLnBrk="1" fontAlgn="base" hangingPunct="1">
        <a:spcBef>
          <a:spcPct val="0"/>
        </a:spcBef>
        <a:spcAft>
          <a:spcPct val="0"/>
        </a:spcAft>
        <a:defRPr sz="3000" b="1">
          <a:solidFill>
            <a:schemeClr val="tx2"/>
          </a:solidFill>
          <a:latin typeface="Verdana" pitchFamily="34" charset="0"/>
        </a:defRPr>
      </a:lvl7pPr>
      <a:lvl8pPr marL="1371600" algn="l" rtl="0" eaLnBrk="1" fontAlgn="base" hangingPunct="1">
        <a:spcBef>
          <a:spcPct val="0"/>
        </a:spcBef>
        <a:spcAft>
          <a:spcPct val="0"/>
        </a:spcAft>
        <a:defRPr sz="3000" b="1">
          <a:solidFill>
            <a:schemeClr val="tx2"/>
          </a:solidFill>
          <a:latin typeface="Verdana" pitchFamily="34" charset="0"/>
        </a:defRPr>
      </a:lvl8pPr>
      <a:lvl9pPr marL="1828800" algn="l" rtl="0" eaLnBrk="1" fontAlgn="base" hangingPunct="1">
        <a:spcBef>
          <a:spcPct val="0"/>
        </a:spcBef>
        <a:spcAft>
          <a:spcPct val="0"/>
        </a:spcAft>
        <a:defRPr sz="3000" b="1">
          <a:solidFill>
            <a:schemeClr val="tx2"/>
          </a:solidFill>
          <a:latin typeface="Verdana" pitchFamily="34" charset="0"/>
        </a:defRPr>
      </a:lvl9pPr>
    </p:titleStyle>
    <p:bodyStyle>
      <a:lvl1pPr marL="176213" indent="-176213" algn="l" rtl="0" eaLnBrk="1" fontAlgn="base" hangingPunct="1">
        <a:spcBef>
          <a:spcPct val="20000"/>
        </a:spcBef>
        <a:spcAft>
          <a:spcPct val="30000"/>
        </a:spcAft>
        <a:buChar char="•"/>
        <a:defRPr sz="2000">
          <a:solidFill>
            <a:schemeClr val="tx1"/>
          </a:solidFill>
          <a:latin typeface="+mn-lt"/>
          <a:ea typeface="+mn-ea"/>
          <a:cs typeface="+mn-cs"/>
        </a:defRPr>
      </a:lvl1pPr>
      <a:lvl2pPr marL="550863" indent="-195263" algn="l" rtl="0" eaLnBrk="1" fontAlgn="base" hangingPunct="1">
        <a:spcBef>
          <a:spcPct val="20000"/>
        </a:spcBef>
        <a:spcAft>
          <a:spcPct val="20000"/>
        </a:spcAft>
        <a:buChar char="•"/>
        <a:defRPr sz="2800" i="1">
          <a:solidFill>
            <a:schemeClr val="tx1"/>
          </a:solidFill>
          <a:latin typeface="+mn-lt"/>
        </a:defRPr>
      </a:lvl2pPr>
      <a:lvl3pPr marL="892175" indent="-161925" algn="l" rtl="0" eaLnBrk="1" fontAlgn="base" hangingPunct="1">
        <a:spcBef>
          <a:spcPct val="20000"/>
        </a:spcBef>
        <a:spcAft>
          <a:spcPct val="0"/>
        </a:spcAft>
        <a:buChar char="•"/>
        <a:defRPr sz="1600">
          <a:solidFill>
            <a:schemeClr val="tx1"/>
          </a:solidFill>
          <a:latin typeface="+mn-lt"/>
        </a:defRPr>
      </a:lvl3pPr>
      <a:lvl4pPr marL="1247775" indent="-174625" algn="l" rtl="0" eaLnBrk="1" fontAlgn="base" hangingPunct="1">
        <a:spcBef>
          <a:spcPct val="20000"/>
        </a:spcBef>
        <a:spcAft>
          <a:spcPct val="0"/>
        </a:spcAft>
        <a:buChar char="•"/>
        <a:defRPr sz="1400">
          <a:solidFill>
            <a:schemeClr val="tx1"/>
          </a:solidFill>
          <a:latin typeface="+mn-lt"/>
        </a:defRPr>
      </a:lvl4pPr>
      <a:lvl5pPr marL="1617663" indent="-190500" algn="l" rtl="0" eaLnBrk="1" fontAlgn="base" hangingPunct="1">
        <a:spcBef>
          <a:spcPct val="20000"/>
        </a:spcBef>
        <a:spcAft>
          <a:spcPct val="0"/>
        </a:spcAft>
        <a:buChar char="•"/>
        <a:defRPr sz="1400">
          <a:solidFill>
            <a:schemeClr val="tx1"/>
          </a:solidFill>
          <a:latin typeface="+mn-lt"/>
        </a:defRPr>
      </a:lvl5pPr>
      <a:lvl6pPr marL="2074863" indent="-190500" algn="l" rtl="0" eaLnBrk="1" fontAlgn="base" hangingPunct="1">
        <a:spcBef>
          <a:spcPct val="20000"/>
        </a:spcBef>
        <a:spcAft>
          <a:spcPct val="0"/>
        </a:spcAft>
        <a:buChar char="•"/>
        <a:defRPr sz="1400">
          <a:solidFill>
            <a:schemeClr val="tx1"/>
          </a:solidFill>
          <a:latin typeface="+mn-lt"/>
        </a:defRPr>
      </a:lvl6pPr>
      <a:lvl7pPr marL="2532063" indent="-190500" algn="l" rtl="0" eaLnBrk="1" fontAlgn="base" hangingPunct="1">
        <a:spcBef>
          <a:spcPct val="20000"/>
        </a:spcBef>
        <a:spcAft>
          <a:spcPct val="0"/>
        </a:spcAft>
        <a:buChar char="•"/>
        <a:defRPr sz="1400">
          <a:solidFill>
            <a:schemeClr val="tx1"/>
          </a:solidFill>
          <a:latin typeface="+mn-lt"/>
        </a:defRPr>
      </a:lvl7pPr>
      <a:lvl8pPr marL="2989263" indent="-190500" algn="l" rtl="0" eaLnBrk="1" fontAlgn="base" hangingPunct="1">
        <a:spcBef>
          <a:spcPct val="20000"/>
        </a:spcBef>
        <a:spcAft>
          <a:spcPct val="0"/>
        </a:spcAft>
        <a:buChar char="•"/>
        <a:defRPr sz="1400">
          <a:solidFill>
            <a:schemeClr val="tx1"/>
          </a:solidFill>
          <a:latin typeface="+mn-lt"/>
        </a:defRPr>
      </a:lvl8pPr>
      <a:lvl9pPr marL="3446463" indent="-190500" algn="l" rtl="0" eaLnBrk="1" fontAlgn="base" hangingPunct="1">
        <a:spcBef>
          <a:spcPct val="20000"/>
        </a:spcBef>
        <a:spcAft>
          <a:spcPct val="0"/>
        </a:spcAft>
        <a:buChar char="•"/>
        <a:defRPr sz="1400">
          <a:solidFill>
            <a:schemeClr val="tx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2050" name="Picture 3" descr="footer"/>
          <p:cNvPicPr>
            <a:picLocks noChangeAspect="1" noChangeArrowheads="1"/>
          </p:cNvPicPr>
          <p:nvPr/>
        </p:nvPicPr>
        <p:blipFill>
          <a:blip r:embed="rId13" cstate="print"/>
          <a:srcRect/>
          <a:stretch>
            <a:fillRect/>
          </a:stretch>
        </p:blipFill>
        <p:spPr bwMode="auto">
          <a:xfrm>
            <a:off x="0" y="6296025"/>
            <a:ext cx="9144000" cy="561975"/>
          </a:xfrm>
          <a:prstGeom prst="rect">
            <a:avLst/>
          </a:prstGeom>
          <a:noFill/>
          <a:ln w="9525">
            <a:noFill/>
            <a:miter lim="800000"/>
            <a:headEnd/>
            <a:tailEnd/>
          </a:ln>
        </p:spPr>
      </p:pic>
      <p:sp>
        <p:nvSpPr>
          <p:cNvPr id="2051" name="Rectangle 4"/>
          <p:cNvSpPr>
            <a:spLocks noGrp="1" noChangeArrowheads="1"/>
          </p:cNvSpPr>
          <p:nvPr>
            <p:ph type="title"/>
          </p:nvPr>
        </p:nvSpPr>
        <p:spPr bwMode="auto">
          <a:xfrm>
            <a:off x="71438" y="381000"/>
            <a:ext cx="8820150"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2052" name="Rectangle 5"/>
          <p:cNvSpPr>
            <a:spLocks noGrp="1" noChangeArrowheads="1"/>
          </p:cNvSpPr>
          <p:nvPr>
            <p:ph type="body" idx="1"/>
          </p:nvPr>
        </p:nvSpPr>
        <p:spPr bwMode="auto">
          <a:xfrm>
            <a:off x="71438" y="1389063"/>
            <a:ext cx="8820150" cy="4703762"/>
          </a:xfrm>
          <a:prstGeom prst="rect">
            <a:avLst/>
          </a:prstGeom>
          <a:noFill/>
          <a:ln w="9525">
            <a:noFill/>
            <a:miter lim="800000"/>
            <a:headEnd/>
            <a:tailEnd/>
          </a:ln>
        </p:spPr>
        <p:txBody>
          <a:bodyPr vert="horz" wrap="square" lIns="91440" tIns="1620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p:txBody>
      </p:sp>
      <p:sp>
        <p:nvSpPr>
          <p:cNvPr id="121862"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ECF0535E-D6F6-4469-8491-127D480F5ED8}" type="slidenum">
              <a:rPr lang="nb-NO"/>
              <a:pPr>
                <a:defRPr/>
              </a:pPr>
              <a:t>‹#›</a:t>
            </a:fld>
            <a:endParaRPr lang="nb-NO"/>
          </a:p>
        </p:txBody>
      </p:sp>
      <p:sp>
        <p:nvSpPr>
          <p:cNvPr id="121863" name="Rectangle 7"/>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Tree>
  </p:cSld>
  <p:clrMap bg1="lt1" tx1="dk1" bg2="lt2" tx2="dk2" accent1="accent1" accent2="accent2" accent3="accent3" accent4="accent4" accent5="accent5" accent6="accent6" hlink="hlink" folHlink="folHlink"/>
  <p:sldLayoutIdLst>
    <p:sldLayoutId id="2147483833"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96838" indent="-96838" algn="l" rtl="0" eaLnBrk="0" fontAlgn="base" hangingPunct="0">
        <a:spcBef>
          <a:spcPct val="20000"/>
        </a:spcBef>
        <a:spcAft>
          <a:spcPct val="0"/>
        </a:spcAft>
        <a:buChar char="•"/>
        <a:defRPr sz="1600">
          <a:solidFill>
            <a:schemeClr val="tx1"/>
          </a:solidFill>
          <a:latin typeface="+mn-lt"/>
          <a:ea typeface="+mn-ea"/>
          <a:cs typeface="+mn-cs"/>
        </a:defRPr>
      </a:lvl1pPr>
      <a:lvl2pPr marL="350838" indent="-74613" algn="l" rtl="0" eaLnBrk="0" fontAlgn="base" hangingPunct="0">
        <a:spcBef>
          <a:spcPct val="20000"/>
        </a:spcBef>
        <a:spcAft>
          <a:spcPct val="0"/>
        </a:spcAft>
        <a:buChar char="•"/>
        <a:defRPr sz="1600" i="1">
          <a:solidFill>
            <a:schemeClr val="tx1"/>
          </a:solidFill>
          <a:latin typeface="+mn-lt"/>
        </a:defRPr>
      </a:lvl2pPr>
      <a:lvl3pPr marL="609600" indent="-79375" algn="l" rtl="0" eaLnBrk="0" fontAlgn="base" hangingPunct="0">
        <a:spcBef>
          <a:spcPct val="20000"/>
        </a:spcBef>
        <a:spcAft>
          <a:spcPct val="0"/>
        </a:spcAft>
        <a:buChar char="•"/>
        <a:defRPr sz="1600">
          <a:solidFill>
            <a:schemeClr val="tx1"/>
          </a:solidFill>
          <a:latin typeface="+mn-lt"/>
        </a:defRPr>
      </a:lvl3pPr>
      <a:lvl4pPr marL="885825" indent="-96838" algn="l" rtl="0" eaLnBrk="0" fontAlgn="base" hangingPunct="0">
        <a:spcBef>
          <a:spcPct val="20000"/>
        </a:spcBef>
        <a:spcAft>
          <a:spcPct val="0"/>
        </a:spcAft>
        <a:buChar char="•"/>
        <a:defRPr sz="1400">
          <a:solidFill>
            <a:schemeClr val="tx1"/>
          </a:solidFill>
          <a:latin typeface="+mn-lt"/>
        </a:defRPr>
      </a:lvl4pPr>
      <a:lvl5pPr marL="1128713" indent="-63500" algn="l" rtl="0" eaLnBrk="0" fontAlgn="base" hangingPunct="0">
        <a:spcBef>
          <a:spcPct val="20000"/>
        </a:spcBef>
        <a:spcAft>
          <a:spcPct val="0"/>
        </a:spcAft>
        <a:buChar char="•"/>
        <a:defRPr sz="1400">
          <a:solidFill>
            <a:schemeClr val="tx1"/>
          </a:solidFill>
          <a:latin typeface="+mn-lt"/>
        </a:defRPr>
      </a:lvl5pPr>
      <a:lvl6pPr marL="1585913" indent="-63500" algn="l" rtl="0" fontAlgn="base">
        <a:spcBef>
          <a:spcPct val="20000"/>
        </a:spcBef>
        <a:spcAft>
          <a:spcPct val="0"/>
        </a:spcAft>
        <a:buChar char="•"/>
        <a:defRPr sz="1400">
          <a:solidFill>
            <a:schemeClr val="tx1"/>
          </a:solidFill>
          <a:latin typeface="+mn-lt"/>
        </a:defRPr>
      </a:lvl6pPr>
      <a:lvl7pPr marL="2043113" indent="-63500" algn="l" rtl="0" fontAlgn="base">
        <a:spcBef>
          <a:spcPct val="20000"/>
        </a:spcBef>
        <a:spcAft>
          <a:spcPct val="0"/>
        </a:spcAft>
        <a:buChar char="•"/>
        <a:defRPr sz="1400">
          <a:solidFill>
            <a:schemeClr val="tx1"/>
          </a:solidFill>
          <a:latin typeface="+mn-lt"/>
        </a:defRPr>
      </a:lvl7pPr>
      <a:lvl8pPr marL="2500313" indent="-63500" algn="l" rtl="0" fontAlgn="base">
        <a:spcBef>
          <a:spcPct val="20000"/>
        </a:spcBef>
        <a:spcAft>
          <a:spcPct val="0"/>
        </a:spcAft>
        <a:buChar char="•"/>
        <a:defRPr sz="1400">
          <a:solidFill>
            <a:schemeClr val="tx1"/>
          </a:solidFill>
          <a:latin typeface="+mn-lt"/>
        </a:defRPr>
      </a:lvl8pPr>
      <a:lvl9pPr marL="2957513" indent="-63500" algn="l" rtl="0" fontAlgn="base">
        <a:spcBef>
          <a:spcPct val="20000"/>
        </a:spcBef>
        <a:spcAft>
          <a:spcPct val="0"/>
        </a:spcAft>
        <a:buChar char="•"/>
        <a:defRPr sz="1400">
          <a:solidFill>
            <a:schemeClr val="tx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7656" name="Rectangle 8"/>
          <p:cNvSpPr>
            <a:spLocks noChangeArrowheads="1"/>
          </p:cNvSpPr>
          <p:nvPr/>
        </p:nvSpPr>
        <p:spPr bwMode="auto">
          <a:xfrm>
            <a:off x="0" y="1389063"/>
            <a:ext cx="9144000" cy="4906962"/>
          </a:xfrm>
          <a:prstGeom prst="rect">
            <a:avLst/>
          </a:prstGeom>
          <a:solidFill>
            <a:schemeClr val="tx1"/>
          </a:solidFill>
          <a:ln w="9525">
            <a:noFill/>
            <a:miter lim="800000"/>
            <a:headEnd/>
            <a:tailEnd/>
          </a:ln>
          <a:effectLst/>
        </p:spPr>
        <p:txBody>
          <a:bodyPr wrap="none" anchor="ctr"/>
          <a:lstStyle/>
          <a:p>
            <a:pPr>
              <a:defRPr/>
            </a:pPr>
            <a:endParaRPr lang="nb-NO"/>
          </a:p>
        </p:txBody>
      </p:sp>
      <p:pic>
        <p:nvPicPr>
          <p:cNvPr id="3075" name="Picture 3" descr="footer"/>
          <p:cNvPicPr>
            <a:picLocks noChangeAspect="1" noChangeArrowheads="1"/>
          </p:cNvPicPr>
          <p:nvPr/>
        </p:nvPicPr>
        <p:blipFill>
          <a:blip r:embed="rId13" cstate="print"/>
          <a:srcRect/>
          <a:stretch>
            <a:fillRect/>
          </a:stretch>
        </p:blipFill>
        <p:spPr bwMode="auto">
          <a:xfrm>
            <a:off x="0" y="6296025"/>
            <a:ext cx="9144000" cy="561975"/>
          </a:xfrm>
          <a:prstGeom prst="rect">
            <a:avLst/>
          </a:prstGeom>
          <a:noFill/>
          <a:ln w="9525">
            <a:noFill/>
            <a:miter lim="800000"/>
            <a:headEnd/>
            <a:tailEnd/>
          </a:ln>
        </p:spPr>
      </p:pic>
      <p:sp>
        <p:nvSpPr>
          <p:cNvPr id="3076" name="Rectangle 4"/>
          <p:cNvSpPr>
            <a:spLocks noGrp="1" noChangeArrowheads="1"/>
          </p:cNvSpPr>
          <p:nvPr>
            <p:ph type="title"/>
          </p:nvPr>
        </p:nvSpPr>
        <p:spPr bwMode="auto">
          <a:xfrm>
            <a:off x="701675" y="381000"/>
            <a:ext cx="8189913"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3077" name="Rectangle 5"/>
          <p:cNvSpPr>
            <a:spLocks noGrp="1" noChangeArrowheads="1"/>
          </p:cNvSpPr>
          <p:nvPr>
            <p:ph type="body" idx="1"/>
          </p:nvPr>
        </p:nvSpPr>
        <p:spPr bwMode="auto">
          <a:xfrm>
            <a:off x="701675" y="1389063"/>
            <a:ext cx="8189913" cy="4703762"/>
          </a:xfrm>
          <a:prstGeom prst="rect">
            <a:avLst/>
          </a:prstGeom>
          <a:noFill/>
          <a:ln w="9525">
            <a:noFill/>
            <a:miter lim="800000"/>
            <a:headEnd/>
            <a:tailEnd/>
          </a:ln>
        </p:spPr>
        <p:txBody>
          <a:bodyPr vert="horz" wrap="square" lIns="91440" tIns="4788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p:txBody>
      </p:sp>
      <p:sp>
        <p:nvSpPr>
          <p:cNvPr id="27654"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8BA343F8-5168-4175-B87D-A5F423A8EDC3}" type="slidenum">
              <a:rPr lang="nb-NO"/>
              <a:pPr>
                <a:defRPr/>
              </a:pPr>
              <a:t>‹#›</a:t>
            </a:fld>
            <a:endParaRPr lang="nb-NO"/>
          </a:p>
        </p:txBody>
      </p:sp>
      <p:sp>
        <p:nvSpPr>
          <p:cNvPr id="27655" name="Rectangle 7"/>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Tree>
  </p:cSld>
  <p:clrMap bg1="lt1" tx1="dk1" bg2="lt2" tx2="dk2" accent1="accent1" accent2="accent2" accent3="accent3" accent4="accent4" accent5="accent5" accent6="accent6" hlink="hlink" folHlink="folHlink"/>
  <p:sldLayoutIdLst>
    <p:sldLayoutId id="2147483834"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 id="2147483780" r:id="rId10"/>
    <p:sldLayoutId id="214748378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176213" indent="-176213" algn="l" rtl="0" eaLnBrk="0" fontAlgn="base" hangingPunct="0">
        <a:spcBef>
          <a:spcPct val="20000"/>
        </a:spcBef>
        <a:spcAft>
          <a:spcPct val="30000"/>
        </a:spcAft>
        <a:buChar char="•"/>
        <a:defRPr sz="2000">
          <a:solidFill>
            <a:schemeClr val="bg1"/>
          </a:solidFill>
          <a:latin typeface="+mn-lt"/>
          <a:ea typeface="+mn-ea"/>
          <a:cs typeface="+mn-cs"/>
        </a:defRPr>
      </a:lvl1pPr>
      <a:lvl2pPr marL="550863" indent="-195263" algn="l" rtl="0" eaLnBrk="0" fontAlgn="base" hangingPunct="0">
        <a:spcBef>
          <a:spcPct val="20000"/>
        </a:spcBef>
        <a:spcAft>
          <a:spcPct val="20000"/>
        </a:spcAft>
        <a:buChar char="•"/>
        <a:defRPr sz="2800" i="1">
          <a:solidFill>
            <a:schemeClr val="bg1"/>
          </a:solidFill>
          <a:latin typeface="+mn-lt"/>
        </a:defRPr>
      </a:lvl2pPr>
      <a:lvl3pPr marL="892175" indent="-161925" algn="l" rtl="0" eaLnBrk="0" fontAlgn="base" hangingPunct="0">
        <a:spcBef>
          <a:spcPct val="20000"/>
        </a:spcBef>
        <a:spcAft>
          <a:spcPct val="0"/>
        </a:spcAft>
        <a:buChar char="•"/>
        <a:defRPr sz="1600">
          <a:solidFill>
            <a:schemeClr val="bg1"/>
          </a:solidFill>
          <a:latin typeface="+mn-lt"/>
        </a:defRPr>
      </a:lvl3pPr>
      <a:lvl4pPr marL="1247775" indent="-174625" algn="l" rtl="0" eaLnBrk="0" fontAlgn="base" hangingPunct="0">
        <a:spcBef>
          <a:spcPct val="20000"/>
        </a:spcBef>
        <a:spcAft>
          <a:spcPct val="0"/>
        </a:spcAft>
        <a:buChar char="•"/>
        <a:defRPr sz="1400">
          <a:solidFill>
            <a:schemeClr val="bg1"/>
          </a:solidFill>
          <a:latin typeface="+mn-lt"/>
        </a:defRPr>
      </a:lvl4pPr>
      <a:lvl5pPr marL="1617663" indent="-190500" algn="l" rtl="0" eaLnBrk="0" fontAlgn="base" hangingPunct="0">
        <a:spcBef>
          <a:spcPct val="20000"/>
        </a:spcBef>
        <a:spcAft>
          <a:spcPct val="0"/>
        </a:spcAft>
        <a:buChar char="•"/>
        <a:defRPr sz="1400">
          <a:solidFill>
            <a:schemeClr val="bg1"/>
          </a:solidFill>
          <a:latin typeface="+mn-lt"/>
        </a:defRPr>
      </a:lvl5pPr>
      <a:lvl6pPr marL="2074863" indent="-190500" algn="l" rtl="0" fontAlgn="base">
        <a:spcBef>
          <a:spcPct val="20000"/>
        </a:spcBef>
        <a:spcAft>
          <a:spcPct val="0"/>
        </a:spcAft>
        <a:buChar char="•"/>
        <a:defRPr sz="1400">
          <a:solidFill>
            <a:schemeClr val="bg1"/>
          </a:solidFill>
          <a:latin typeface="+mn-lt"/>
        </a:defRPr>
      </a:lvl6pPr>
      <a:lvl7pPr marL="2532063" indent="-190500" algn="l" rtl="0" fontAlgn="base">
        <a:spcBef>
          <a:spcPct val="20000"/>
        </a:spcBef>
        <a:spcAft>
          <a:spcPct val="0"/>
        </a:spcAft>
        <a:buChar char="•"/>
        <a:defRPr sz="1400">
          <a:solidFill>
            <a:schemeClr val="bg1"/>
          </a:solidFill>
          <a:latin typeface="+mn-lt"/>
        </a:defRPr>
      </a:lvl7pPr>
      <a:lvl8pPr marL="2989263" indent="-190500" algn="l" rtl="0" fontAlgn="base">
        <a:spcBef>
          <a:spcPct val="20000"/>
        </a:spcBef>
        <a:spcAft>
          <a:spcPct val="0"/>
        </a:spcAft>
        <a:buChar char="•"/>
        <a:defRPr sz="1400">
          <a:solidFill>
            <a:schemeClr val="bg1"/>
          </a:solidFill>
          <a:latin typeface="+mn-lt"/>
        </a:defRPr>
      </a:lvl8pPr>
      <a:lvl9pPr marL="3446463" indent="-190500" algn="l" rtl="0" fontAlgn="base">
        <a:spcBef>
          <a:spcPct val="20000"/>
        </a:spcBef>
        <a:spcAft>
          <a:spcPct val="0"/>
        </a:spcAft>
        <a:buChar char="•"/>
        <a:defRPr sz="1400">
          <a:solidFill>
            <a:schemeClr val="bg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3911" name="Rectangle 7"/>
          <p:cNvSpPr>
            <a:spLocks noChangeArrowheads="1"/>
          </p:cNvSpPr>
          <p:nvPr/>
        </p:nvSpPr>
        <p:spPr bwMode="auto">
          <a:xfrm>
            <a:off x="0" y="1389063"/>
            <a:ext cx="9144000" cy="4906962"/>
          </a:xfrm>
          <a:prstGeom prst="rect">
            <a:avLst/>
          </a:prstGeom>
          <a:solidFill>
            <a:schemeClr val="tx1"/>
          </a:solidFill>
          <a:ln w="9525">
            <a:noFill/>
            <a:miter lim="800000"/>
            <a:headEnd/>
            <a:tailEnd/>
          </a:ln>
          <a:effectLst/>
        </p:spPr>
        <p:txBody>
          <a:bodyPr wrap="none" anchor="ctr"/>
          <a:lstStyle/>
          <a:p>
            <a:pPr>
              <a:defRPr/>
            </a:pPr>
            <a:endParaRPr lang="nb-NO"/>
          </a:p>
        </p:txBody>
      </p:sp>
      <p:pic>
        <p:nvPicPr>
          <p:cNvPr id="4099" name="Picture 2" descr="footer"/>
          <p:cNvPicPr>
            <a:picLocks noChangeAspect="1" noChangeArrowheads="1"/>
          </p:cNvPicPr>
          <p:nvPr/>
        </p:nvPicPr>
        <p:blipFill>
          <a:blip r:embed="rId13" cstate="print"/>
          <a:srcRect/>
          <a:stretch>
            <a:fillRect/>
          </a:stretch>
        </p:blipFill>
        <p:spPr bwMode="auto">
          <a:xfrm>
            <a:off x="0" y="6296025"/>
            <a:ext cx="9144000" cy="561975"/>
          </a:xfrm>
          <a:prstGeom prst="rect">
            <a:avLst/>
          </a:prstGeom>
          <a:noFill/>
          <a:ln w="9525">
            <a:noFill/>
            <a:miter lim="800000"/>
            <a:headEnd/>
            <a:tailEnd/>
          </a:ln>
        </p:spPr>
      </p:pic>
      <p:sp>
        <p:nvSpPr>
          <p:cNvPr id="4100" name="Rectangle 3"/>
          <p:cNvSpPr>
            <a:spLocks noGrp="1" noChangeArrowheads="1"/>
          </p:cNvSpPr>
          <p:nvPr>
            <p:ph type="title"/>
          </p:nvPr>
        </p:nvSpPr>
        <p:spPr bwMode="auto">
          <a:xfrm>
            <a:off x="71438" y="381000"/>
            <a:ext cx="8820150"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4101" name="Rectangle 4"/>
          <p:cNvSpPr>
            <a:spLocks noGrp="1" noChangeArrowheads="1"/>
          </p:cNvSpPr>
          <p:nvPr>
            <p:ph type="body" idx="1"/>
          </p:nvPr>
        </p:nvSpPr>
        <p:spPr bwMode="auto">
          <a:xfrm>
            <a:off x="71438" y="1389063"/>
            <a:ext cx="8820150" cy="4703762"/>
          </a:xfrm>
          <a:prstGeom prst="rect">
            <a:avLst/>
          </a:prstGeom>
          <a:noFill/>
          <a:ln w="9525">
            <a:noFill/>
            <a:miter lim="800000"/>
            <a:headEnd/>
            <a:tailEnd/>
          </a:ln>
        </p:spPr>
        <p:txBody>
          <a:bodyPr vert="horz" wrap="square" lIns="91440" tIns="1620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p:txBody>
      </p:sp>
      <p:sp>
        <p:nvSpPr>
          <p:cNvPr id="123909" name="Rectangle 5"/>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8D05736F-44C3-4399-8FCC-266846D0D864}" type="slidenum">
              <a:rPr lang="nb-NO"/>
              <a:pPr>
                <a:defRPr/>
              </a:pPr>
              <a:t>‹#›</a:t>
            </a:fld>
            <a:endParaRPr lang="nb-NO"/>
          </a:p>
        </p:txBody>
      </p:sp>
      <p:sp>
        <p:nvSpPr>
          <p:cNvPr id="123910" name="Rectangle 6"/>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Tree>
  </p:cSld>
  <p:clrMap bg1="lt1" tx1="dk1" bg2="lt2" tx2="dk2" accent1="accent1" accent2="accent2" accent3="accent3" accent4="accent4" accent5="accent5" accent6="accent6" hlink="hlink" folHlink="folHlink"/>
  <p:sldLayoutIdLst>
    <p:sldLayoutId id="2147483835" r:id="rId1"/>
    <p:sldLayoutId id="2147483782" r:id="rId2"/>
    <p:sldLayoutId id="2147483783" r:id="rId3"/>
    <p:sldLayoutId id="2147483784" r:id="rId4"/>
    <p:sldLayoutId id="2147483785" r:id="rId5"/>
    <p:sldLayoutId id="2147483786" r:id="rId6"/>
    <p:sldLayoutId id="2147483787" r:id="rId7"/>
    <p:sldLayoutId id="2147483788" r:id="rId8"/>
    <p:sldLayoutId id="2147483789" r:id="rId9"/>
    <p:sldLayoutId id="2147483790" r:id="rId10"/>
    <p:sldLayoutId id="214748379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96838" indent="-96838" algn="l" rtl="0" eaLnBrk="0" fontAlgn="base" hangingPunct="0">
        <a:spcBef>
          <a:spcPct val="20000"/>
        </a:spcBef>
        <a:spcAft>
          <a:spcPct val="0"/>
        </a:spcAft>
        <a:buChar char="•"/>
        <a:defRPr sz="1600">
          <a:solidFill>
            <a:schemeClr val="bg1"/>
          </a:solidFill>
          <a:latin typeface="+mn-lt"/>
          <a:ea typeface="+mn-ea"/>
          <a:cs typeface="+mn-cs"/>
        </a:defRPr>
      </a:lvl1pPr>
      <a:lvl2pPr marL="350838" indent="-74613" algn="l" rtl="0" eaLnBrk="0" fontAlgn="base" hangingPunct="0">
        <a:spcBef>
          <a:spcPct val="20000"/>
        </a:spcBef>
        <a:spcAft>
          <a:spcPct val="0"/>
        </a:spcAft>
        <a:buChar char="•"/>
        <a:defRPr sz="1600" i="1">
          <a:solidFill>
            <a:schemeClr val="bg1"/>
          </a:solidFill>
          <a:latin typeface="+mn-lt"/>
        </a:defRPr>
      </a:lvl2pPr>
      <a:lvl3pPr marL="609600" indent="-79375" algn="l" rtl="0" eaLnBrk="0" fontAlgn="base" hangingPunct="0">
        <a:spcBef>
          <a:spcPct val="20000"/>
        </a:spcBef>
        <a:spcAft>
          <a:spcPct val="0"/>
        </a:spcAft>
        <a:buChar char="•"/>
        <a:defRPr sz="1600">
          <a:solidFill>
            <a:schemeClr val="bg1"/>
          </a:solidFill>
          <a:latin typeface="+mn-lt"/>
        </a:defRPr>
      </a:lvl3pPr>
      <a:lvl4pPr marL="885825" indent="-96838" algn="l" rtl="0" eaLnBrk="0" fontAlgn="base" hangingPunct="0">
        <a:spcBef>
          <a:spcPct val="20000"/>
        </a:spcBef>
        <a:spcAft>
          <a:spcPct val="0"/>
        </a:spcAft>
        <a:buChar char="•"/>
        <a:defRPr sz="1400">
          <a:solidFill>
            <a:schemeClr val="bg1"/>
          </a:solidFill>
          <a:latin typeface="+mn-lt"/>
        </a:defRPr>
      </a:lvl4pPr>
      <a:lvl5pPr marL="1128713" indent="-63500" algn="l" rtl="0" eaLnBrk="0" fontAlgn="base" hangingPunct="0">
        <a:spcBef>
          <a:spcPct val="20000"/>
        </a:spcBef>
        <a:spcAft>
          <a:spcPct val="0"/>
        </a:spcAft>
        <a:buChar char="•"/>
        <a:defRPr sz="1400">
          <a:solidFill>
            <a:schemeClr val="bg1"/>
          </a:solidFill>
          <a:latin typeface="+mn-lt"/>
        </a:defRPr>
      </a:lvl5pPr>
      <a:lvl6pPr marL="1585913" indent="-63500" algn="l" rtl="0" fontAlgn="base">
        <a:spcBef>
          <a:spcPct val="20000"/>
        </a:spcBef>
        <a:spcAft>
          <a:spcPct val="0"/>
        </a:spcAft>
        <a:buChar char="•"/>
        <a:defRPr sz="1400">
          <a:solidFill>
            <a:schemeClr val="bg1"/>
          </a:solidFill>
          <a:latin typeface="+mn-lt"/>
        </a:defRPr>
      </a:lvl6pPr>
      <a:lvl7pPr marL="2043113" indent="-63500" algn="l" rtl="0" fontAlgn="base">
        <a:spcBef>
          <a:spcPct val="20000"/>
        </a:spcBef>
        <a:spcAft>
          <a:spcPct val="0"/>
        </a:spcAft>
        <a:buChar char="•"/>
        <a:defRPr sz="1400">
          <a:solidFill>
            <a:schemeClr val="bg1"/>
          </a:solidFill>
          <a:latin typeface="+mn-lt"/>
        </a:defRPr>
      </a:lvl7pPr>
      <a:lvl8pPr marL="2500313" indent="-63500" algn="l" rtl="0" fontAlgn="base">
        <a:spcBef>
          <a:spcPct val="20000"/>
        </a:spcBef>
        <a:spcAft>
          <a:spcPct val="0"/>
        </a:spcAft>
        <a:buChar char="•"/>
        <a:defRPr sz="1400">
          <a:solidFill>
            <a:schemeClr val="bg1"/>
          </a:solidFill>
          <a:latin typeface="+mn-lt"/>
        </a:defRPr>
      </a:lvl8pPr>
      <a:lvl9pPr marL="2957513" indent="-63500" algn="l" rtl="0" fontAlgn="base">
        <a:spcBef>
          <a:spcPct val="20000"/>
        </a:spcBef>
        <a:spcAft>
          <a:spcPct val="0"/>
        </a:spcAft>
        <a:buChar char="•"/>
        <a:defRPr sz="1400">
          <a:solidFill>
            <a:schemeClr val="bg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5122" name="Picture 2" descr="white-blue"/>
          <p:cNvPicPr>
            <a:picLocks noChangeAspect="1" noChangeArrowheads="1"/>
          </p:cNvPicPr>
          <p:nvPr/>
        </p:nvPicPr>
        <p:blipFill>
          <a:blip r:embed="rId13" cstate="print"/>
          <a:srcRect/>
          <a:stretch>
            <a:fillRect/>
          </a:stretch>
        </p:blipFill>
        <p:spPr bwMode="auto">
          <a:xfrm>
            <a:off x="3570288" y="1389063"/>
            <a:ext cx="5573712" cy="4900612"/>
          </a:xfrm>
          <a:prstGeom prst="rect">
            <a:avLst/>
          </a:prstGeom>
          <a:noFill/>
          <a:ln w="9525">
            <a:noFill/>
            <a:miter lim="800000"/>
            <a:headEnd/>
            <a:tailEnd/>
          </a:ln>
        </p:spPr>
      </p:pic>
      <p:pic>
        <p:nvPicPr>
          <p:cNvPr id="5123" name="Picture 3" descr="footer"/>
          <p:cNvPicPr>
            <a:picLocks noChangeAspect="1" noChangeArrowheads="1"/>
          </p:cNvPicPr>
          <p:nvPr/>
        </p:nvPicPr>
        <p:blipFill>
          <a:blip r:embed="rId14" cstate="print"/>
          <a:srcRect/>
          <a:stretch>
            <a:fillRect/>
          </a:stretch>
        </p:blipFill>
        <p:spPr bwMode="auto">
          <a:xfrm>
            <a:off x="0" y="6296025"/>
            <a:ext cx="9144000" cy="561975"/>
          </a:xfrm>
          <a:prstGeom prst="rect">
            <a:avLst/>
          </a:prstGeom>
          <a:noFill/>
          <a:ln w="9525">
            <a:noFill/>
            <a:miter lim="800000"/>
            <a:headEnd/>
            <a:tailEnd/>
          </a:ln>
        </p:spPr>
      </p:pic>
      <p:sp>
        <p:nvSpPr>
          <p:cNvPr id="5124" name="Rectangle 4"/>
          <p:cNvSpPr>
            <a:spLocks noGrp="1" noChangeArrowheads="1"/>
          </p:cNvSpPr>
          <p:nvPr>
            <p:ph type="title"/>
          </p:nvPr>
        </p:nvSpPr>
        <p:spPr bwMode="auto">
          <a:xfrm>
            <a:off x="3573463" y="381000"/>
            <a:ext cx="5318125"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5125" name="Rectangle 5"/>
          <p:cNvSpPr>
            <a:spLocks noGrp="1" noChangeArrowheads="1"/>
          </p:cNvSpPr>
          <p:nvPr>
            <p:ph type="body" idx="1"/>
          </p:nvPr>
        </p:nvSpPr>
        <p:spPr bwMode="auto">
          <a:xfrm>
            <a:off x="3573463" y="1389063"/>
            <a:ext cx="5318125" cy="4703762"/>
          </a:xfrm>
          <a:prstGeom prst="rect">
            <a:avLst/>
          </a:prstGeom>
          <a:noFill/>
          <a:ln w="9525">
            <a:noFill/>
            <a:miter lim="800000"/>
            <a:headEnd/>
            <a:tailEnd/>
          </a:ln>
        </p:spPr>
        <p:txBody>
          <a:bodyPr vert="horz" wrap="square" lIns="91440" tIns="4788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p:txBody>
      </p:sp>
      <p:sp>
        <p:nvSpPr>
          <p:cNvPr id="32774"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3DE53864-5054-476C-A4F1-3669C95610E2}" type="slidenum">
              <a:rPr lang="nb-NO"/>
              <a:pPr>
                <a:defRPr/>
              </a:pPr>
              <a:t>‹#›</a:t>
            </a:fld>
            <a:endParaRPr lang="nb-NO"/>
          </a:p>
        </p:txBody>
      </p:sp>
      <p:sp>
        <p:nvSpPr>
          <p:cNvPr id="32775" name="Rectangle 7"/>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
        <p:nvSpPr>
          <p:cNvPr id="32784" name="Text Box 16"/>
          <p:cNvSpPr txBox="1">
            <a:spLocks noChangeArrowheads="1"/>
          </p:cNvSpPr>
          <p:nvPr/>
        </p:nvSpPr>
        <p:spPr bwMode="auto">
          <a:xfrm>
            <a:off x="161925" y="1389063"/>
            <a:ext cx="3321050" cy="4902200"/>
          </a:xfrm>
          <a:prstGeom prst="rect">
            <a:avLst/>
          </a:prstGeom>
          <a:noFill/>
          <a:ln w="9525">
            <a:noFill/>
            <a:miter lim="800000"/>
            <a:headEnd/>
            <a:tailEnd/>
          </a:ln>
          <a:effectLst/>
        </p:spPr>
        <p:txBody>
          <a:bodyPr/>
          <a:lstStyle/>
          <a:p>
            <a:pPr>
              <a:spcBef>
                <a:spcPct val="50000"/>
              </a:spcBef>
              <a:defRPr/>
            </a:pPr>
            <a:endParaRPr lang="en-US"/>
          </a:p>
        </p:txBody>
      </p:sp>
      <p:sp>
        <p:nvSpPr>
          <p:cNvPr id="32788" name="Rectangle 20"/>
          <p:cNvSpPr>
            <a:spLocks noChangeArrowheads="1"/>
          </p:cNvSpPr>
          <p:nvPr/>
        </p:nvSpPr>
        <p:spPr bwMode="auto">
          <a:xfrm>
            <a:off x="161925" y="1384300"/>
            <a:ext cx="3321050" cy="4905375"/>
          </a:xfrm>
          <a:prstGeom prst="rect">
            <a:avLst/>
          </a:prstGeom>
          <a:solidFill>
            <a:schemeClr val="bg1"/>
          </a:solidFill>
          <a:ln w="9525">
            <a:noFill/>
            <a:miter lim="800000"/>
            <a:headEnd/>
            <a:tailEnd/>
          </a:ln>
          <a:effectLst/>
        </p:spPr>
        <p:txBody>
          <a:bodyPr wrap="none" anchor="ctr"/>
          <a:lstStyle/>
          <a:p>
            <a:pPr>
              <a:defRPr/>
            </a:pPr>
            <a:endParaRPr lang="nb-NO"/>
          </a:p>
        </p:txBody>
      </p:sp>
    </p:spTree>
  </p:cSld>
  <p:clrMap bg1="lt1" tx1="dk1" bg2="lt2" tx2="dk2" accent1="accent1" accent2="accent2" accent3="accent3" accent4="accent4" accent5="accent5" accent6="accent6" hlink="hlink" folHlink="folHlink"/>
  <p:sldLayoutIdLst>
    <p:sldLayoutId id="2147483836"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176213" indent="-176213" algn="l" rtl="0" eaLnBrk="0" fontAlgn="base" hangingPunct="0">
        <a:spcBef>
          <a:spcPct val="20000"/>
        </a:spcBef>
        <a:spcAft>
          <a:spcPct val="30000"/>
        </a:spcAft>
        <a:buChar char="•"/>
        <a:defRPr sz="2000">
          <a:solidFill>
            <a:schemeClr val="tx1"/>
          </a:solidFill>
          <a:latin typeface="+mn-lt"/>
          <a:ea typeface="+mn-ea"/>
          <a:cs typeface="+mn-cs"/>
        </a:defRPr>
      </a:lvl1pPr>
      <a:lvl2pPr marL="550863" indent="-195263" algn="l" rtl="0" eaLnBrk="0" fontAlgn="base" hangingPunct="0">
        <a:spcBef>
          <a:spcPct val="20000"/>
        </a:spcBef>
        <a:spcAft>
          <a:spcPct val="20000"/>
        </a:spcAft>
        <a:buChar char="•"/>
        <a:defRPr sz="2800" i="1">
          <a:solidFill>
            <a:schemeClr val="tx1"/>
          </a:solidFill>
          <a:latin typeface="+mn-lt"/>
        </a:defRPr>
      </a:lvl2pPr>
      <a:lvl3pPr marL="892175" indent="-161925" algn="l" rtl="0" eaLnBrk="0" fontAlgn="base" hangingPunct="0">
        <a:spcBef>
          <a:spcPct val="20000"/>
        </a:spcBef>
        <a:spcAft>
          <a:spcPct val="0"/>
        </a:spcAft>
        <a:buChar char="•"/>
        <a:defRPr sz="1600">
          <a:solidFill>
            <a:schemeClr val="tx1"/>
          </a:solidFill>
          <a:latin typeface="+mn-lt"/>
        </a:defRPr>
      </a:lvl3pPr>
      <a:lvl4pPr marL="1247775" indent="-174625" algn="l" rtl="0" eaLnBrk="0" fontAlgn="base" hangingPunct="0">
        <a:spcBef>
          <a:spcPct val="20000"/>
        </a:spcBef>
        <a:spcAft>
          <a:spcPct val="0"/>
        </a:spcAft>
        <a:buChar char="•"/>
        <a:defRPr sz="1400">
          <a:solidFill>
            <a:schemeClr val="tx1"/>
          </a:solidFill>
          <a:latin typeface="+mn-lt"/>
        </a:defRPr>
      </a:lvl4pPr>
      <a:lvl5pPr marL="1617663" indent="-190500" algn="l" rtl="0" eaLnBrk="0" fontAlgn="base" hangingPunct="0">
        <a:spcBef>
          <a:spcPct val="20000"/>
        </a:spcBef>
        <a:spcAft>
          <a:spcPct val="0"/>
        </a:spcAft>
        <a:buChar char="•"/>
        <a:defRPr sz="1400">
          <a:solidFill>
            <a:schemeClr val="tx1"/>
          </a:solidFill>
          <a:latin typeface="+mn-lt"/>
        </a:defRPr>
      </a:lvl5pPr>
      <a:lvl6pPr marL="2074863" indent="-190500" algn="l" rtl="0" fontAlgn="base">
        <a:spcBef>
          <a:spcPct val="20000"/>
        </a:spcBef>
        <a:spcAft>
          <a:spcPct val="0"/>
        </a:spcAft>
        <a:buChar char="•"/>
        <a:defRPr sz="1400">
          <a:solidFill>
            <a:schemeClr val="tx1"/>
          </a:solidFill>
          <a:latin typeface="+mn-lt"/>
        </a:defRPr>
      </a:lvl6pPr>
      <a:lvl7pPr marL="2532063" indent="-190500" algn="l" rtl="0" fontAlgn="base">
        <a:spcBef>
          <a:spcPct val="20000"/>
        </a:spcBef>
        <a:spcAft>
          <a:spcPct val="0"/>
        </a:spcAft>
        <a:buChar char="•"/>
        <a:defRPr sz="1400">
          <a:solidFill>
            <a:schemeClr val="tx1"/>
          </a:solidFill>
          <a:latin typeface="+mn-lt"/>
        </a:defRPr>
      </a:lvl7pPr>
      <a:lvl8pPr marL="2989263" indent="-190500" algn="l" rtl="0" fontAlgn="base">
        <a:spcBef>
          <a:spcPct val="20000"/>
        </a:spcBef>
        <a:spcAft>
          <a:spcPct val="0"/>
        </a:spcAft>
        <a:buChar char="•"/>
        <a:defRPr sz="1400">
          <a:solidFill>
            <a:schemeClr val="tx1"/>
          </a:solidFill>
          <a:latin typeface="+mn-lt"/>
        </a:defRPr>
      </a:lvl8pPr>
      <a:lvl9pPr marL="3446463" indent="-190500" algn="l" rtl="0" fontAlgn="base">
        <a:spcBef>
          <a:spcPct val="20000"/>
        </a:spcBef>
        <a:spcAft>
          <a:spcPct val="0"/>
        </a:spcAft>
        <a:buChar char="•"/>
        <a:defRPr sz="1400">
          <a:solidFill>
            <a:schemeClr val="tx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6146" name="Picture 7" descr="white-blue-vertical"/>
          <p:cNvPicPr>
            <a:picLocks noChangeAspect="1" noChangeArrowheads="1"/>
          </p:cNvPicPr>
          <p:nvPr/>
        </p:nvPicPr>
        <p:blipFill>
          <a:blip r:embed="rId13" cstate="print"/>
          <a:srcRect/>
          <a:stretch>
            <a:fillRect/>
          </a:stretch>
        </p:blipFill>
        <p:spPr bwMode="auto">
          <a:xfrm>
            <a:off x="3575050" y="1389063"/>
            <a:ext cx="5568950" cy="4892675"/>
          </a:xfrm>
          <a:prstGeom prst="rect">
            <a:avLst/>
          </a:prstGeom>
          <a:noFill/>
          <a:ln w="9525">
            <a:noFill/>
            <a:miter lim="800000"/>
            <a:headEnd/>
            <a:tailEnd/>
          </a:ln>
        </p:spPr>
      </p:pic>
      <p:pic>
        <p:nvPicPr>
          <p:cNvPr id="6147" name="Picture 2" descr="footer"/>
          <p:cNvPicPr>
            <a:picLocks noChangeAspect="1" noChangeArrowheads="1"/>
          </p:cNvPicPr>
          <p:nvPr/>
        </p:nvPicPr>
        <p:blipFill>
          <a:blip r:embed="rId14" cstate="print"/>
          <a:srcRect/>
          <a:stretch>
            <a:fillRect/>
          </a:stretch>
        </p:blipFill>
        <p:spPr bwMode="auto">
          <a:xfrm>
            <a:off x="0" y="6296025"/>
            <a:ext cx="9144000" cy="561975"/>
          </a:xfrm>
          <a:prstGeom prst="rect">
            <a:avLst/>
          </a:prstGeom>
          <a:noFill/>
          <a:ln w="9525">
            <a:noFill/>
            <a:miter lim="800000"/>
            <a:headEnd/>
            <a:tailEnd/>
          </a:ln>
        </p:spPr>
      </p:pic>
      <p:sp>
        <p:nvSpPr>
          <p:cNvPr id="6148" name="Rectangle 3"/>
          <p:cNvSpPr>
            <a:spLocks noGrp="1" noChangeArrowheads="1"/>
          </p:cNvSpPr>
          <p:nvPr>
            <p:ph type="title"/>
          </p:nvPr>
        </p:nvSpPr>
        <p:spPr bwMode="auto">
          <a:xfrm>
            <a:off x="3573463" y="381000"/>
            <a:ext cx="5318125"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6149" name="Rectangle 4"/>
          <p:cNvSpPr>
            <a:spLocks noGrp="1" noChangeArrowheads="1"/>
          </p:cNvSpPr>
          <p:nvPr>
            <p:ph type="body" idx="1"/>
          </p:nvPr>
        </p:nvSpPr>
        <p:spPr bwMode="auto">
          <a:xfrm>
            <a:off x="3573463" y="1389063"/>
            <a:ext cx="5318125" cy="4703762"/>
          </a:xfrm>
          <a:prstGeom prst="rect">
            <a:avLst/>
          </a:prstGeom>
          <a:noFill/>
          <a:ln w="9525">
            <a:noFill/>
            <a:miter lim="800000"/>
            <a:headEnd/>
            <a:tailEnd/>
          </a:ln>
        </p:spPr>
        <p:txBody>
          <a:bodyPr vert="horz" wrap="square" lIns="91440" tIns="1620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a:p>
            <a:pPr lvl="4"/>
            <a:endParaRPr lang="nb-NO" smtClean="0"/>
          </a:p>
        </p:txBody>
      </p:sp>
      <p:sp>
        <p:nvSpPr>
          <p:cNvPr id="125957" name="Rectangle 5"/>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BC902AAA-1DA2-4317-9FA0-767160AF0734}" type="slidenum">
              <a:rPr lang="nb-NO"/>
              <a:pPr>
                <a:defRPr/>
              </a:pPr>
              <a:t>‹#›</a:t>
            </a:fld>
            <a:endParaRPr lang="nb-NO"/>
          </a:p>
        </p:txBody>
      </p:sp>
      <p:sp>
        <p:nvSpPr>
          <p:cNvPr id="125958" name="Rectangle 6"/>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
        <p:nvSpPr>
          <p:cNvPr id="125961" name="Rectangle 9"/>
          <p:cNvSpPr>
            <a:spLocks noChangeArrowheads="1"/>
          </p:cNvSpPr>
          <p:nvPr/>
        </p:nvSpPr>
        <p:spPr bwMode="auto">
          <a:xfrm>
            <a:off x="161925" y="1384300"/>
            <a:ext cx="3321050" cy="4905375"/>
          </a:xfrm>
          <a:prstGeom prst="rect">
            <a:avLst/>
          </a:prstGeom>
          <a:solidFill>
            <a:schemeClr val="bg1"/>
          </a:solidFill>
          <a:ln w="9525">
            <a:noFill/>
            <a:miter lim="800000"/>
            <a:headEnd/>
            <a:tailEnd/>
          </a:ln>
          <a:effectLst/>
        </p:spPr>
        <p:txBody>
          <a:bodyPr wrap="none" anchor="ctr"/>
          <a:lstStyle/>
          <a:p>
            <a:pPr>
              <a:defRPr/>
            </a:pPr>
            <a:endParaRPr lang="nb-NO"/>
          </a:p>
        </p:txBody>
      </p:sp>
    </p:spTree>
  </p:cSld>
  <p:clrMap bg1="lt1" tx1="dk1" bg2="lt2" tx2="dk2" accent1="accent1" accent2="accent2" accent3="accent3" accent4="accent4" accent5="accent5" accent6="accent6" hlink="hlink" folHlink="folHlink"/>
  <p:sldLayoutIdLst>
    <p:sldLayoutId id="2147483837" r:id="rId1"/>
    <p:sldLayoutId id="2147483802" r:id="rId2"/>
    <p:sldLayoutId id="2147483803" r:id="rId3"/>
    <p:sldLayoutId id="2147483804" r:id="rId4"/>
    <p:sldLayoutId id="2147483805" r:id="rId5"/>
    <p:sldLayoutId id="2147483806" r:id="rId6"/>
    <p:sldLayoutId id="2147483807" r:id="rId7"/>
    <p:sldLayoutId id="2147483808" r:id="rId8"/>
    <p:sldLayoutId id="2147483809" r:id="rId9"/>
    <p:sldLayoutId id="2147483810" r:id="rId10"/>
    <p:sldLayoutId id="214748381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96838" indent="-96838" algn="l" rtl="0" eaLnBrk="0" fontAlgn="base" hangingPunct="0">
        <a:spcBef>
          <a:spcPct val="20000"/>
        </a:spcBef>
        <a:spcAft>
          <a:spcPct val="0"/>
        </a:spcAft>
        <a:buChar char="•"/>
        <a:defRPr sz="1600">
          <a:solidFill>
            <a:schemeClr val="tx1"/>
          </a:solidFill>
          <a:latin typeface="+mn-lt"/>
          <a:ea typeface="+mn-ea"/>
          <a:cs typeface="+mn-cs"/>
        </a:defRPr>
      </a:lvl1pPr>
      <a:lvl2pPr marL="350838" indent="-74613" algn="l" rtl="0" eaLnBrk="0" fontAlgn="base" hangingPunct="0">
        <a:spcBef>
          <a:spcPct val="20000"/>
        </a:spcBef>
        <a:spcAft>
          <a:spcPct val="0"/>
        </a:spcAft>
        <a:buChar char="•"/>
        <a:defRPr sz="1600" i="1">
          <a:solidFill>
            <a:schemeClr val="tx1"/>
          </a:solidFill>
          <a:latin typeface="+mn-lt"/>
        </a:defRPr>
      </a:lvl2pPr>
      <a:lvl3pPr marL="609600" indent="-79375" algn="l" rtl="0" eaLnBrk="0" fontAlgn="base" hangingPunct="0">
        <a:spcBef>
          <a:spcPct val="20000"/>
        </a:spcBef>
        <a:spcAft>
          <a:spcPct val="0"/>
        </a:spcAft>
        <a:buChar char="•"/>
        <a:defRPr sz="1600">
          <a:solidFill>
            <a:schemeClr val="tx1"/>
          </a:solidFill>
          <a:latin typeface="+mn-lt"/>
        </a:defRPr>
      </a:lvl3pPr>
      <a:lvl4pPr marL="885825" indent="-96838" algn="l" rtl="0" eaLnBrk="0" fontAlgn="base" hangingPunct="0">
        <a:spcBef>
          <a:spcPct val="20000"/>
        </a:spcBef>
        <a:spcAft>
          <a:spcPct val="0"/>
        </a:spcAft>
        <a:buChar char="•"/>
        <a:defRPr sz="1400">
          <a:solidFill>
            <a:schemeClr val="tx1"/>
          </a:solidFill>
          <a:latin typeface="+mn-lt"/>
        </a:defRPr>
      </a:lvl4pPr>
      <a:lvl5pPr marL="1128713" indent="-63500" algn="l" rtl="0" eaLnBrk="0" fontAlgn="base" hangingPunct="0">
        <a:spcBef>
          <a:spcPct val="20000"/>
        </a:spcBef>
        <a:spcAft>
          <a:spcPct val="0"/>
        </a:spcAft>
        <a:buChar char="•"/>
        <a:defRPr sz="1400">
          <a:solidFill>
            <a:schemeClr val="tx1"/>
          </a:solidFill>
          <a:latin typeface="+mn-lt"/>
        </a:defRPr>
      </a:lvl5pPr>
      <a:lvl6pPr marL="1585913" indent="-63500" algn="l" rtl="0" fontAlgn="base">
        <a:spcBef>
          <a:spcPct val="20000"/>
        </a:spcBef>
        <a:spcAft>
          <a:spcPct val="0"/>
        </a:spcAft>
        <a:buChar char="•"/>
        <a:defRPr sz="1400">
          <a:solidFill>
            <a:schemeClr val="tx1"/>
          </a:solidFill>
          <a:latin typeface="+mn-lt"/>
        </a:defRPr>
      </a:lvl6pPr>
      <a:lvl7pPr marL="2043113" indent="-63500" algn="l" rtl="0" fontAlgn="base">
        <a:spcBef>
          <a:spcPct val="20000"/>
        </a:spcBef>
        <a:spcAft>
          <a:spcPct val="0"/>
        </a:spcAft>
        <a:buChar char="•"/>
        <a:defRPr sz="1400">
          <a:solidFill>
            <a:schemeClr val="tx1"/>
          </a:solidFill>
          <a:latin typeface="+mn-lt"/>
        </a:defRPr>
      </a:lvl7pPr>
      <a:lvl8pPr marL="2500313" indent="-63500" algn="l" rtl="0" fontAlgn="base">
        <a:spcBef>
          <a:spcPct val="20000"/>
        </a:spcBef>
        <a:spcAft>
          <a:spcPct val="0"/>
        </a:spcAft>
        <a:buChar char="•"/>
        <a:defRPr sz="1400">
          <a:solidFill>
            <a:schemeClr val="tx1"/>
          </a:solidFill>
          <a:latin typeface="+mn-lt"/>
        </a:defRPr>
      </a:lvl8pPr>
      <a:lvl9pPr marL="2957513" indent="-63500" algn="l" rtl="0" fontAlgn="base">
        <a:spcBef>
          <a:spcPct val="20000"/>
        </a:spcBef>
        <a:spcAft>
          <a:spcPct val="0"/>
        </a:spcAft>
        <a:buChar char="•"/>
        <a:defRPr sz="1400">
          <a:solidFill>
            <a:schemeClr val="tx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19819" name="Rectangle 11"/>
          <p:cNvSpPr>
            <a:spLocks noChangeArrowheads="1"/>
          </p:cNvSpPr>
          <p:nvPr/>
        </p:nvSpPr>
        <p:spPr bwMode="auto">
          <a:xfrm>
            <a:off x="3573463" y="1384300"/>
            <a:ext cx="5570537" cy="4905375"/>
          </a:xfrm>
          <a:prstGeom prst="rect">
            <a:avLst/>
          </a:prstGeom>
          <a:solidFill>
            <a:schemeClr val="tx1"/>
          </a:solidFill>
          <a:ln w="9525">
            <a:noFill/>
            <a:miter lim="800000"/>
            <a:headEnd/>
            <a:tailEnd/>
          </a:ln>
          <a:effectLst/>
        </p:spPr>
        <p:txBody>
          <a:bodyPr wrap="none" anchor="ctr"/>
          <a:lstStyle/>
          <a:p>
            <a:pPr>
              <a:defRPr/>
            </a:pPr>
            <a:endParaRPr lang="nb-NO"/>
          </a:p>
        </p:txBody>
      </p:sp>
      <p:pic>
        <p:nvPicPr>
          <p:cNvPr id="7171" name="Picture 3" descr="footer"/>
          <p:cNvPicPr>
            <a:picLocks noChangeAspect="1" noChangeArrowheads="1"/>
          </p:cNvPicPr>
          <p:nvPr/>
        </p:nvPicPr>
        <p:blipFill>
          <a:blip r:embed="rId13" cstate="print"/>
          <a:srcRect/>
          <a:stretch>
            <a:fillRect/>
          </a:stretch>
        </p:blipFill>
        <p:spPr bwMode="auto">
          <a:xfrm>
            <a:off x="0" y="6296025"/>
            <a:ext cx="9144000" cy="561975"/>
          </a:xfrm>
          <a:prstGeom prst="rect">
            <a:avLst/>
          </a:prstGeom>
          <a:noFill/>
          <a:ln w="9525">
            <a:noFill/>
            <a:miter lim="800000"/>
            <a:headEnd/>
            <a:tailEnd/>
          </a:ln>
        </p:spPr>
      </p:pic>
      <p:sp>
        <p:nvSpPr>
          <p:cNvPr id="7172" name="Rectangle 4"/>
          <p:cNvSpPr>
            <a:spLocks noGrp="1" noChangeArrowheads="1"/>
          </p:cNvSpPr>
          <p:nvPr>
            <p:ph type="title"/>
          </p:nvPr>
        </p:nvSpPr>
        <p:spPr bwMode="auto">
          <a:xfrm>
            <a:off x="3573463" y="381000"/>
            <a:ext cx="5318125"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7173" name="Rectangle 5"/>
          <p:cNvSpPr>
            <a:spLocks noGrp="1" noChangeArrowheads="1"/>
          </p:cNvSpPr>
          <p:nvPr>
            <p:ph type="body" idx="1"/>
          </p:nvPr>
        </p:nvSpPr>
        <p:spPr bwMode="auto">
          <a:xfrm>
            <a:off x="3573463" y="1389063"/>
            <a:ext cx="5318125" cy="4703762"/>
          </a:xfrm>
          <a:prstGeom prst="rect">
            <a:avLst/>
          </a:prstGeom>
          <a:noFill/>
          <a:ln w="9525">
            <a:noFill/>
            <a:miter lim="800000"/>
            <a:headEnd/>
            <a:tailEnd/>
          </a:ln>
        </p:spPr>
        <p:txBody>
          <a:bodyPr vert="horz" wrap="square" lIns="91440" tIns="4788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a:p>
            <a:pPr lvl="4"/>
            <a:endParaRPr lang="nb-NO" smtClean="0"/>
          </a:p>
        </p:txBody>
      </p:sp>
      <p:sp>
        <p:nvSpPr>
          <p:cNvPr id="119814"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7664115D-E3D7-4B0A-BAF9-B4C049467BCB}" type="slidenum">
              <a:rPr lang="nb-NO"/>
              <a:pPr>
                <a:defRPr/>
              </a:pPr>
              <a:t>‹#›</a:t>
            </a:fld>
            <a:endParaRPr lang="nb-NO"/>
          </a:p>
        </p:txBody>
      </p:sp>
      <p:sp>
        <p:nvSpPr>
          <p:cNvPr id="119815" name="Rectangle 7"/>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
        <p:nvSpPr>
          <p:cNvPr id="119816" name="Text Box 8"/>
          <p:cNvSpPr txBox="1">
            <a:spLocks noChangeArrowheads="1"/>
          </p:cNvSpPr>
          <p:nvPr/>
        </p:nvSpPr>
        <p:spPr bwMode="auto">
          <a:xfrm>
            <a:off x="161925" y="1389063"/>
            <a:ext cx="3321050" cy="4902200"/>
          </a:xfrm>
          <a:prstGeom prst="rect">
            <a:avLst/>
          </a:prstGeom>
          <a:noFill/>
          <a:ln w="9525">
            <a:noFill/>
            <a:miter lim="800000"/>
            <a:headEnd/>
            <a:tailEnd/>
          </a:ln>
          <a:effectLst/>
        </p:spPr>
        <p:txBody>
          <a:bodyPr/>
          <a:lstStyle/>
          <a:p>
            <a:pPr>
              <a:spcBef>
                <a:spcPct val="50000"/>
              </a:spcBef>
              <a:defRPr/>
            </a:pPr>
            <a:endParaRPr lang="en-US"/>
          </a:p>
        </p:txBody>
      </p:sp>
      <p:sp>
        <p:nvSpPr>
          <p:cNvPr id="119817" name="Rectangle 9"/>
          <p:cNvSpPr>
            <a:spLocks noChangeArrowheads="1"/>
          </p:cNvSpPr>
          <p:nvPr/>
        </p:nvSpPr>
        <p:spPr bwMode="auto">
          <a:xfrm>
            <a:off x="161925" y="1384300"/>
            <a:ext cx="3321050" cy="4905375"/>
          </a:xfrm>
          <a:prstGeom prst="rect">
            <a:avLst/>
          </a:prstGeom>
          <a:solidFill>
            <a:schemeClr val="bg1"/>
          </a:solidFill>
          <a:ln w="9525">
            <a:noFill/>
            <a:miter lim="800000"/>
            <a:headEnd/>
            <a:tailEnd/>
          </a:ln>
          <a:effectLst/>
        </p:spPr>
        <p:txBody>
          <a:bodyPr wrap="none" anchor="ctr"/>
          <a:lstStyle/>
          <a:p>
            <a:pPr>
              <a:defRPr/>
            </a:pPr>
            <a:endParaRPr lang="nb-NO"/>
          </a:p>
        </p:txBody>
      </p:sp>
    </p:spTree>
  </p:cSld>
  <p:clrMap bg1="lt1" tx1="dk1" bg2="lt2" tx2="dk2" accent1="accent1" accent2="accent2" accent3="accent3" accent4="accent4" accent5="accent5" accent6="accent6" hlink="hlink" folHlink="folHlink"/>
  <p:sldLayoutIdLst>
    <p:sldLayoutId id="2147483838"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176213" indent="-176213" algn="l" rtl="0" eaLnBrk="0" fontAlgn="base" hangingPunct="0">
        <a:spcBef>
          <a:spcPct val="20000"/>
        </a:spcBef>
        <a:spcAft>
          <a:spcPct val="30000"/>
        </a:spcAft>
        <a:buChar char="•"/>
        <a:defRPr sz="2000">
          <a:solidFill>
            <a:schemeClr val="bg1"/>
          </a:solidFill>
          <a:latin typeface="+mn-lt"/>
          <a:ea typeface="+mn-ea"/>
          <a:cs typeface="+mn-cs"/>
        </a:defRPr>
      </a:lvl1pPr>
      <a:lvl2pPr marL="550863" indent="-195263" algn="l" rtl="0" eaLnBrk="0" fontAlgn="base" hangingPunct="0">
        <a:spcBef>
          <a:spcPct val="20000"/>
        </a:spcBef>
        <a:spcAft>
          <a:spcPct val="20000"/>
        </a:spcAft>
        <a:buChar char="•"/>
        <a:defRPr sz="2800" i="1">
          <a:solidFill>
            <a:schemeClr val="bg1"/>
          </a:solidFill>
          <a:latin typeface="+mn-lt"/>
        </a:defRPr>
      </a:lvl2pPr>
      <a:lvl3pPr marL="892175" indent="-161925" algn="l" rtl="0" eaLnBrk="0" fontAlgn="base" hangingPunct="0">
        <a:spcBef>
          <a:spcPct val="20000"/>
        </a:spcBef>
        <a:spcAft>
          <a:spcPct val="0"/>
        </a:spcAft>
        <a:buChar char="•"/>
        <a:defRPr sz="1600">
          <a:solidFill>
            <a:schemeClr val="bg1"/>
          </a:solidFill>
          <a:latin typeface="+mn-lt"/>
        </a:defRPr>
      </a:lvl3pPr>
      <a:lvl4pPr marL="1247775" indent="-174625" algn="l" rtl="0" eaLnBrk="0" fontAlgn="base" hangingPunct="0">
        <a:spcBef>
          <a:spcPct val="20000"/>
        </a:spcBef>
        <a:spcAft>
          <a:spcPct val="0"/>
        </a:spcAft>
        <a:buChar char="•"/>
        <a:defRPr sz="1400">
          <a:solidFill>
            <a:schemeClr val="bg1"/>
          </a:solidFill>
          <a:latin typeface="+mn-lt"/>
        </a:defRPr>
      </a:lvl4pPr>
      <a:lvl5pPr marL="1617663" indent="-190500" algn="l" rtl="0" eaLnBrk="0" fontAlgn="base" hangingPunct="0">
        <a:spcBef>
          <a:spcPct val="20000"/>
        </a:spcBef>
        <a:spcAft>
          <a:spcPct val="0"/>
        </a:spcAft>
        <a:buChar char="•"/>
        <a:defRPr sz="1400">
          <a:solidFill>
            <a:schemeClr val="bg1"/>
          </a:solidFill>
          <a:latin typeface="+mn-lt"/>
        </a:defRPr>
      </a:lvl5pPr>
      <a:lvl6pPr marL="2074863" indent="-190500" algn="l" rtl="0" fontAlgn="base">
        <a:spcBef>
          <a:spcPct val="20000"/>
        </a:spcBef>
        <a:spcAft>
          <a:spcPct val="0"/>
        </a:spcAft>
        <a:buChar char="•"/>
        <a:defRPr sz="1400">
          <a:solidFill>
            <a:schemeClr val="bg1"/>
          </a:solidFill>
          <a:latin typeface="+mn-lt"/>
        </a:defRPr>
      </a:lvl6pPr>
      <a:lvl7pPr marL="2532063" indent="-190500" algn="l" rtl="0" fontAlgn="base">
        <a:spcBef>
          <a:spcPct val="20000"/>
        </a:spcBef>
        <a:spcAft>
          <a:spcPct val="0"/>
        </a:spcAft>
        <a:buChar char="•"/>
        <a:defRPr sz="1400">
          <a:solidFill>
            <a:schemeClr val="bg1"/>
          </a:solidFill>
          <a:latin typeface="+mn-lt"/>
        </a:defRPr>
      </a:lvl7pPr>
      <a:lvl8pPr marL="2989263" indent="-190500" algn="l" rtl="0" fontAlgn="base">
        <a:spcBef>
          <a:spcPct val="20000"/>
        </a:spcBef>
        <a:spcAft>
          <a:spcPct val="0"/>
        </a:spcAft>
        <a:buChar char="•"/>
        <a:defRPr sz="1400">
          <a:solidFill>
            <a:schemeClr val="bg1"/>
          </a:solidFill>
          <a:latin typeface="+mn-lt"/>
        </a:defRPr>
      </a:lvl8pPr>
      <a:lvl9pPr marL="3446463" indent="-190500" algn="l" rtl="0" fontAlgn="base">
        <a:spcBef>
          <a:spcPct val="20000"/>
        </a:spcBef>
        <a:spcAft>
          <a:spcPct val="0"/>
        </a:spcAft>
        <a:buChar char="•"/>
        <a:defRPr sz="1400">
          <a:solidFill>
            <a:schemeClr val="bg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28009" name="Rectangle 9"/>
          <p:cNvSpPr>
            <a:spLocks noChangeArrowheads="1"/>
          </p:cNvSpPr>
          <p:nvPr/>
        </p:nvSpPr>
        <p:spPr bwMode="auto">
          <a:xfrm>
            <a:off x="3573463" y="1384300"/>
            <a:ext cx="5570537" cy="4905375"/>
          </a:xfrm>
          <a:prstGeom prst="rect">
            <a:avLst/>
          </a:prstGeom>
          <a:solidFill>
            <a:schemeClr val="tx1"/>
          </a:solidFill>
          <a:ln w="9525">
            <a:noFill/>
            <a:miter lim="800000"/>
            <a:headEnd/>
            <a:tailEnd/>
          </a:ln>
          <a:effectLst/>
        </p:spPr>
        <p:txBody>
          <a:bodyPr wrap="none" anchor="ctr"/>
          <a:lstStyle/>
          <a:p>
            <a:pPr>
              <a:defRPr/>
            </a:pPr>
            <a:endParaRPr lang="nb-NO"/>
          </a:p>
        </p:txBody>
      </p:sp>
      <p:pic>
        <p:nvPicPr>
          <p:cNvPr id="8195" name="Picture 3" descr="footer"/>
          <p:cNvPicPr>
            <a:picLocks noChangeAspect="1" noChangeArrowheads="1"/>
          </p:cNvPicPr>
          <p:nvPr/>
        </p:nvPicPr>
        <p:blipFill>
          <a:blip r:embed="rId13" cstate="print"/>
          <a:srcRect/>
          <a:stretch>
            <a:fillRect/>
          </a:stretch>
        </p:blipFill>
        <p:spPr bwMode="auto">
          <a:xfrm>
            <a:off x="0" y="6296025"/>
            <a:ext cx="9144000" cy="561975"/>
          </a:xfrm>
          <a:prstGeom prst="rect">
            <a:avLst/>
          </a:prstGeom>
          <a:noFill/>
          <a:ln w="9525">
            <a:noFill/>
            <a:miter lim="800000"/>
            <a:headEnd/>
            <a:tailEnd/>
          </a:ln>
        </p:spPr>
      </p:pic>
      <p:sp>
        <p:nvSpPr>
          <p:cNvPr id="8196" name="Rectangle 4"/>
          <p:cNvSpPr>
            <a:spLocks noGrp="1" noChangeArrowheads="1"/>
          </p:cNvSpPr>
          <p:nvPr>
            <p:ph type="title"/>
          </p:nvPr>
        </p:nvSpPr>
        <p:spPr bwMode="auto">
          <a:xfrm>
            <a:off x="3573463" y="381000"/>
            <a:ext cx="5318125"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nb-NO" smtClean="0"/>
              <a:t>Click to edit Master title style</a:t>
            </a:r>
          </a:p>
        </p:txBody>
      </p:sp>
      <p:sp>
        <p:nvSpPr>
          <p:cNvPr id="8197" name="Rectangle 5"/>
          <p:cNvSpPr>
            <a:spLocks noGrp="1" noChangeArrowheads="1"/>
          </p:cNvSpPr>
          <p:nvPr>
            <p:ph type="body" idx="1"/>
          </p:nvPr>
        </p:nvSpPr>
        <p:spPr bwMode="auto">
          <a:xfrm>
            <a:off x="3573463" y="1389063"/>
            <a:ext cx="5318125" cy="4703762"/>
          </a:xfrm>
          <a:prstGeom prst="rect">
            <a:avLst/>
          </a:prstGeom>
          <a:noFill/>
          <a:ln w="9525">
            <a:noFill/>
            <a:miter lim="800000"/>
            <a:headEnd/>
            <a:tailEnd/>
          </a:ln>
        </p:spPr>
        <p:txBody>
          <a:bodyPr vert="horz" wrap="square" lIns="91440" tIns="162000" rIns="91440" bIns="45720" numCol="1" anchor="t" anchorCtr="0" compatLnSpc="1">
            <a:prstTxWarp prst="textNoShape">
              <a:avLst/>
            </a:prstTxWarp>
          </a:bodyPr>
          <a:lstStyle/>
          <a:p>
            <a:pPr lvl="0"/>
            <a:r>
              <a:rPr lang="nb-NO" smtClean="0"/>
              <a:t>Click to edit Master text styles</a:t>
            </a:r>
          </a:p>
          <a:p>
            <a:pPr lvl="1"/>
            <a:r>
              <a:rPr lang="nb-NO" smtClean="0"/>
              <a:t>Second level</a:t>
            </a:r>
          </a:p>
          <a:p>
            <a:pPr lvl="2"/>
            <a:r>
              <a:rPr lang="nb-NO" smtClean="0"/>
              <a:t>Third level</a:t>
            </a:r>
          </a:p>
          <a:p>
            <a:pPr lvl="3"/>
            <a:r>
              <a:rPr lang="nb-NO" smtClean="0"/>
              <a:t>Fourth level</a:t>
            </a:r>
          </a:p>
          <a:p>
            <a:pPr lvl="4"/>
            <a:r>
              <a:rPr lang="nb-NO" smtClean="0"/>
              <a:t>Fifth level</a:t>
            </a:r>
          </a:p>
          <a:p>
            <a:pPr lvl="4"/>
            <a:endParaRPr lang="nb-NO" smtClean="0"/>
          </a:p>
        </p:txBody>
      </p:sp>
      <p:sp>
        <p:nvSpPr>
          <p:cNvPr id="128006" name="Rectangle 6"/>
          <p:cNvSpPr>
            <a:spLocks noGrp="1" noChangeArrowheads="1"/>
          </p:cNvSpPr>
          <p:nvPr>
            <p:ph type="sldNum" sz="quarter" idx="4"/>
          </p:nvPr>
        </p:nvSpPr>
        <p:spPr bwMode="auto">
          <a:xfrm>
            <a:off x="8391525" y="6399213"/>
            <a:ext cx="500063" cy="17938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lgn="r">
              <a:defRPr sz="1100" smtClean="0"/>
            </a:lvl1pPr>
          </a:lstStyle>
          <a:p>
            <a:pPr>
              <a:defRPr/>
            </a:pPr>
            <a:fld id="{C6382E2E-F896-49DB-9C5F-C1D5F6B53CD1}" type="slidenum">
              <a:rPr lang="nb-NO"/>
              <a:pPr>
                <a:defRPr/>
              </a:pPr>
              <a:t>‹#›</a:t>
            </a:fld>
            <a:endParaRPr lang="nb-NO"/>
          </a:p>
        </p:txBody>
      </p:sp>
      <p:sp>
        <p:nvSpPr>
          <p:cNvPr id="128007" name="Rectangle 7"/>
          <p:cNvSpPr>
            <a:spLocks noGrp="1" noChangeArrowheads="1"/>
          </p:cNvSpPr>
          <p:nvPr>
            <p:ph type="ftr" sz="quarter" idx="3"/>
          </p:nvPr>
        </p:nvSpPr>
        <p:spPr bwMode="auto">
          <a:xfrm>
            <a:off x="3573463" y="6399213"/>
            <a:ext cx="4818062" cy="179387"/>
          </a:xfrm>
          <a:prstGeom prst="rect">
            <a:avLst/>
          </a:prstGeom>
          <a:noFill/>
          <a:ln w="9525">
            <a:noFill/>
            <a:miter lim="800000"/>
            <a:headEnd/>
            <a:tailEnd/>
          </a:ln>
          <a:effectLst/>
        </p:spPr>
        <p:txBody>
          <a:bodyPr vert="horz" wrap="square" lIns="162000" tIns="45720" rIns="91440" bIns="45720" numCol="1" anchor="ctr" anchorCtr="0" compatLnSpc="1">
            <a:prstTxWarp prst="textNoShape">
              <a:avLst/>
            </a:prstTxWarp>
          </a:bodyPr>
          <a:lstStyle>
            <a:lvl1pPr>
              <a:defRPr sz="1100" smtClean="0"/>
            </a:lvl1pPr>
          </a:lstStyle>
          <a:p>
            <a:pPr>
              <a:defRPr/>
            </a:pPr>
            <a:r>
              <a:rPr lang="en-US" smtClean="0"/>
              <a:t>A case for Open Data</a:t>
            </a:r>
            <a:endParaRPr lang="nb-NO" dirty="0"/>
          </a:p>
        </p:txBody>
      </p:sp>
      <p:sp>
        <p:nvSpPr>
          <p:cNvPr id="128010" name="Rectangle 10"/>
          <p:cNvSpPr>
            <a:spLocks noChangeArrowheads="1"/>
          </p:cNvSpPr>
          <p:nvPr/>
        </p:nvSpPr>
        <p:spPr bwMode="auto">
          <a:xfrm>
            <a:off x="161925" y="1384300"/>
            <a:ext cx="3321050" cy="4905375"/>
          </a:xfrm>
          <a:prstGeom prst="rect">
            <a:avLst/>
          </a:prstGeom>
          <a:solidFill>
            <a:schemeClr val="bg1"/>
          </a:solidFill>
          <a:ln w="9525">
            <a:noFill/>
            <a:miter lim="800000"/>
            <a:headEnd/>
            <a:tailEnd/>
          </a:ln>
          <a:effectLst/>
        </p:spPr>
        <p:txBody>
          <a:bodyPr wrap="none" anchor="ctr"/>
          <a:lstStyle/>
          <a:p>
            <a:pPr>
              <a:defRPr/>
            </a:pPr>
            <a:endParaRPr lang="nb-NO"/>
          </a:p>
        </p:txBody>
      </p:sp>
    </p:spTree>
  </p:cSld>
  <p:clrMap bg1="lt1" tx1="dk1" bg2="lt2" tx2="dk2" accent1="accent1" accent2="accent2" accent3="accent3" accent4="accent4" accent5="accent5" accent6="accent6" hlink="hlink" folHlink="folHlink"/>
  <p:sldLayoutIdLst>
    <p:sldLayoutId id="2147483839" r:id="rId1"/>
    <p:sldLayoutId id="2147483822" r:id="rId2"/>
    <p:sldLayoutId id="2147483823" r:id="rId3"/>
    <p:sldLayoutId id="2147483824" r:id="rId4"/>
    <p:sldLayoutId id="2147483825" r:id="rId5"/>
    <p:sldLayoutId id="2147483826" r:id="rId6"/>
    <p:sldLayoutId id="2147483827" r:id="rId7"/>
    <p:sldLayoutId id="2147483828" r:id="rId8"/>
    <p:sldLayoutId id="2147483829" r:id="rId9"/>
    <p:sldLayoutId id="2147483830" r:id="rId10"/>
    <p:sldLayoutId id="2147483831" r:id="rId11"/>
  </p:sldLayoutIdLst>
  <p:hf hd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Verdana" pitchFamily="34" charset="0"/>
        </a:defRPr>
      </a:lvl2pPr>
      <a:lvl3pPr algn="l" rtl="0" eaLnBrk="0" fontAlgn="base" hangingPunct="0">
        <a:spcBef>
          <a:spcPct val="0"/>
        </a:spcBef>
        <a:spcAft>
          <a:spcPct val="0"/>
        </a:spcAft>
        <a:defRPr sz="3000" b="1">
          <a:solidFill>
            <a:schemeClr val="tx2"/>
          </a:solidFill>
          <a:latin typeface="Verdana" pitchFamily="34" charset="0"/>
        </a:defRPr>
      </a:lvl3pPr>
      <a:lvl4pPr algn="l" rtl="0" eaLnBrk="0" fontAlgn="base" hangingPunct="0">
        <a:spcBef>
          <a:spcPct val="0"/>
        </a:spcBef>
        <a:spcAft>
          <a:spcPct val="0"/>
        </a:spcAft>
        <a:defRPr sz="3000" b="1">
          <a:solidFill>
            <a:schemeClr val="tx2"/>
          </a:solidFill>
          <a:latin typeface="Verdana" pitchFamily="34" charset="0"/>
        </a:defRPr>
      </a:lvl4pPr>
      <a:lvl5pPr algn="l" rtl="0" eaLnBrk="0" fontAlgn="base" hangingPunct="0">
        <a:spcBef>
          <a:spcPct val="0"/>
        </a:spcBef>
        <a:spcAft>
          <a:spcPct val="0"/>
        </a:spcAft>
        <a:defRPr sz="3000" b="1">
          <a:solidFill>
            <a:schemeClr val="tx2"/>
          </a:solidFill>
          <a:latin typeface="Verdana" pitchFamily="34" charset="0"/>
        </a:defRPr>
      </a:lvl5pPr>
      <a:lvl6pPr marL="457200" algn="l" rtl="0" fontAlgn="base">
        <a:spcBef>
          <a:spcPct val="0"/>
        </a:spcBef>
        <a:spcAft>
          <a:spcPct val="0"/>
        </a:spcAft>
        <a:defRPr sz="3000" b="1">
          <a:solidFill>
            <a:schemeClr val="tx2"/>
          </a:solidFill>
          <a:latin typeface="Verdana" pitchFamily="34" charset="0"/>
        </a:defRPr>
      </a:lvl6pPr>
      <a:lvl7pPr marL="914400" algn="l" rtl="0" fontAlgn="base">
        <a:spcBef>
          <a:spcPct val="0"/>
        </a:spcBef>
        <a:spcAft>
          <a:spcPct val="0"/>
        </a:spcAft>
        <a:defRPr sz="3000" b="1">
          <a:solidFill>
            <a:schemeClr val="tx2"/>
          </a:solidFill>
          <a:latin typeface="Verdana" pitchFamily="34" charset="0"/>
        </a:defRPr>
      </a:lvl7pPr>
      <a:lvl8pPr marL="1371600" algn="l" rtl="0" fontAlgn="base">
        <a:spcBef>
          <a:spcPct val="0"/>
        </a:spcBef>
        <a:spcAft>
          <a:spcPct val="0"/>
        </a:spcAft>
        <a:defRPr sz="3000" b="1">
          <a:solidFill>
            <a:schemeClr val="tx2"/>
          </a:solidFill>
          <a:latin typeface="Verdana" pitchFamily="34" charset="0"/>
        </a:defRPr>
      </a:lvl8pPr>
      <a:lvl9pPr marL="1828800" algn="l" rtl="0" fontAlgn="base">
        <a:spcBef>
          <a:spcPct val="0"/>
        </a:spcBef>
        <a:spcAft>
          <a:spcPct val="0"/>
        </a:spcAft>
        <a:defRPr sz="3000" b="1">
          <a:solidFill>
            <a:schemeClr val="tx2"/>
          </a:solidFill>
          <a:latin typeface="Verdana" pitchFamily="34" charset="0"/>
        </a:defRPr>
      </a:lvl9pPr>
    </p:titleStyle>
    <p:bodyStyle>
      <a:lvl1pPr marL="96838" indent="-96838" algn="l" rtl="0" eaLnBrk="0" fontAlgn="base" hangingPunct="0">
        <a:spcBef>
          <a:spcPct val="20000"/>
        </a:spcBef>
        <a:spcAft>
          <a:spcPct val="0"/>
        </a:spcAft>
        <a:buChar char="•"/>
        <a:defRPr sz="1600">
          <a:solidFill>
            <a:schemeClr val="bg1"/>
          </a:solidFill>
          <a:latin typeface="+mn-lt"/>
          <a:ea typeface="+mn-ea"/>
          <a:cs typeface="+mn-cs"/>
        </a:defRPr>
      </a:lvl1pPr>
      <a:lvl2pPr marL="350838" indent="-74613" algn="l" rtl="0" eaLnBrk="0" fontAlgn="base" hangingPunct="0">
        <a:spcBef>
          <a:spcPct val="20000"/>
        </a:spcBef>
        <a:spcAft>
          <a:spcPct val="0"/>
        </a:spcAft>
        <a:buChar char="•"/>
        <a:defRPr sz="1600" i="1">
          <a:solidFill>
            <a:schemeClr val="bg1"/>
          </a:solidFill>
          <a:latin typeface="+mn-lt"/>
        </a:defRPr>
      </a:lvl2pPr>
      <a:lvl3pPr marL="609600" indent="-79375" algn="l" rtl="0" eaLnBrk="0" fontAlgn="base" hangingPunct="0">
        <a:spcBef>
          <a:spcPct val="20000"/>
        </a:spcBef>
        <a:spcAft>
          <a:spcPct val="0"/>
        </a:spcAft>
        <a:buChar char="•"/>
        <a:defRPr sz="1600">
          <a:solidFill>
            <a:schemeClr val="bg1"/>
          </a:solidFill>
          <a:latin typeface="+mn-lt"/>
        </a:defRPr>
      </a:lvl3pPr>
      <a:lvl4pPr marL="885825" indent="-96838" algn="l" rtl="0" eaLnBrk="0" fontAlgn="base" hangingPunct="0">
        <a:spcBef>
          <a:spcPct val="20000"/>
        </a:spcBef>
        <a:spcAft>
          <a:spcPct val="0"/>
        </a:spcAft>
        <a:buChar char="•"/>
        <a:defRPr sz="1400">
          <a:solidFill>
            <a:schemeClr val="bg1"/>
          </a:solidFill>
          <a:latin typeface="+mn-lt"/>
        </a:defRPr>
      </a:lvl4pPr>
      <a:lvl5pPr marL="1128713" indent="-63500" algn="l" rtl="0" eaLnBrk="0" fontAlgn="base" hangingPunct="0">
        <a:spcBef>
          <a:spcPct val="20000"/>
        </a:spcBef>
        <a:spcAft>
          <a:spcPct val="0"/>
        </a:spcAft>
        <a:buChar char="•"/>
        <a:defRPr sz="1400">
          <a:solidFill>
            <a:schemeClr val="bg1"/>
          </a:solidFill>
          <a:latin typeface="+mn-lt"/>
        </a:defRPr>
      </a:lvl5pPr>
      <a:lvl6pPr marL="1585913" indent="-63500" algn="l" rtl="0" fontAlgn="base">
        <a:spcBef>
          <a:spcPct val="20000"/>
        </a:spcBef>
        <a:spcAft>
          <a:spcPct val="0"/>
        </a:spcAft>
        <a:buChar char="•"/>
        <a:defRPr sz="1400">
          <a:solidFill>
            <a:schemeClr val="bg1"/>
          </a:solidFill>
          <a:latin typeface="+mn-lt"/>
        </a:defRPr>
      </a:lvl6pPr>
      <a:lvl7pPr marL="2043113" indent="-63500" algn="l" rtl="0" fontAlgn="base">
        <a:spcBef>
          <a:spcPct val="20000"/>
        </a:spcBef>
        <a:spcAft>
          <a:spcPct val="0"/>
        </a:spcAft>
        <a:buChar char="•"/>
        <a:defRPr sz="1400">
          <a:solidFill>
            <a:schemeClr val="bg1"/>
          </a:solidFill>
          <a:latin typeface="+mn-lt"/>
        </a:defRPr>
      </a:lvl7pPr>
      <a:lvl8pPr marL="2500313" indent="-63500" algn="l" rtl="0" fontAlgn="base">
        <a:spcBef>
          <a:spcPct val="20000"/>
        </a:spcBef>
        <a:spcAft>
          <a:spcPct val="0"/>
        </a:spcAft>
        <a:buChar char="•"/>
        <a:defRPr sz="1400">
          <a:solidFill>
            <a:schemeClr val="bg1"/>
          </a:solidFill>
          <a:latin typeface="+mn-lt"/>
        </a:defRPr>
      </a:lvl8pPr>
      <a:lvl9pPr marL="2957513" indent="-63500" algn="l" rtl="0" fontAlgn="base">
        <a:spcBef>
          <a:spcPct val="20000"/>
        </a:spcBef>
        <a:spcAft>
          <a:spcPct val="0"/>
        </a:spcAft>
        <a:buChar char="•"/>
        <a:defRPr sz="1400">
          <a:solidFill>
            <a:schemeClr val="bg1"/>
          </a:solidFill>
          <a:latin typeface="+mn-lt"/>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7.xml"/></Relationships>
</file>

<file path=ppt/slides/_rels/slide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3" Type="http://schemas.openxmlformats.org/officeDocument/2006/relationships/hyperlink" Target="http://www.opensource.org/" TargetMode="External"/><Relationship Id="rId2" Type="http://schemas.openxmlformats.org/officeDocument/2006/relationships/image" Target="../media/image7.gif"/><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hyperlink" Target="http://www.opendefinition.org/" TargetMode="External"/><Relationship Id="rId2" Type="http://schemas.openxmlformats.org/officeDocument/2006/relationships/image" Target="../media/image9.jpeg"/><Relationship Id="rId1" Type="http://schemas.openxmlformats.org/officeDocument/2006/relationships/slideLayout" Target="../slideLayouts/slideLayout13.xml"/><Relationship Id="rId4" Type="http://schemas.openxmlformats.org/officeDocument/2006/relationships/hyperlink" Target="http://www.flickr.com/photos/ronin691/"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hyperlink" Target="http://www.flickr.com/photos/keltanen/" TargetMode="External"/><Relationship Id="rId2" Type="http://schemas.openxmlformats.org/officeDocument/2006/relationships/image" Target="../media/image10.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hyperlink" Target="http://esw.w3.org/topic/SweoIG/TaskForces/CommunityProjects/LinkingOpenData" TargetMode="External"/><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3" Type="http://schemas.openxmlformats.org/officeDocument/2006/relationships/image" Target="../media/image12.gif"/><Relationship Id="rId2" Type="http://schemas.openxmlformats.org/officeDocument/2006/relationships/hyperlink" Target="http://linkeddata.org/" TargetMode="External"/><Relationship Id="rId1" Type="http://schemas.openxmlformats.org/officeDocument/2006/relationships/slideLayout" Target="../slideLayouts/slideLayout13.xml"/><Relationship Id="rId5" Type="http://schemas.openxmlformats.org/officeDocument/2006/relationships/hyperlink" Target="http://www.flickr.com/photos/25094278@N02/" TargetMode="External"/><Relationship Id="rId4" Type="http://schemas.openxmlformats.org/officeDocument/2006/relationships/image" Target="../media/image13.jpeg"/></Relationships>
</file>

<file path=ppt/slides/_rels/slide12.xml.rels><?xml version="1.0" encoding="UTF-8" standalone="yes"?>
<Relationships xmlns="http://schemas.openxmlformats.org/package/2006/relationships"><Relationship Id="rId3" Type="http://schemas.openxmlformats.org/officeDocument/2006/relationships/hyperlink" Target="http://en.wikipedia.org/wiki/SPARQL" TargetMode="External"/><Relationship Id="rId2" Type="http://schemas.openxmlformats.org/officeDocument/2006/relationships/hyperlink" Target="http://dbpedia.org/" TargetMode="External"/><Relationship Id="rId1" Type="http://schemas.openxmlformats.org/officeDocument/2006/relationships/slideLayout" Target="../slideLayouts/slideLayout13.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www.openstreetmap.org/" TargetMode="External"/><Relationship Id="rId1" Type="http://schemas.openxmlformats.org/officeDocument/2006/relationships/slideLayout" Target="../slideLayouts/slideLayout13.xml"/><Relationship Id="rId5" Type="http://schemas.openxmlformats.org/officeDocument/2006/relationships/hyperlink" Target="http://www.geonames.org/" TargetMode="Externa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hyperlink" Target="http://www.opendatacommons.org/" TargetMode="External"/><Relationship Id="rId2" Type="http://schemas.openxmlformats.org/officeDocument/2006/relationships/hyperlink" Target="http://creativecommons.org/publicdomain/" TargetMode="External"/><Relationship Id="rId1" Type="http://schemas.openxmlformats.org/officeDocument/2006/relationships/slideLayout" Target="../slideLayouts/slideLayout13.xml"/><Relationship Id="rId5" Type="http://schemas.openxmlformats.org/officeDocument/2006/relationships/hyperlink" Target="http://www.flickr.com/photos/suttonhoo22/" TargetMode="External"/><Relationship Id="rId4" Type="http://schemas.openxmlformats.org/officeDocument/2006/relationships/image" Target="../media/image18.jpeg"/></Relationships>
</file>

<file path=ppt/slides/_rels/slide15.xml.rels><?xml version="1.0" encoding="UTF-8" standalone="yes"?>
<Relationships xmlns="http://schemas.openxmlformats.org/package/2006/relationships"><Relationship Id="rId3" Type="http://schemas.openxmlformats.org/officeDocument/2006/relationships/hyperlink" Target="http://www.flickr.com/photos/danesparza/" TargetMode="External"/><Relationship Id="rId2" Type="http://schemas.openxmlformats.org/officeDocument/2006/relationships/image" Target="../media/image19.jpeg"/><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hyperlink" Target="http://twitter.com/sveinmagnus" TargetMode="External"/><Relationship Id="rId2" Type="http://schemas.openxmlformats.org/officeDocument/2006/relationships/hyperlink" Target="http://blog.menneske.org/" TargetMode="External"/><Relationship Id="rId1" Type="http://schemas.openxmlformats.org/officeDocument/2006/relationships/slideLayout" Target="../slideLayouts/slideLayout13.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Grp="1" noChangeArrowheads="1"/>
          </p:cNvSpPr>
          <p:nvPr>
            <p:ph type="ftr" sz="quarter" idx="10"/>
          </p:nvPr>
        </p:nvSpPr>
        <p:spPr>
          <a:noFill/>
        </p:spPr>
        <p:txBody>
          <a:bodyPr/>
          <a:lstStyle/>
          <a:p>
            <a:r>
              <a:rPr lang="en-US" dirty="0" smtClean="0"/>
              <a:t>A case for Open Data</a:t>
            </a:r>
            <a:endParaRPr lang="nb-NO" dirty="0"/>
          </a:p>
        </p:txBody>
      </p:sp>
      <p:sp>
        <p:nvSpPr>
          <p:cNvPr id="17411" name="Rectangle 6"/>
          <p:cNvSpPr>
            <a:spLocks noGrp="1" noChangeArrowheads="1"/>
          </p:cNvSpPr>
          <p:nvPr>
            <p:ph type="sldNum" sz="quarter" idx="11"/>
          </p:nvPr>
        </p:nvSpPr>
        <p:spPr>
          <a:noFill/>
        </p:spPr>
        <p:txBody>
          <a:bodyPr/>
          <a:lstStyle/>
          <a:p>
            <a:fld id="{CD3A7119-0973-4086-B476-1ADB7EF5C12B}" type="slidenum">
              <a:rPr lang="nb-NO"/>
              <a:pPr/>
              <a:t>1</a:t>
            </a:fld>
            <a:endParaRPr lang="nb-NO"/>
          </a:p>
        </p:txBody>
      </p:sp>
      <p:sp>
        <p:nvSpPr>
          <p:cNvPr id="17412" name="Rectangle 4"/>
          <p:cNvSpPr>
            <a:spLocks noGrp="1" noChangeArrowheads="1"/>
          </p:cNvSpPr>
          <p:nvPr>
            <p:ph type="ctrTitle"/>
          </p:nvPr>
        </p:nvSpPr>
        <p:spPr/>
        <p:txBody>
          <a:bodyPr/>
          <a:lstStyle/>
          <a:p>
            <a:pPr eaLnBrk="1" hangingPunct="1"/>
            <a:r>
              <a:rPr lang="en-US" dirty="0" smtClean="0"/>
              <a:t>A case for Open Data</a:t>
            </a:r>
            <a:endParaRPr lang="en-US" dirty="0" smtClean="0"/>
          </a:p>
        </p:txBody>
      </p:sp>
      <p:sp>
        <p:nvSpPr>
          <p:cNvPr id="17413" name="Rectangle 5"/>
          <p:cNvSpPr>
            <a:spLocks noGrp="1" noChangeArrowheads="1"/>
          </p:cNvSpPr>
          <p:nvPr>
            <p:ph type="subTitle" idx="1"/>
          </p:nvPr>
        </p:nvSpPr>
        <p:spPr/>
        <p:txBody>
          <a:bodyPr/>
          <a:lstStyle/>
          <a:p>
            <a:pPr eaLnBrk="1" hangingPunct="1"/>
            <a:endParaRPr lang="en-US" smtClean="0"/>
          </a:p>
        </p:txBody>
      </p:sp>
      <p:pic>
        <p:nvPicPr>
          <p:cNvPr id="17414" name="Picture 6" descr="OW_ppt_bilde1"/>
          <p:cNvPicPr>
            <a:picLocks noChangeAspect="1" noChangeArrowheads="1"/>
          </p:cNvPicPr>
          <p:nvPr/>
        </p:nvPicPr>
        <p:blipFill>
          <a:blip r:embed="rId2" cstate="print"/>
          <a:stretch>
            <a:fillRect/>
          </a:stretch>
        </p:blipFill>
        <p:spPr bwMode="auto">
          <a:xfrm>
            <a:off x="3575050" y="1721712"/>
            <a:ext cx="5568950" cy="424324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pPr>
              <a:defRPr/>
            </a:pPr>
            <a:fld id="{5AEC3B92-35DB-4657-B7D4-ECF2BA2E2B74}" type="slidenum">
              <a:rPr lang="nb-NO" smtClean="0"/>
              <a:pPr>
                <a:defRPr/>
              </a:pPr>
              <a:t>2</a:t>
            </a:fld>
            <a:endParaRPr lang="nb-NO"/>
          </a:p>
        </p:txBody>
      </p:sp>
      <p:sp>
        <p:nvSpPr>
          <p:cNvPr id="3" name="Footer Placeholder 2"/>
          <p:cNvSpPr>
            <a:spLocks noGrp="1"/>
          </p:cNvSpPr>
          <p:nvPr>
            <p:ph type="ftr" sz="quarter" idx="11"/>
          </p:nvPr>
        </p:nvSpPr>
        <p:spPr/>
        <p:txBody>
          <a:bodyPr/>
          <a:lstStyle/>
          <a:p>
            <a:pPr>
              <a:defRPr/>
            </a:pPr>
            <a:r>
              <a:rPr lang="en-US" smtClean="0"/>
              <a:t>A case for Open Data</a:t>
            </a:r>
            <a:endParaRPr lang="nb-NO" dirty="0"/>
          </a:p>
        </p:txBody>
      </p:sp>
      <p:pic>
        <p:nvPicPr>
          <p:cNvPr id="4" name="Picture 3" descr="C:\Users\svein.sorensen\Privat\2009 Objectware\Foredrag\lget3037.jpg"/>
          <p:cNvPicPr>
            <a:picLocks noChangeAspect="1" noChangeArrowheads="1"/>
          </p:cNvPicPr>
          <p:nvPr/>
        </p:nvPicPr>
        <p:blipFill>
          <a:blip r:embed="rId2" cstate="print"/>
          <a:srcRect/>
          <a:stretch>
            <a:fillRect/>
          </a:stretch>
        </p:blipFill>
        <p:spPr bwMode="auto">
          <a:xfrm>
            <a:off x="3573463" y="118872"/>
            <a:ext cx="4325747" cy="6111906"/>
          </a:xfrm>
          <a:prstGeom prst="rect">
            <a:avLst/>
          </a:prstGeom>
          <a:noFill/>
        </p:spPr>
      </p:pic>
      <p:sp>
        <p:nvSpPr>
          <p:cNvPr id="7" name="Oval 6"/>
          <p:cNvSpPr/>
          <p:nvPr/>
        </p:nvSpPr>
        <p:spPr>
          <a:xfrm>
            <a:off x="4782312" y="3794760"/>
            <a:ext cx="742505" cy="722376"/>
          </a:xfrm>
          <a:prstGeom prst="ellipse">
            <a:avLst/>
          </a:prstGeom>
          <a:noFill/>
          <a:ln w="1270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8" name="TextBox 7"/>
          <p:cNvSpPr txBox="1"/>
          <p:nvPr/>
        </p:nvSpPr>
        <p:spPr>
          <a:xfrm>
            <a:off x="332726" y="3493477"/>
            <a:ext cx="3100528" cy="1446550"/>
          </a:xfrm>
          <a:prstGeom prst="rect">
            <a:avLst/>
          </a:prstGeom>
          <a:noFill/>
        </p:spPr>
        <p:txBody>
          <a:bodyPr wrap="none" rtlCol="0">
            <a:spAutoFit/>
          </a:bodyPr>
          <a:lstStyle/>
          <a:p>
            <a:pPr algn="ctr"/>
            <a:r>
              <a:rPr lang="nb-NO" sz="4400" dirty="0" smtClean="0">
                <a:solidFill>
                  <a:srgbClr val="FF0000"/>
                </a:solidFill>
                <a:latin typeface="Eras Bold ITC" pitchFamily="34" charset="0"/>
              </a:rPr>
              <a:t>CONTENT</a:t>
            </a:r>
          </a:p>
          <a:p>
            <a:pPr algn="ctr"/>
            <a:r>
              <a:rPr lang="nb-NO" sz="4400" dirty="0" smtClean="0">
                <a:solidFill>
                  <a:srgbClr val="FF0000"/>
                </a:solidFill>
                <a:latin typeface="Eras Bold ITC" pitchFamily="34" charset="0"/>
              </a:rPr>
              <a:t>MATTERS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childTnLst>
                                </p:cTn>
                              </p:par>
                            </p:childTnLst>
                          </p:cTn>
                        </p:par>
                        <p:par>
                          <p:cTn id="9" fill="hold">
                            <p:stCondLst>
                              <p:cond delay="500"/>
                            </p:stCondLst>
                            <p:childTnLst>
                              <p:par>
                                <p:cTn id="10" presetID="1" presetClass="entr" presetSubtype="0" fill="hold" grpId="0" nodeType="after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nb-NO" dirty="0" smtClean="0"/>
              <a:t>		</a:t>
            </a:r>
            <a:r>
              <a:rPr lang="nb-NO" dirty="0" err="1" smtClean="0"/>
              <a:t>Why</a:t>
            </a:r>
            <a:r>
              <a:rPr lang="nb-NO" dirty="0" smtClean="0"/>
              <a:t> </a:t>
            </a:r>
            <a:r>
              <a:rPr lang="nb-NO" dirty="0" err="1" smtClean="0"/>
              <a:t>isn’t</a:t>
            </a:r>
            <a:r>
              <a:rPr lang="nb-NO" dirty="0" smtClean="0"/>
              <a:t> it </a:t>
            </a:r>
            <a:r>
              <a:rPr lang="nb-NO" dirty="0" err="1" smtClean="0"/>
              <a:t>enough</a:t>
            </a:r>
            <a:r>
              <a:rPr lang="nb-NO" dirty="0" smtClean="0"/>
              <a:t>?</a:t>
            </a:r>
            <a:endParaRPr lang="nb-NO" dirty="0"/>
          </a:p>
        </p:txBody>
      </p:sp>
      <p:sp>
        <p:nvSpPr>
          <p:cNvPr id="7" name="Content Placeholder 6"/>
          <p:cNvSpPr>
            <a:spLocks noGrp="1"/>
          </p:cNvSpPr>
          <p:nvPr>
            <p:ph idx="1"/>
          </p:nvPr>
        </p:nvSpPr>
        <p:spPr/>
        <p:txBody>
          <a:bodyPr/>
          <a:lstStyle/>
          <a:p>
            <a:pPr marL="357188" indent="-357188"/>
            <a:endParaRPr lang="en-US" sz="2800" dirty="0" smtClean="0"/>
          </a:p>
          <a:p>
            <a:pPr marL="712788" indent="-530225">
              <a:buFont typeface="Wingdings" pitchFamily="2" charset="2"/>
              <a:buChar char="ü"/>
            </a:pPr>
            <a:r>
              <a:rPr lang="en-US" sz="2800" dirty="0" smtClean="0"/>
              <a:t>Open source only covers the software</a:t>
            </a:r>
          </a:p>
          <a:p>
            <a:pPr marL="712788" indent="-530225">
              <a:buFont typeface="Wingdings" pitchFamily="2" charset="2"/>
              <a:buChar char="ü"/>
            </a:pPr>
            <a:r>
              <a:rPr lang="en-US" sz="2800" dirty="0" smtClean="0"/>
              <a:t>Open source doesn’t require open formats</a:t>
            </a:r>
          </a:p>
          <a:p>
            <a:pPr marL="712788" indent="-530225">
              <a:buFont typeface="Wingdings" pitchFamily="2" charset="2"/>
              <a:buChar char="ü"/>
            </a:pPr>
            <a:endParaRPr lang="en-US" sz="2800" dirty="0" smtClean="0"/>
          </a:p>
          <a:p>
            <a:pPr marL="712788" indent="-530225">
              <a:buFont typeface="Wingdings" pitchFamily="2" charset="2"/>
              <a:buChar char="ü"/>
            </a:pPr>
            <a:r>
              <a:rPr lang="en-US" sz="2800" dirty="0" smtClean="0"/>
              <a:t>Data often lasts longer than software</a:t>
            </a:r>
          </a:p>
          <a:p>
            <a:pPr marL="712788" indent="-530225">
              <a:buFont typeface="Wingdings" pitchFamily="2" charset="2"/>
              <a:buChar char="ü"/>
            </a:pPr>
            <a:endParaRPr lang="en-US" sz="2800" dirty="0" smtClean="0"/>
          </a:p>
          <a:p>
            <a:pPr marL="712788" indent="-530225">
              <a:buFont typeface="Wingdings" pitchFamily="2" charset="2"/>
              <a:buChar char="ü"/>
            </a:pPr>
            <a:r>
              <a:rPr lang="en-US" sz="2800" dirty="0" smtClean="0"/>
              <a:t>Data is more valuable when accessible</a:t>
            </a:r>
          </a:p>
          <a:p>
            <a:pPr marL="712788" indent="-530225">
              <a:buFont typeface="Wingdings" pitchFamily="2" charset="2"/>
              <a:buChar char="ü"/>
            </a:pPr>
            <a:r>
              <a:rPr lang="en-US" sz="2800" dirty="0" smtClean="0"/>
              <a:t>Any code will be acceptable, any data won’t</a:t>
            </a:r>
          </a:p>
          <a:p>
            <a:pPr marL="357188" indent="-357188"/>
            <a:endParaRPr lang="en-US" sz="2800" dirty="0" smtClean="0"/>
          </a:p>
          <a:p>
            <a:pPr marL="357188" indent="-357188">
              <a:buNone/>
            </a:pPr>
            <a:endParaRPr lang="en-US" sz="2800" dirty="0" smtClean="0"/>
          </a:p>
          <a:p>
            <a:pPr marL="357188" indent="-357188">
              <a:buNone/>
            </a:pPr>
            <a:endParaRPr lang="en-US" sz="2800" dirty="0" smtClean="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3</a:t>
            </a:fld>
            <a:endParaRPr lang="nb-NO" dirty="0"/>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026" name="Picture 2" descr="C:\Users\svein.sorensen\Privat\2009 Objectware\Presentasjoner\Open Data\opensource-550x475.gif"/>
          <p:cNvPicPr>
            <a:picLocks noChangeAspect="1" noChangeArrowheads="1"/>
          </p:cNvPicPr>
          <p:nvPr/>
        </p:nvPicPr>
        <p:blipFill>
          <a:blip r:embed="rId2" cstate="print"/>
          <a:srcRect/>
          <a:stretch>
            <a:fillRect/>
          </a:stretch>
        </p:blipFill>
        <p:spPr bwMode="auto">
          <a:xfrm>
            <a:off x="71438" y="381000"/>
            <a:ext cx="1714373" cy="1480595"/>
          </a:xfrm>
          <a:prstGeom prst="rect">
            <a:avLst/>
          </a:prstGeom>
          <a:noFill/>
        </p:spPr>
      </p:pic>
      <p:sp>
        <p:nvSpPr>
          <p:cNvPr id="9" name="TextBox 8"/>
          <p:cNvSpPr txBox="1"/>
          <p:nvPr/>
        </p:nvSpPr>
        <p:spPr>
          <a:xfrm>
            <a:off x="5342816" y="6092825"/>
            <a:ext cx="3801183" cy="215444"/>
          </a:xfrm>
          <a:prstGeom prst="rect">
            <a:avLst/>
          </a:prstGeom>
          <a:noFill/>
        </p:spPr>
        <p:txBody>
          <a:bodyPr wrap="square" rtlCol="0">
            <a:spAutoFit/>
          </a:bodyPr>
          <a:lstStyle/>
          <a:p>
            <a:pPr algn="r"/>
            <a:r>
              <a:rPr lang="nb-NO" sz="800" dirty="0" err="1" smtClean="0"/>
              <a:t>Graphic</a:t>
            </a:r>
            <a:r>
              <a:rPr lang="nb-NO" sz="800" dirty="0" smtClean="0"/>
              <a:t> by </a:t>
            </a:r>
            <a:r>
              <a:rPr lang="nb-NO" sz="800" dirty="0" err="1" smtClean="0">
                <a:hlinkClick r:id="rId3"/>
              </a:rPr>
              <a:t>Open</a:t>
            </a:r>
            <a:r>
              <a:rPr lang="nb-NO" sz="800" dirty="0" smtClean="0">
                <a:hlinkClick r:id="rId3"/>
              </a:rPr>
              <a:t> </a:t>
            </a:r>
            <a:r>
              <a:rPr lang="nb-NO" sz="800" dirty="0" err="1" smtClean="0">
                <a:hlinkClick r:id="rId3"/>
              </a:rPr>
              <a:t>Source</a:t>
            </a:r>
            <a:r>
              <a:rPr lang="nb-NO" sz="800" dirty="0" smtClean="0">
                <a:hlinkClick r:id="rId3"/>
              </a:rPr>
              <a:t> </a:t>
            </a:r>
            <a:r>
              <a:rPr lang="nb-NO" sz="800" dirty="0" err="1" smtClean="0">
                <a:hlinkClick r:id="rId3"/>
              </a:rPr>
              <a:t>Initiative</a:t>
            </a:r>
            <a:r>
              <a:rPr lang="nb-NO" sz="800" dirty="0" smtClean="0"/>
              <a:t>, CC BY</a:t>
            </a:r>
            <a:endParaRPr lang="nb-NO" sz="8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Open data – real gold</a:t>
            </a:r>
            <a:endParaRPr lang="en-US" dirty="0"/>
          </a:p>
        </p:txBody>
      </p:sp>
      <p:sp>
        <p:nvSpPr>
          <p:cNvPr id="3" name="Content Placeholder 2"/>
          <p:cNvSpPr>
            <a:spLocks noGrp="1"/>
          </p:cNvSpPr>
          <p:nvPr>
            <p:ph idx="1"/>
          </p:nvPr>
        </p:nvSpPr>
        <p:spPr>
          <a:xfrm>
            <a:off x="71438" y="1389063"/>
            <a:ext cx="8820150" cy="2495183"/>
          </a:xfrm>
        </p:spPr>
        <p:txBody>
          <a:bodyPr/>
          <a:lstStyle/>
          <a:p>
            <a:pPr marL="433388" lvl="1" indent="-179388">
              <a:buNone/>
            </a:pPr>
            <a:r>
              <a:rPr lang="en-US" i="0" dirty="0" smtClean="0"/>
              <a:t>Canadian </a:t>
            </a:r>
            <a:r>
              <a:rPr lang="en-US" i="0" dirty="0" err="1" smtClean="0"/>
              <a:t>GoldCorp</a:t>
            </a:r>
            <a:r>
              <a:rPr lang="en-US" i="0" dirty="0" smtClean="0"/>
              <a:t> Inc. was near collapse in the late 90’ies.</a:t>
            </a:r>
          </a:p>
          <a:p>
            <a:pPr marL="433388" lvl="1" indent="-179388">
              <a:buNone/>
            </a:pPr>
            <a:r>
              <a:rPr lang="en-US" i="0" dirty="0" smtClean="0"/>
              <a:t>It’s Red Lake mine showed reduced output after 50 years of production </a:t>
            </a:r>
          </a:p>
          <a:p>
            <a:pPr marL="433388" lvl="1" indent="-179388">
              <a:buNone/>
            </a:pPr>
            <a:r>
              <a:rPr lang="en-US" i="0" dirty="0" smtClean="0"/>
              <a:t>Then something previously unheard of happened: </a:t>
            </a:r>
          </a:p>
          <a:p>
            <a:pPr marL="268288" lvl="1" indent="-3175">
              <a:buNone/>
            </a:pPr>
            <a:endParaRPr lang="en-US" sz="800" dirty="0" smtClean="0"/>
          </a:p>
          <a:p>
            <a:pPr marL="268288" lvl="1" indent="-3175">
              <a:buNone/>
            </a:pPr>
            <a:r>
              <a:rPr lang="en-US" dirty="0" smtClean="0"/>
              <a:t>Inspired by the crowd-sourcing of Linux and Open Source, Rob McEwen announced The </a:t>
            </a:r>
            <a:r>
              <a:rPr lang="en-US" dirty="0" err="1" smtClean="0"/>
              <a:t>GoldCorp</a:t>
            </a:r>
            <a:r>
              <a:rPr lang="en-US" dirty="0" smtClean="0"/>
              <a:t> Challenge: a competition to find new gold in the mine. The full geological dataset from Red Lake was made available to contestants.</a:t>
            </a:r>
          </a:p>
          <a:p>
            <a:pPr marL="268288" lvl="1" indent="-3175">
              <a:buNone/>
            </a:pPr>
            <a:endParaRPr lang="en-US" dirty="0" smtClean="0"/>
          </a:p>
          <a:p>
            <a:pPr marL="268288" lvl="1" indent="-3175">
              <a:buNone/>
            </a:pPr>
            <a:r>
              <a:rPr lang="en-US" b="1" dirty="0" smtClean="0"/>
              <a:t>And the result?</a:t>
            </a:r>
          </a:p>
          <a:p>
            <a:pPr>
              <a:buNone/>
            </a:pPr>
            <a:endParaRPr lang="en-US" dirty="0" smtClean="0"/>
          </a:p>
        </p:txBody>
      </p:sp>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4</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2050" name="Picture 2" descr="C:\Users\Telcontar\Private Documents\Arbeid\2009 Objectware\Presentasjoner\Open Data\logo.jpg"/>
          <p:cNvPicPr>
            <a:picLocks noChangeAspect="1" noChangeArrowheads="1"/>
          </p:cNvPicPr>
          <p:nvPr/>
        </p:nvPicPr>
        <p:blipFill>
          <a:blip r:embed="rId2" cstate="print"/>
          <a:srcRect/>
          <a:stretch>
            <a:fillRect/>
          </a:stretch>
        </p:blipFill>
        <p:spPr bwMode="auto">
          <a:xfrm>
            <a:off x="6300788" y="211781"/>
            <a:ext cx="2590800" cy="952500"/>
          </a:xfrm>
          <a:prstGeom prst="rect">
            <a:avLst/>
          </a:prstGeom>
          <a:noFill/>
        </p:spPr>
      </p:pic>
      <p:sp>
        <p:nvSpPr>
          <p:cNvPr id="7" name="TextBox 6"/>
          <p:cNvSpPr txBox="1"/>
          <p:nvPr/>
        </p:nvSpPr>
        <p:spPr>
          <a:xfrm>
            <a:off x="586153" y="4314092"/>
            <a:ext cx="8557847" cy="2258567"/>
          </a:xfrm>
          <a:prstGeom prst="rect">
            <a:avLst/>
          </a:prstGeom>
          <a:noFill/>
        </p:spPr>
        <p:txBody>
          <a:bodyPr wrap="square" rtlCol="0">
            <a:spAutoFit/>
          </a:bodyPr>
          <a:lstStyle/>
          <a:p>
            <a:pPr marL="179388" indent="-179388">
              <a:lnSpc>
                <a:spcPct val="150000"/>
              </a:lnSpc>
              <a:buFont typeface="Wingdings" pitchFamily="2" charset="2"/>
              <a:buChar char="§"/>
            </a:pPr>
            <a:r>
              <a:rPr lang="en-US" sz="1600" dirty="0" smtClean="0">
                <a:latin typeface="+mn-lt"/>
              </a:rPr>
              <a:t>110 targets were suggested by contestants from around the world</a:t>
            </a:r>
          </a:p>
          <a:p>
            <a:pPr marL="179388" indent="-179388">
              <a:lnSpc>
                <a:spcPct val="150000"/>
              </a:lnSpc>
              <a:buFont typeface="Wingdings" pitchFamily="2" charset="2"/>
              <a:buChar char="§"/>
            </a:pPr>
            <a:r>
              <a:rPr lang="en-US" sz="1600" dirty="0" smtClean="0">
                <a:latin typeface="+mn-lt"/>
              </a:rPr>
              <a:t>80% of the targets submitted </a:t>
            </a:r>
            <a:r>
              <a:rPr lang="en-US" sz="1600" dirty="0" smtClean="0"/>
              <a:t>yielded substantial quantities of gold</a:t>
            </a:r>
          </a:p>
          <a:p>
            <a:pPr marL="179388" indent="-179388">
              <a:lnSpc>
                <a:spcPct val="150000"/>
              </a:lnSpc>
              <a:buFont typeface="Wingdings" pitchFamily="2" charset="2"/>
              <a:buChar char="§"/>
            </a:pPr>
            <a:r>
              <a:rPr lang="en-US" sz="1600" dirty="0" err="1" smtClean="0"/>
              <a:t>GoldCorp</a:t>
            </a:r>
            <a:r>
              <a:rPr lang="en-US" sz="1600" dirty="0" smtClean="0"/>
              <a:t> got first look a wealth of new technologies for mine analysis</a:t>
            </a:r>
          </a:p>
          <a:p>
            <a:pPr marL="179388" indent="-179388">
              <a:lnSpc>
                <a:spcPct val="150000"/>
              </a:lnSpc>
              <a:buFont typeface="Wingdings" pitchFamily="2" charset="2"/>
              <a:buChar char="§"/>
            </a:pPr>
            <a:r>
              <a:rPr lang="en-US" sz="1600" dirty="0" smtClean="0">
                <a:latin typeface="+mn-lt"/>
              </a:rPr>
              <a:t>Production at Red Lake increased tenfold while mining costs dropped to 1/6</a:t>
            </a:r>
            <a:r>
              <a:rPr lang="en-US" sz="1600" baseline="30000" dirty="0" smtClean="0">
                <a:latin typeface="+mn-lt"/>
              </a:rPr>
              <a:t>th</a:t>
            </a:r>
          </a:p>
          <a:p>
            <a:pPr marL="179388" indent="-179388">
              <a:lnSpc>
                <a:spcPct val="150000"/>
              </a:lnSpc>
              <a:buFont typeface="Wingdings" pitchFamily="2" charset="2"/>
              <a:buChar char="§"/>
            </a:pPr>
            <a:endParaRPr lang="en-US" sz="1600" dirty="0" smtClean="0">
              <a:latin typeface="+mn-lt"/>
            </a:endParaRPr>
          </a:p>
          <a:p>
            <a:pPr marL="179388" indent="-179388">
              <a:lnSpc>
                <a:spcPct val="150000"/>
              </a:lnSpc>
              <a:buFont typeface="Wingdings" pitchFamily="2" charset="2"/>
              <a:buChar char="§"/>
            </a:pPr>
            <a:endParaRPr lang="en-US" sz="1600" dirty="0" smtClean="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descr="C:\Users\svein.sorensen\Privat\2009 Objectware\Foredrag\2285257955_13d8c781b2.jpg"/>
          <p:cNvPicPr>
            <a:picLocks noChangeAspect="1" noChangeArrowheads="1"/>
          </p:cNvPicPr>
          <p:nvPr/>
        </p:nvPicPr>
        <p:blipFill>
          <a:blip r:embed="rId2" cstate="print"/>
          <a:srcRect/>
          <a:stretch>
            <a:fillRect/>
          </a:stretch>
        </p:blipFill>
        <p:spPr bwMode="auto">
          <a:xfrm>
            <a:off x="6654197" y="0"/>
            <a:ext cx="2489803" cy="2489803"/>
          </a:xfrm>
          <a:prstGeom prst="rect">
            <a:avLst/>
          </a:prstGeom>
          <a:noFill/>
        </p:spPr>
      </p:pic>
      <p:sp>
        <p:nvSpPr>
          <p:cNvPr id="6" name="Title 5"/>
          <p:cNvSpPr>
            <a:spLocks noGrp="1"/>
          </p:cNvSpPr>
          <p:nvPr>
            <p:ph type="title"/>
          </p:nvPr>
        </p:nvSpPr>
        <p:spPr/>
        <p:txBody>
          <a:bodyPr/>
          <a:lstStyle/>
          <a:p>
            <a:r>
              <a:rPr lang="nb-NO" dirty="0" err="1" smtClean="0"/>
              <a:t>What</a:t>
            </a:r>
            <a:r>
              <a:rPr lang="nb-NO" dirty="0" smtClean="0"/>
              <a:t> is Open Data?</a:t>
            </a:r>
            <a:br>
              <a:rPr lang="nb-NO" dirty="0" smtClean="0"/>
            </a:br>
            <a:endParaRPr lang="nb-NO" dirty="0"/>
          </a:p>
        </p:txBody>
      </p:sp>
      <p:sp>
        <p:nvSpPr>
          <p:cNvPr id="7" name="Content Placeholder 6"/>
          <p:cNvSpPr>
            <a:spLocks noGrp="1"/>
          </p:cNvSpPr>
          <p:nvPr>
            <p:ph idx="1"/>
          </p:nvPr>
        </p:nvSpPr>
        <p:spPr/>
        <p:txBody>
          <a:bodyPr/>
          <a:lstStyle/>
          <a:p>
            <a:r>
              <a:rPr lang="nb-NO" b="1" dirty="0" smtClean="0"/>
              <a:t> Open Knowledge </a:t>
            </a:r>
            <a:r>
              <a:rPr lang="nb-NO" b="1" dirty="0" err="1" smtClean="0"/>
              <a:t>Definition</a:t>
            </a:r>
            <a:r>
              <a:rPr lang="nb-NO" b="1" dirty="0" smtClean="0"/>
              <a:t> </a:t>
            </a:r>
            <a:br>
              <a:rPr lang="nb-NO" b="1" dirty="0" smtClean="0"/>
            </a:br>
            <a:r>
              <a:rPr lang="nb-NO" b="1" dirty="0" smtClean="0"/>
              <a:t>(</a:t>
            </a:r>
            <a:r>
              <a:rPr lang="nb-NO" dirty="0" smtClean="0">
                <a:hlinkClick r:id="rId3"/>
              </a:rPr>
              <a:t>http://www.opendefinition.org/</a:t>
            </a:r>
            <a:r>
              <a:rPr lang="nb-NO" b="1" dirty="0" smtClean="0"/>
              <a:t>)</a:t>
            </a:r>
          </a:p>
          <a:p>
            <a:endParaRPr lang="nb-NO" b="1" dirty="0" smtClean="0"/>
          </a:p>
          <a:p>
            <a:pPr lvl="1">
              <a:buNone/>
            </a:pPr>
            <a:r>
              <a:rPr lang="nb-NO" dirty="0" smtClean="0"/>
              <a:t>Open </a:t>
            </a:r>
            <a:r>
              <a:rPr lang="nb-NO" dirty="0" err="1" smtClean="0"/>
              <a:t>data/content/information</a:t>
            </a:r>
            <a:r>
              <a:rPr lang="nb-NO" dirty="0" smtClean="0"/>
              <a:t> must:</a:t>
            </a:r>
          </a:p>
          <a:p>
            <a:pPr marL="873125" lvl="2" indent="-342900">
              <a:buFont typeface="+mj-lt"/>
              <a:buAutoNum type="arabicPeriod"/>
            </a:pPr>
            <a:r>
              <a:rPr lang="en-US" dirty="0" smtClean="0"/>
              <a:t> Be Available and Accessible at Reproduction Cost “As a Whole”</a:t>
            </a:r>
          </a:p>
          <a:p>
            <a:pPr marL="873125" lvl="2" indent="-342900">
              <a:buFont typeface="+mj-lt"/>
              <a:buAutoNum type="arabicPeriod"/>
            </a:pPr>
            <a:r>
              <a:rPr lang="en-US" dirty="0" smtClean="0"/>
              <a:t> Permit Free Redistribution</a:t>
            </a:r>
          </a:p>
          <a:p>
            <a:pPr marL="873125" lvl="2" indent="-342900">
              <a:buFont typeface="+mj-lt"/>
              <a:buAutoNum type="arabicPeriod"/>
            </a:pPr>
            <a:r>
              <a:rPr lang="en-US" dirty="0" smtClean="0"/>
              <a:t> Permit Reuse Under Same Terms</a:t>
            </a:r>
          </a:p>
          <a:p>
            <a:pPr marL="873125" lvl="2" indent="-342900">
              <a:buFont typeface="+mj-lt"/>
              <a:buAutoNum type="arabicPeriod"/>
            </a:pPr>
            <a:r>
              <a:rPr lang="en-US" dirty="0" smtClean="0"/>
              <a:t> Be Absent of Technological Restrictions</a:t>
            </a:r>
          </a:p>
          <a:p>
            <a:pPr marL="873125" lvl="2" indent="-342900">
              <a:buFont typeface="+mj-lt"/>
              <a:buAutoNum type="arabicPeriod"/>
            </a:pPr>
            <a:r>
              <a:rPr lang="en-US" dirty="0" smtClean="0"/>
              <a:t> Be Attributed as Required</a:t>
            </a:r>
          </a:p>
          <a:p>
            <a:pPr marL="873125" lvl="2" indent="-342900">
              <a:buFont typeface="+mj-lt"/>
              <a:buAutoNum type="arabicPeriod"/>
            </a:pPr>
            <a:r>
              <a:rPr lang="en-US" dirty="0" smtClean="0"/>
              <a:t> Keep Source Integrity</a:t>
            </a:r>
          </a:p>
          <a:p>
            <a:pPr marL="873125" lvl="2" indent="-342900">
              <a:buFont typeface="+mj-lt"/>
              <a:buAutoNum type="arabicPeriod"/>
            </a:pPr>
            <a:r>
              <a:rPr lang="en-US" dirty="0" smtClean="0"/>
              <a:t> Not Discriminate Against Persons or Groups</a:t>
            </a:r>
          </a:p>
          <a:p>
            <a:pPr marL="873125" lvl="2" indent="-342900">
              <a:buFont typeface="+mj-lt"/>
              <a:buAutoNum type="arabicPeriod"/>
            </a:pPr>
            <a:r>
              <a:rPr lang="en-US" dirty="0" smtClean="0"/>
              <a:t> Not Discriminate Against Fields of Endeavor</a:t>
            </a:r>
          </a:p>
          <a:p>
            <a:pPr marL="873125" lvl="2" indent="-342900">
              <a:buFont typeface="+mj-lt"/>
              <a:buAutoNum type="arabicPeriod"/>
            </a:pPr>
            <a:r>
              <a:rPr lang="en-US" dirty="0" smtClean="0"/>
              <a:t> Be Distributed with only the Original License</a:t>
            </a:r>
          </a:p>
          <a:p>
            <a:pPr marL="873125" lvl="2" indent="-342900">
              <a:buFont typeface="+mj-lt"/>
              <a:buAutoNum type="arabicPeriod"/>
            </a:pPr>
            <a:r>
              <a:rPr lang="en-US" dirty="0" smtClean="0"/>
              <a:t> Must Not Be Licensed Specific to a Package</a:t>
            </a:r>
          </a:p>
          <a:p>
            <a:pPr marL="873125" lvl="2" indent="-342900">
              <a:buFont typeface="+mj-lt"/>
              <a:buAutoNum type="arabicPeriod"/>
            </a:pPr>
            <a:r>
              <a:rPr lang="en-US" dirty="0" smtClean="0"/>
              <a:t> Must Not by License Restrict the Distribution of Other Works</a:t>
            </a:r>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5</a:t>
            </a:fld>
            <a:endParaRPr lang="nb-NO" dirty="0"/>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sp>
        <p:nvSpPr>
          <p:cNvPr id="8" name="TextBox 7"/>
          <p:cNvSpPr txBox="1"/>
          <p:nvPr/>
        </p:nvSpPr>
        <p:spPr>
          <a:xfrm>
            <a:off x="5342816" y="6092825"/>
            <a:ext cx="3801183" cy="215444"/>
          </a:xfrm>
          <a:prstGeom prst="rect">
            <a:avLst/>
          </a:prstGeom>
          <a:noFill/>
        </p:spPr>
        <p:txBody>
          <a:bodyPr wrap="square" rtlCol="0">
            <a:spAutoFit/>
          </a:bodyPr>
          <a:lstStyle/>
          <a:p>
            <a:pPr algn="r"/>
            <a:r>
              <a:rPr lang="nb-NO" sz="800" dirty="0" err="1" smtClean="0"/>
              <a:t>Graphic</a:t>
            </a:r>
            <a:r>
              <a:rPr lang="nb-NO" sz="800" dirty="0" smtClean="0"/>
              <a:t> by </a:t>
            </a:r>
            <a:r>
              <a:rPr lang="nb-NO" sz="800" dirty="0" smtClean="0">
                <a:hlinkClick r:id="rId4"/>
              </a:rPr>
              <a:t>ronin691</a:t>
            </a:r>
            <a:r>
              <a:rPr lang="nb-NO" sz="800" dirty="0" smtClean="0"/>
              <a:t> @ </a:t>
            </a:r>
            <a:r>
              <a:rPr lang="nb-NO" sz="800" dirty="0" err="1" smtClean="0"/>
              <a:t>Flickr</a:t>
            </a:r>
            <a:r>
              <a:rPr lang="nb-NO" sz="800" dirty="0" smtClean="0"/>
              <a:t>, CC BY-SA</a:t>
            </a:r>
            <a:endParaRPr lang="nb-NO" sz="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b-NO" dirty="0" err="1" smtClean="0"/>
              <a:t>Why</a:t>
            </a:r>
            <a:r>
              <a:rPr lang="nb-NO" dirty="0" smtClean="0"/>
              <a:t> </a:t>
            </a:r>
            <a:r>
              <a:rPr lang="nb-NO" dirty="0" err="1" smtClean="0"/>
              <a:t>should</a:t>
            </a:r>
            <a:r>
              <a:rPr lang="nb-NO" dirty="0" smtClean="0"/>
              <a:t> </a:t>
            </a:r>
            <a:r>
              <a:rPr lang="nb-NO" dirty="0" err="1" smtClean="0"/>
              <a:t>we</a:t>
            </a:r>
            <a:r>
              <a:rPr lang="nb-NO" dirty="0" smtClean="0"/>
              <a:t> </a:t>
            </a:r>
            <a:r>
              <a:rPr lang="nb-NO" dirty="0" err="1" smtClean="0"/>
              <a:t>create</a:t>
            </a:r>
            <a:r>
              <a:rPr lang="nb-NO" dirty="0" smtClean="0"/>
              <a:t> open data?</a:t>
            </a:r>
            <a:br>
              <a:rPr lang="nb-NO" dirty="0" smtClean="0"/>
            </a:br>
            <a:endParaRPr lang="nb-NO" dirty="0"/>
          </a:p>
        </p:txBody>
      </p:sp>
      <p:sp>
        <p:nvSpPr>
          <p:cNvPr id="3" name="Content Placeholder 2"/>
          <p:cNvSpPr>
            <a:spLocks noGrp="1"/>
          </p:cNvSpPr>
          <p:nvPr>
            <p:ph idx="1"/>
          </p:nvPr>
        </p:nvSpPr>
        <p:spPr/>
        <p:txBody>
          <a:bodyPr/>
          <a:lstStyle/>
          <a:p>
            <a:pPr marL="712788" indent="-530225">
              <a:buFont typeface="Wingdings" pitchFamily="2" charset="2"/>
              <a:buChar char="ü"/>
            </a:pPr>
            <a:r>
              <a:rPr lang="en-US" sz="2800" dirty="0" smtClean="0"/>
              <a:t>Restrictions on data re-use can create an </a:t>
            </a:r>
            <a:br>
              <a:rPr lang="en-US" sz="2800" dirty="0" smtClean="0"/>
            </a:br>
            <a:r>
              <a:rPr lang="en-US" sz="2800" dirty="0" smtClean="0"/>
              <a:t>anti-commons and its related tragedy.</a:t>
            </a:r>
          </a:p>
          <a:p>
            <a:pPr marL="712788" indent="-530225">
              <a:buFont typeface="Wingdings" pitchFamily="2" charset="2"/>
              <a:buChar char="ü"/>
            </a:pPr>
            <a:endParaRPr lang="en-US" sz="1000" dirty="0" smtClean="0"/>
          </a:p>
          <a:p>
            <a:pPr marL="712788" indent="-530225">
              <a:buFont typeface="Wingdings" pitchFamily="2" charset="2"/>
              <a:buChar char="ü"/>
            </a:pPr>
            <a:r>
              <a:rPr lang="en-US" sz="2800" dirty="0" smtClean="0"/>
              <a:t>Sponsors of research may not get full value unless the results are freely available.</a:t>
            </a:r>
          </a:p>
          <a:p>
            <a:pPr marL="712788" indent="-530225">
              <a:buFont typeface="Wingdings" pitchFamily="2" charset="2"/>
              <a:buChar char="ü"/>
            </a:pPr>
            <a:endParaRPr lang="en-US" sz="1000" dirty="0" smtClean="0"/>
          </a:p>
          <a:p>
            <a:pPr marL="712788" indent="-530225">
              <a:buFont typeface="Wingdings" pitchFamily="2" charset="2"/>
              <a:buChar char="ü"/>
            </a:pPr>
            <a:r>
              <a:rPr lang="en-US" sz="2800" dirty="0" smtClean="0"/>
              <a:t>Some data are required for the smooth operation of communal human activities.</a:t>
            </a:r>
          </a:p>
          <a:p>
            <a:pPr marL="712788" indent="-530225">
              <a:buFont typeface="Wingdings" pitchFamily="2" charset="2"/>
              <a:buChar char="ü"/>
            </a:pPr>
            <a:endParaRPr lang="en-US" sz="1000" dirty="0" smtClean="0"/>
          </a:p>
          <a:p>
            <a:pPr marL="712788" indent="-530225">
              <a:buFont typeface="Wingdings" pitchFamily="2" charset="2"/>
              <a:buChar char="ü"/>
            </a:pPr>
            <a:r>
              <a:rPr lang="en-US" sz="2800" dirty="0" smtClean="0"/>
              <a:t>In research, the rate of discovery is accelerated by better access to data.</a:t>
            </a:r>
          </a:p>
          <a:p>
            <a:endParaRPr lang="nb-NO" dirty="0"/>
          </a:p>
        </p:txBody>
      </p:sp>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6</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70C0"/>
        </a:solidFill>
        <a:effectLst/>
      </p:bgPr>
    </p:bg>
    <p:spTree>
      <p:nvGrpSpPr>
        <p:cNvPr id="1" name=""/>
        <p:cNvGrpSpPr/>
        <p:nvPr/>
      </p:nvGrpSpPr>
      <p:grpSpPr>
        <a:xfrm>
          <a:off x="0" y="0"/>
          <a:ext cx="0" cy="0"/>
          <a:chOff x="0" y="0"/>
          <a:chExt cx="0" cy="0"/>
        </a:xfrm>
      </p:grpSpPr>
      <p:pic>
        <p:nvPicPr>
          <p:cNvPr id="8" name="Picture 2" descr="C:\Users\svein.sorensen\Privat\2009 Objectware\Foredrag\480506488_c50dcc5dc9.jpg"/>
          <p:cNvPicPr>
            <a:picLocks noChangeAspect="1" noChangeArrowheads="1"/>
          </p:cNvPicPr>
          <p:nvPr/>
        </p:nvPicPr>
        <p:blipFill>
          <a:blip r:embed="rId2" cstate="print"/>
          <a:srcRect/>
          <a:stretch>
            <a:fillRect/>
          </a:stretch>
        </p:blipFill>
        <p:spPr bwMode="auto">
          <a:xfrm flipH="1">
            <a:off x="-5980176" y="-1528599"/>
            <a:ext cx="7562088" cy="11354488"/>
          </a:xfrm>
          <a:prstGeom prst="rect">
            <a:avLst/>
          </a:prstGeom>
          <a:noFill/>
        </p:spPr>
      </p:pic>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7</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1266" name="Picture 2" descr="C:\Users\svein.sorensen\Privat\2009 Objectware\Foredrag\480506488_c50dcc5dc9.jpg"/>
          <p:cNvPicPr>
            <a:picLocks noChangeAspect="1" noChangeArrowheads="1"/>
          </p:cNvPicPr>
          <p:nvPr/>
        </p:nvPicPr>
        <p:blipFill>
          <a:blip r:embed="rId2" cstate="print"/>
          <a:srcRect/>
          <a:stretch>
            <a:fillRect/>
          </a:stretch>
        </p:blipFill>
        <p:spPr bwMode="auto">
          <a:xfrm>
            <a:off x="1581912" y="-1667613"/>
            <a:ext cx="7562088" cy="11354488"/>
          </a:xfrm>
          <a:prstGeom prst="rect">
            <a:avLst/>
          </a:prstGeom>
          <a:noFill/>
        </p:spPr>
      </p:pic>
      <p:sp>
        <p:nvSpPr>
          <p:cNvPr id="7" name="TextBox 6"/>
          <p:cNvSpPr txBox="1"/>
          <p:nvPr/>
        </p:nvSpPr>
        <p:spPr>
          <a:xfrm>
            <a:off x="137160" y="621792"/>
            <a:ext cx="3981260" cy="4524315"/>
          </a:xfrm>
          <a:prstGeom prst="rect">
            <a:avLst/>
          </a:prstGeom>
          <a:noFill/>
        </p:spPr>
        <p:txBody>
          <a:bodyPr wrap="square" rtlCol="0">
            <a:spAutoFit/>
          </a:bodyPr>
          <a:lstStyle/>
          <a:p>
            <a:endParaRPr lang="nb-NO" sz="4800" b="1" dirty="0" smtClean="0">
              <a:latin typeface="Rockwell" pitchFamily="18" charset="0"/>
            </a:endParaRPr>
          </a:p>
          <a:p>
            <a:r>
              <a:rPr lang="nb-NO" sz="4800" b="1" dirty="0" err="1" smtClean="0">
                <a:latin typeface="Rockwell" pitchFamily="18" charset="0"/>
              </a:rPr>
              <a:t>If</a:t>
            </a:r>
            <a:r>
              <a:rPr lang="nb-NO" sz="4800" b="1" dirty="0" smtClean="0">
                <a:latin typeface="Rockwell" pitchFamily="18" charset="0"/>
              </a:rPr>
              <a:t> </a:t>
            </a:r>
            <a:r>
              <a:rPr lang="nb-NO" sz="4800" b="1" dirty="0" err="1" smtClean="0">
                <a:latin typeface="Rockwell" pitchFamily="18" charset="0"/>
              </a:rPr>
              <a:t>you</a:t>
            </a:r>
            <a:r>
              <a:rPr lang="nb-NO" sz="4800" b="1" dirty="0" smtClean="0">
                <a:latin typeface="Rockwell" pitchFamily="18" charset="0"/>
              </a:rPr>
              <a:t> love </a:t>
            </a:r>
            <a:r>
              <a:rPr lang="nb-NO" sz="4800" b="1" dirty="0" err="1" smtClean="0">
                <a:latin typeface="Rockwell" pitchFamily="18" charset="0"/>
              </a:rPr>
              <a:t>something</a:t>
            </a:r>
            <a:r>
              <a:rPr lang="nb-NO" sz="4800" b="1" dirty="0" smtClean="0">
                <a:latin typeface="Rockwell" pitchFamily="18" charset="0"/>
              </a:rPr>
              <a:t>…</a:t>
            </a:r>
          </a:p>
          <a:p>
            <a:endParaRPr lang="nb-NO" sz="4800" b="1" dirty="0" smtClean="0">
              <a:latin typeface="Rockwell" pitchFamily="18" charset="0"/>
            </a:endParaRPr>
          </a:p>
          <a:p>
            <a:endParaRPr lang="nb-NO" sz="4800" b="1" dirty="0" smtClean="0">
              <a:latin typeface="Rockwell" pitchFamily="18" charset="0"/>
            </a:endParaRPr>
          </a:p>
          <a:p>
            <a:r>
              <a:rPr lang="nb-NO" sz="4800" b="1" dirty="0" err="1" smtClean="0">
                <a:latin typeface="Rockwell" pitchFamily="18" charset="0"/>
              </a:rPr>
              <a:t>Set</a:t>
            </a:r>
            <a:r>
              <a:rPr lang="nb-NO" sz="4800" b="1" dirty="0" smtClean="0">
                <a:latin typeface="Rockwell" pitchFamily="18" charset="0"/>
              </a:rPr>
              <a:t> it </a:t>
            </a:r>
            <a:r>
              <a:rPr lang="nb-NO" sz="4800" b="1" dirty="0" err="1" smtClean="0">
                <a:latin typeface="Rockwell" pitchFamily="18" charset="0"/>
              </a:rPr>
              <a:t>free</a:t>
            </a:r>
            <a:r>
              <a:rPr lang="nb-NO" sz="4800" b="1" dirty="0" smtClean="0">
                <a:latin typeface="Rockwell" pitchFamily="18" charset="0"/>
              </a:rPr>
              <a:t>!</a:t>
            </a:r>
            <a:endParaRPr lang="nb-NO" sz="4800" b="1" dirty="0">
              <a:latin typeface="Rockwell" pitchFamily="18" charset="0"/>
            </a:endParaRPr>
          </a:p>
        </p:txBody>
      </p:sp>
      <p:sp>
        <p:nvSpPr>
          <p:cNvPr id="9" name="TextBox 8"/>
          <p:cNvSpPr txBox="1"/>
          <p:nvPr/>
        </p:nvSpPr>
        <p:spPr>
          <a:xfrm>
            <a:off x="5342816" y="6642556"/>
            <a:ext cx="3801183" cy="215444"/>
          </a:xfrm>
          <a:prstGeom prst="rect">
            <a:avLst/>
          </a:prstGeom>
          <a:noFill/>
        </p:spPr>
        <p:txBody>
          <a:bodyPr wrap="square" rtlCol="0">
            <a:spAutoFit/>
          </a:bodyPr>
          <a:lstStyle/>
          <a:p>
            <a:pPr algn="r"/>
            <a:r>
              <a:rPr lang="nb-NO" sz="800" dirty="0" smtClean="0"/>
              <a:t>Photo by </a:t>
            </a:r>
            <a:r>
              <a:rPr lang="nb-NO" sz="800" dirty="0" err="1" smtClean="0">
                <a:hlinkClick r:id="rId3"/>
              </a:rPr>
              <a:t>keltanen</a:t>
            </a:r>
            <a:r>
              <a:rPr lang="nb-NO" sz="800" dirty="0" smtClean="0"/>
              <a:t> @ </a:t>
            </a:r>
            <a:r>
              <a:rPr lang="nb-NO" sz="800" dirty="0" err="1" smtClean="0"/>
              <a:t>Flickr</a:t>
            </a:r>
            <a:r>
              <a:rPr lang="nb-NO" sz="800" dirty="0" smtClean="0"/>
              <a:t>, CC BY-NC</a:t>
            </a:r>
            <a:endParaRPr lang="nb-NO" sz="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nb-NO" dirty="0" err="1" smtClean="0"/>
              <a:t>When</a:t>
            </a:r>
            <a:r>
              <a:rPr lang="nb-NO" dirty="0" smtClean="0"/>
              <a:t> </a:t>
            </a:r>
            <a:r>
              <a:rPr lang="nb-NO" dirty="0" err="1" smtClean="0"/>
              <a:t>should</a:t>
            </a:r>
            <a:r>
              <a:rPr lang="nb-NO" dirty="0" smtClean="0"/>
              <a:t> </a:t>
            </a:r>
            <a:r>
              <a:rPr lang="nb-NO" dirty="0" err="1" smtClean="0"/>
              <a:t>we</a:t>
            </a:r>
            <a:r>
              <a:rPr lang="nb-NO" dirty="0" smtClean="0"/>
              <a:t> </a:t>
            </a:r>
            <a:r>
              <a:rPr lang="nb-NO" dirty="0" err="1" smtClean="0"/>
              <a:t>demand</a:t>
            </a:r>
            <a:r>
              <a:rPr lang="nb-NO" dirty="0" smtClean="0"/>
              <a:t> Open Data?</a:t>
            </a:r>
            <a:br>
              <a:rPr lang="nb-NO" dirty="0" smtClean="0"/>
            </a:br>
            <a:endParaRPr lang="nb-NO" dirty="0"/>
          </a:p>
        </p:txBody>
      </p:sp>
      <p:sp>
        <p:nvSpPr>
          <p:cNvPr id="7" name="Content Placeholder 6"/>
          <p:cNvSpPr>
            <a:spLocks noGrp="1"/>
          </p:cNvSpPr>
          <p:nvPr>
            <p:ph idx="1"/>
          </p:nvPr>
        </p:nvSpPr>
        <p:spPr/>
        <p:txBody>
          <a:bodyPr/>
          <a:lstStyle/>
          <a:p>
            <a:pPr marL="712788" lvl="2" indent="-530225">
              <a:buFont typeface="Wingdings" pitchFamily="2" charset="2"/>
              <a:buChar char="ü"/>
            </a:pPr>
            <a:r>
              <a:rPr lang="en-US" sz="2400" dirty="0" smtClean="0"/>
              <a:t>The data belongs to the human race </a:t>
            </a:r>
          </a:p>
          <a:p>
            <a:pPr marL="712788" lvl="2" indent="-530225">
              <a:buFont typeface="Wingdings" pitchFamily="2" charset="2"/>
              <a:buChar char="ü"/>
            </a:pPr>
            <a:endParaRPr lang="en-US" sz="2400" dirty="0" smtClean="0"/>
          </a:p>
          <a:p>
            <a:pPr marL="712788" lvl="2" indent="-530225">
              <a:buFont typeface="Wingdings" pitchFamily="2" charset="2"/>
              <a:buChar char="ü"/>
            </a:pPr>
            <a:r>
              <a:rPr lang="en-US" sz="2400" dirty="0" smtClean="0"/>
              <a:t>Public money was used to fund </a:t>
            </a:r>
            <a:br>
              <a:rPr lang="en-US" sz="2400" dirty="0" smtClean="0"/>
            </a:br>
            <a:r>
              <a:rPr lang="en-US" sz="2400" dirty="0" smtClean="0"/>
              <a:t>the creation of the data</a:t>
            </a:r>
          </a:p>
          <a:p>
            <a:pPr marL="712788" lvl="2" indent="-530225">
              <a:buFont typeface="Wingdings" pitchFamily="2" charset="2"/>
              <a:buChar char="ü"/>
            </a:pPr>
            <a:endParaRPr lang="en-US" sz="2400" dirty="0" smtClean="0"/>
          </a:p>
          <a:p>
            <a:pPr marL="712788" lvl="2" indent="-530225">
              <a:buFont typeface="Wingdings" pitchFamily="2" charset="2"/>
              <a:buChar char="ü"/>
            </a:pPr>
            <a:r>
              <a:rPr lang="en-US" sz="2400" dirty="0" smtClean="0"/>
              <a:t>The data was created by or at </a:t>
            </a:r>
            <a:br>
              <a:rPr lang="en-US" sz="2400" dirty="0" smtClean="0"/>
            </a:br>
            <a:r>
              <a:rPr lang="en-US" sz="2400" dirty="0" smtClean="0"/>
              <a:t>a government institution</a:t>
            </a:r>
          </a:p>
          <a:p>
            <a:pPr marL="712788" lvl="2" indent="-530225">
              <a:buFont typeface="Wingdings" pitchFamily="2" charset="2"/>
              <a:buChar char="ü"/>
            </a:pPr>
            <a:endParaRPr lang="en-US" sz="2400" dirty="0" smtClean="0"/>
          </a:p>
          <a:p>
            <a:pPr marL="712788" lvl="2" indent="-530225">
              <a:buFont typeface="Wingdings" pitchFamily="2" charset="2"/>
              <a:buChar char="ü"/>
            </a:pPr>
            <a:r>
              <a:rPr lang="en-US" sz="2400" dirty="0" smtClean="0"/>
              <a:t>The data is independently verifiable facts </a:t>
            </a:r>
            <a:br>
              <a:rPr lang="en-US" sz="2400" dirty="0" smtClean="0"/>
            </a:br>
            <a:r>
              <a:rPr lang="en-US" sz="2400" dirty="0" smtClean="0"/>
              <a:t>or common knowledge </a:t>
            </a:r>
          </a:p>
          <a:p>
            <a:pPr marL="357188" indent="-357188"/>
            <a:endParaRPr lang="en-US" sz="2400" dirty="0" smtClean="0"/>
          </a:p>
          <a:p>
            <a:pPr marL="182563" indent="-182563">
              <a:buNone/>
            </a:pPr>
            <a:endParaRPr lang="en-US" dirty="0" smtClean="0"/>
          </a:p>
          <a:p>
            <a:pPr marL="182563" indent="-182563"/>
            <a:endParaRPr lang="nb-NO" dirty="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8</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Current opportunities</a:t>
            </a:r>
            <a:endParaRPr lang="en-US" dirty="0"/>
          </a:p>
        </p:txBody>
      </p:sp>
      <p:sp>
        <p:nvSpPr>
          <p:cNvPr id="3" name="Content Placeholder 2"/>
          <p:cNvSpPr>
            <a:spLocks noGrp="1"/>
          </p:cNvSpPr>
          <p:nvPr>
            <p:ph idx="1"/>
          </p:nvPr>
        </p:nvSpPr>
        <p:spPr/>
        <p:txBody>
          <a:bodyPr/>
          <a:lstStyle/>
          <a:p>
            <a:pPr marL="357188" indent="-357188">
              <a:buFont typeface="Wingdings" pitchFamily="2" charset="2"/>
              <a:buChar char="v"/>
            </a:pPr>
            <a:r>
              <a:rPr lang="en-US" sz="2000" dirty="0" smtClean="0"/>
              <a:t>Norwegian Medicines Agency</a:t>
            </a:r>
          </a:p>
          <a:p>
            <a:pPr marL="804863" lvl="4" indent="-285750">
              <a:buFont typeface="Courier New" pitchFamily="49" charset="0"/>
              <a:buChar char="o"/>
            </a:pPr>
            <a:r>
              <a:rPr lang="en-US" sz="1600" i="1" dirty="0" smtClean="0"/>
              <a:t>Open medical databases can aid both research and healthcare.</a:t>
            </a:r>
          </a:p>
          <a:p>
            <a:pPr marL="804863" lvl="4" indent="-285750">
              <a:buFont typeface="Courier New" pitchFamily="49" charset="0"/>
              <a:buChar char="o"/>
            </a:pPr>
            <a:r>
              <a:rPr lang="en-US" sz="1600" i="1" dirty="0" smtClean="0"/>
              <a:t>Data on approved medicines in Norway were made available online in 2008.</a:t>
            </a:r>
          </a:p>
          <a:p>
            <a:pPr marL="357188" lvl="2" indent="-357188">
              <a:buFont typeface="Wingdings" pitchFamily="2" charset="2"/>
              <a:buChar char="v"/>
            </a:pPr>
            <a:endParaRPr lang="en-US" sz="2000" dirty="0" smtClean="0"/>
          </a:p>
          <a:p>
            <a:pPr marL="357188" indent="-357188">
              <a:buFont typeface="Wingdings" pitchFamily="2" charset="2"/>
              <a:buChar char="v"/>
            </a:pPr>
            <a:r>
              <a:rPr lang="en-US" sz="2000" dirty="0" smtClean="0"/>
              <a:t>Norwegian Mapping Authority</a:t>
            </a:r>
          </a:p>
          <a:p>
            <a:pPr marL="804863" lvl="3" indent="-269875">
              <a:buFont typeface="Courier New" pitchFamily="49" charset="0"/>
              <a:buChar char="o"/>
            </a:pPr>
            <a:r>
              <a:rPr lang="en-US" sz="1600" dirty="0" smtClean="0"/>
              <a:t>Open maps can prevent fatal accidents, especially at sea.</a:t>
            </a:r>
          </a:p>
          <a:p>
            <a:pPr marL="804863" lvl="3" indent="-269875">
              <a:buFont typeface="Courier New" pitchFamily="49" charset="0"/>
              <a:buChar char="o"/>
            </a:pPr>
            <a:r>
              <a:rPr lang="en-US" sz="1600" dirty="0" smtClean="0"/>
              <a:t>The ”</a:t>
            </a:r>
            <a:r>
              <a:rPr lang="en-US" sz="1600" dirty="0" err="1" smtClean="0"/>
              <a:t>Rocknes</a:t>
            </a:r>
            <a:r>
              <a:rPr lang="en-US" sz="1600" dirty="0" smtClean="0"/>
              <a:t>”-wreck were caused by 3rd party electronic maps. 18 died.</a:t>
            </a:r>
          </a:p>
          <a:p>
            <a:pPr marL="804863" lvl="3" indent="-269875">
              <a:buFont typeface="Courier New" pitchFamily="49" charset="0"/>
              <a:buChar char="o"/>
            </a:pPr>
            <a:r>
              <a:rPr lang="en-US" sz="1600" dirty="0" smtClean="0"/>
              <a:t>The official maps are still not available to Norwegian </a:t>
            </a:r>
            <a:r>
              <a:rPr lang="en-US" sz="1600" dirty="0" err="1" smtClean="0"/>
              <a:t>pilotage</a:t>
            </a:r>
            <a:r>
              <a:rPr lang="en-US" sz="1600" dirty="0" smtClean="0"/>
              <a:t> authorities.</a:t>
            </a:r>
          </a:p>
          <a:p>
            <a:pPr marL="804863" lvl="3" indent="-269875">
              <a:buFont typeface="Courier New" pitchFamily="49" charset="0"/>
              <a:buChar char="o"/>
            </a:pPr>
            <a:r>
              <a:rPr lang="en-US" sz="1600" dirty="0" smtClean="0"/>
              <a:t>In the United States, official nautical maps are freely available online.</a:t>
            </a:r>
          </a:p>
          <a:p>
            <a:pPr marL="357188" indent="-357188">
              <a:buFont typeface="Wingdings" pitchFamily="2" charset="2"/>
              <a:buChar char="v"/>
            </a:pPr>
            <a:endParaRPr lang="en-US" sz="2000" dirty="0" smtClean="0"/>
          </a:p>
          <a:p>
            <a:pPr marL="357188" indent="-357188">
              <a:buFont typeface="Wingdings" pitchFamily="2" charset="2"/>
              <a:buChar char="v"/>
            </a:pPr>
            <a:r>
              <a:rPr lang="en-US" sz="2000" dirty="0" smtClean="0"/>
              <a:t>Norwegian Pollution Control Authority</a:t>
            </a:r>
          </a:p>
          <a:p>
            <a:pPr marL="804863" lvl="4" indent="-285750">
              <a:buFont typeface="Courier New" pitchFamily="49" charset="0"/>
              <a:buChar char="o"/>
            </a:pPr>
            <a:r>
              <a:rPr lang="en-US" sz="1600" i="1" dirty="0" smtClean="0"/>
              <a:t>A central database of information on various materials can improve safety.</a:t>
            </a:r>
          </a:p>
          <a:p>
            <a:pPr marL="804863" lvl="4" indent="-285750">
              <a:buFont typeface="Courier New" pitchFamily="49" charset="0"/>
              <a:buChar char="o"/>
            </a:pPr>
            <a:r>
              <a:rPr lang="en-US" sz="1600" i="1" dirty="0" smtClean="0"/>
              <a:t>Many databases on hazardous chemicals are outdated and of limited scope.</a:t>
            </a:r>
          </a:p>
          <a:p>
            <a:pPr marL="804863" lvl="4" indent="-285750">
              <a:buFont typeface="Courier New" pitchFamily="49" charset="0"/>
              <a:buChar char="o"/>
            </a:pPr>
            <a:r>
              <a:rPr lang="en-US" sz="1600" i="1" dirty="0" smtClean="0"/>
              <a:t>No single source of up to date and complete information are available.</a:t>
            </a:r>
          </a:p>
          <a:p>
            <a:pPr marL="523875" lvl="2" indent="-265113"/>
            <a:endParaRPr lang="en-US" dirty="0" smtClean="0"/>
          </a:p>
          <a:p>
            <a:pPr marL="265113" indent="-265113"/>
            <a:endParaRPr lang="en-US" sz="2000" dirty="0"/>
          </a:p>
        </p:txBody>
      </p:sp>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9</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026" name="Picture 2" descr="C:\Users\svein.sorensen\Privat\2009 Objectware\Presentasjoner\Open Data\533233.gif"/>
          <p:cNvPicPr>
            <a:picLocks noChangeAspect="1" noChangeArrowheads="1"/>
          </p:cNvPicPr>
          <p:nvPr/>
        </p:nvPicPr>
        <p:blipFill>
          <a:blip r:embed="rId2" cstate="print"/>
          <a:srcRect l="822" t="756" r="822" b="756"/>
          <a:stretch>
            <a:fillRect/>
          </a:stretch>
        </p:blipFill>
        <p:spPr bwMode="auto">
          <a:xfrm>
            <a:off x="7205473" y="162412"/>
            <a:ext cx="1623650" cy="1767203"/>
          </a:xfrm>
          <a:prstGeom prst="rect">
            <a:avLst/>
          </a:prstGeom>
          <a:noFill/>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10</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0242" name="Picture 2" descr="C:\Users\svein.sorensen\Privat\2009 Objectware\Foredrag\lod-datasets_2009-03-05.png"/>
          <p:cNvPicPr>
            <a:picLocks noChangeAspect="1" noChangeArrowheads="1"/>
          </p:cNvPicPr>
          <p:nvPr/>
        </p:nvPicPr>
        <p:blipFill>
          <a:blip r:embed="rId2" cstate="print"/>
          <a:srcRect/>
          <a:stretch>
            <a:fillRect/>
          </a:stretch>
        </p:blipFill>
        <p:spPr bwMode="auto">
          <a:xfrm>
            <a:off x="348791" y="-1"/>
            <a:ext cx="8391525" cy="6393903"/>
          </a:xfrm>
          <a:prstGeom prst="rect">
            <a:avLst/>
          </a:prstGeom>
          <a:noFill/>
        </p:spPr>
      </p:pic>
      <p:sp>
        <p:nvSpPr>
          <p:cNvPr id="7" name="TextBox 6"/>
          <p:cNvSpPr txBox="1"/>
          <p:nvPr/>
        </p:nvSpPr>
        <p:spPr>
          <a:xfrm>
            <a:off x="5342816" y="6178458"/>
            <a:ext cx="3801183" cy="215444"/>
          </a:xfrm>
          <a:prstGeom prst="rect">
            <a:avLst/>
          </a:prstGeom>
          <a:noFill/>
        </p:spPr>
        <p:txBody>
          <a:bodyPr wrap="square" rtlCol="0">
            <a:spAutoFit/>
          </a:bodyPr>
          <a:lstStyle/>
          <a:p>
            <a:pPr algn="r"/>
            <a:r>
              <a:rPr lang="nb-NO" sz="800" dirty="0" err="1" smtClean="0"/>
              <a:t>Graphic</a:t>
            </a:r>
            <a:r>
              <a:rPr lang="nb-NO" sz="800" dirty="0" smtClean="0"/>
              <a:t> by </a:t>
            </a:r>
            <a:r>
              <a:rPr lang="nb-NO" sz="800" dirty="0" smtClean="0">
                <a:hlinkClick r:id="rId3"/>
              </a:rPr>
              <a:t>W3C SWEO Linking </a:t>
            </a:r>
            <a:r>
              <a:rPr lang="nb-NO" sz="800" dirty="0" err="1" smtClean="0">
                <a:hlinkClick r:id="rId3"/>
              </a:rPr>
              <a:t>Open</a:t>
            </a:r>
            <a:r>
              <a:rPr lang="nb-NO" sz="800" dirty="0" smtClean="0">
                <a:hlinkClick r:id="rId3"/>
              </a:rPr>
              <a:t> Data</a:t>
            </a:r>
            <a:r>
              <a:rPr lang="nb-NO" sz="800" dirty="0" smtClean="0"/>
              <a:t>, CC BY-SA</a:t>
            </a:r>
            <a:endParaRPr lang="nb-NO" sz="8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71438" y="1927859"/>
            <a:ext cx="8820150" cy="4164965"/>
          </a:xfrm>
        </p:spPr>
        <p:txBody>
          <a:bodyPr/>
          <a:lstStyle/>
          <a:p>
            <a:pPr marL="182563" indent="0">
              <a:buNone/>
            </a:pPr>
            <a:endParaRPr lang="en-US" dirty="0" smtClean="0"/>
          </a:p>
          <a:p>
            <a:pPr marL="182563" indent="0">
              <a:buNone/>
            </a:pPr>
            <a:r>
              <a:rPr lang="en-US" dirty="0" smtClean="0"/>
              <a:t>Linked Data is about using the Web to connect related data that wasn't previously linked, or using the Web to lower the barriers to linking data currently linked using other methods. </a:t>
            </a:r>
          </a:p>
          <a:p>
            <a:pPr marL="182563" indent="0">
              <a:buNone/>
            </a:pPr>
            <a:endParaRPr lang="en-US" dirty="0" smtClean="0"/>
          </a:p>
          <a:p>
            <a:pPr marL="182563" indent="0">
              <a:buNone/>
            </a:pPr>
            <a:r>
              <a:rPr lang="en-US" dirty="0" smtClean="0"/>
              <a:t>Wikipedia defines Linked Data as “a term used to describe a recommended best practice for exposing, sharing, and connecting pieces of data, information, and knowledge on the Semantic Web using URIs and RDF.”</a:t>
            </a:r>
          </a:p>
          <a:p>
            <a:pPr marL="182563" indent="0">
              <a:buNone/>
            </a:pPr>
            <a:endParaRPr lang="en-US" dirty="0" smtClean="0"/>
          </a:p>
          <a:p>
            <a:pPr marL="182563" indent="0">
              <a:buNone/>
            </a:pPr>
            <a:r>
              <a:rPr lang="nb-NO" dirty="0" smtClean="0">
                <a:hlinkClick r:id="rId2"/>
              </a:rPr>
              <a:t>http://linkeddata.org/</a:t>
            </a:r>
            <a:r>
              <a:rPr lang="nb-NO" dirty="0" smtClean="0"/>
              <a:t> </a:t>
            </a:r>
            <a:endParaRPr lang="nb-NO" dirty="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11</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026" name="Picture 2" descr="C:\Users\svein.sorensen\Privat\2009 Objectware\Foredrag\LinkingOpenData.gif"/>
          <p:cNvPicPr>
            <a:picLocks noChangeAspect="1" noChangeArrowheads="1"/>
          </p:cNvPicPr>
          <p:nvPr/>
        </p:nvPicPr>
        <p:blipFill>
          <a:blip r:embed="rId3" cstate="print"/>
          <a:srcRect/>
          <a:stretch>
            <a:fillRect/>
          </a:stretch>
        </p:blipFill>
        <p:spPr bwMode="auto">
          <a:xfrm>
            <a:off x="128588" y="0"/>
            <a:ext cx="8763000" cy="1927860"/>
          </a:xfrm>
          <a:prstGeom prst="rect">
            <a:avLst/>
          </a:prstGeom>
          <a:noFill/>
        </p:spPr>
      </p:pic>
      <p:pic>
        <p:nvPicPr>
          <p:cNvPr id="1027" name="Picture 3" descr="C:\Users\svein.sorensen\Privat\2009 Objectware\Foredrag\2368194103_000aefe594.jpg"/>
          <p:cNvPicPr>
            <a:picLocks noChangeAspect="1" noChangeArrowheads="1"/>
          </p:cNvPicPr>
          <p:nvPr/>
        </p:nvPicPr>
        <p:blipFill>
          <a:blip r:embed="rId4" cstate="print"/>
          <a:srcRect/>
          <a:stretch>
            <a:fillRect/>
          </a:stretch>
        </p:blipFill>
        <p:spPr bwMode="auto">
          <a:xfrm>
            <a:off x="5127833" y="4558480"/>
            <a:ext cx="3763755" cy="1364361"/>
          </a:xfrm>
          <a:prstGeom prst="rect">
            <a:avLst/>
          </a:prstGeom>
          <a:noFill/>
        </p:spPr>
      </p:pic>
      <p:sp>
        <p:nvSpPr>
          <p:cNvPr id="9" name="TextBox 8"/>
          <p:cNvSpPr txBox="1"/>
          <p:nvPr/>
        </p:nvSpPr>
        <p:spPr>
          <a:xfrm>
            <a:off x="5207635" y="6118991"/>
            <a:ext cx="3801183" cy="215444"/>
          </a:xfrm>
          <a:prstGeom prst="rect">
            <a:avLst/>
          </a:prstGeom>
          <a:noFill/>
        </p:spPr>
        <p:txBody>
          <a:bodyPr wrap="square" rtlCol="0">
            <a:spAutoFit/>
          </a:bodyPr>
          <a:lstStyle/>
          <a:p>
            <a:pPr algn="r"/>
            <a:r>
              <a:rPr lang="nb-NO" sz="800" dirty="0" err="1" smtClean="0"/>
              <a:t>Graphic</a:t>
            </a:r>
            <a:r>
              <a:rPr lang="nb-NO" sz="800" dirty="0" smtClean="0"/>
              <a:t> by </a:t>
            </a:r>
            <a:r>
              <a:rPr lang="nb-NO" sz="800" dirty="0" err="1" smtClean="0">
                <a:hlinkClick r:id="rId5"/>
              </a:rPr>
              <a:t>semanticwebcompany</a:t>
            </a:r>
            <a:r>
              <a:rPr lang="nb-NO" sz="800" b="1" dirty="0" smtClean="0">
                <a:hlinkClick r:id="rId5"/>
              </a:rPr>
              <a:t> </a:t>
            </a:r>
            <a:r>
              <a:rPr lang="nb-NO" sz="800" dirty="0" smtClean="0"/>
              <a:t>@ </a:t>
            </a:r>
            <a:r>
              <a:rPr lang="nb-NO" sz="800" dirty="0" err="1" smtClean="0"/>
              <a:t>Flickr</a:t>
            </a:r>
            <a:r>
              <a:rPr lang="nb-NO" sz="800" dirty="0" smtClean="0"/>
              <a:t>, CC BY-NC-SA</a:t>
            </a:r>
            <a:endParaRPr lang="nb-NO" sz="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a:xfrm>
            <a:off x="71438" y="1389063"/>
            <a:ext cx="6931932" cy="4703762"/>
          </a:xfrm>
        </p:spPr>
        <p:txBody>
          <a:bodyPr/>
          <a:lstStyle/>
          <a:p>
            <a:pPr marL="265113" indent="-265113">
              <a:buNone/>
            </a:pPr>
            <a:r>
              <a:rPr lang="en-US" b="1" dirty="0" smtClean="0"/>
              <a:t>	</a:t>
            </a:r>
            <a:r>
              <a:rPr lang="en-US" b="1" dirty="0" err="1" smtClean="0"/>
              <a:t>DBpedia</a:t>
            </a:r>
            <a:r>
              <a:rPr lang="en-US" dirty="0" smtClean="0"/>
              <a:t> is a community effort to extract structured information from Wikipedia and to make this information available on the Web. </a:t>
            </a:r>
            <a:r>
              <a:rPr lang="en-US" dirty="0" err="1" smtClean="0"/>
              <a:t>DBpedia</a:t>
            </a:r>
            <a:r>
              <a:rPr lang="en-US" dirty="0" smtClean="0"/>
              <a:t> allows you to ask sophisticated queries against Wikipedia, and to link other data sets on the Web to Wikipedia data.</a:t>
            </a:r>
          </a:p>
          <a:p>
            <a:pPr marL="265113" indent="-265113">
              <a:buNone/>
            </a:pPr>
            <a:endParaRPr lang="en-US" dirty="0" smtClean="0"/>
          </a:p>
          <a:p>
            <a:pPr marL="265113" indent="-265113">
              <a:buNone/>
            </a:pPr>
            <a:r>
              <a:rPr lang="en-US" dirty="0" smtClean="0"/>
              <a:t>	The </a:t>
            </a:r>
            <a:r>
              <a:rPr lang="en-US" dirty="0" err="1" smtClean="0"/>
              <a:t>DBpedia</a:t>
            </a:r>
            <a:r>
              <a:rPr lang="en-US" dirty="0" smtClean="0"/>
              <a:t> knowledge base currently describes more than 2.6 million things, including at least 213,000 persons, 328,000 places, 57,000 music albums, 36,000 films, 20,000 companies. The knowledge base consists of 274 million pieces of information (RDF triples).</a:t>
            </a:r>
          </a:p>
          <a:p>
            <a:pPr marL="265113" indent="-265113">
              <a:buNone/>
            </a:pPr>
            <a:endParaRPr lang="en-US" dirty="0" smtClean="0"/>
          </a:p>
          <a:p>
            <a:pPr marL="265113" indent="-265113">
              <a:buNone/>
            </a:pPr>
            <a:r>
              <a:rPr lang="en-US" dirty="0" smtClean="0"/>
              <a:t>	</a:t>
            </a:r>
            <a:r>
              <a:rPr lang="en-US" dirty="0" smtClean="0">
                <a:hlinkClick r:id="rId2"/>
              </a:rPr>
              <a:t>http://dbpedia.org/</a:t>
            </a:r>
            <a:r>
              <a:rPr lang="en-US" dirty="0" smtClean="0"/>
              <a:t> </a:t>
            </a:r>
          </a:p>
          <a:p>
            <a:pPr marL="265113" indent="-265113">
              <a:buNone/>
            </a:pPr>
            <a:r>
              <a:rPr lang="en-US" dirty="0" smtClean="0"/>
              <a:t>	</a:t>
            </a:r>
          </a:p>
          <a:p>
            <a:pPr marL="265113" indent="-265113">
              <a:buNone/>
            </a:pPr>
            <a:r>
              <a:rPr lang="en-US" dirty="0" smtClean="0"/>
              <a:t>	</a:t>
            </a:r>
            <a:r>
              <a:rPr lang="en-US" dirty="0" err="1" smtClean="0"/>
              <a:t>DBpedia</a:t>
            </a:r>
            <a:r>
              <a:rPr lang="en-US" dirty="0" smtClean="0"/>
              <a:t> and all other linked data is searchable with SPARQL</a:t>
            </a:r>
          </a:p>
          <a:p>
            <a:pPr marL="265113" indent="-265113">
              <a:buNone/>
            </a:pPr>
            <a:r>
              <a:rPr lang="en-US" dirty="0" smtClean="0"/>
              <a:t>	</a:t>
            </a:r>
            <a:r>
              <a:rPr lang="en-US" dirty="0" smtClean="0">
                <a:hlinkClick r:id="rId3"/>
              </a:rPr>
              <a:t>http://en.wikipedia.org/wiki/SPARQL</a:t>
            </a:r>
            <a:r>
              <a:rPr lang="en-US" dirty="0" smtClean="0"/>
              <a:t> </a:t>
            </a:r>
            <a:endParaRPr lang="nb-NO" dirty="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12</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9218" name="Picture 2" descr="C:\Users\svein.sorensen\Privat\2009 Objectware\Foredrag\dbpedia_logo.png"/>
          <p:cNvPicPr>
            <a:picLocks noChangeAspect="1" noChangeArrowheads="1"/>
          </p:cNvPicPr>
          <p:nvPr/>
        </p:nvPicPr>
        <p:blipFill>
          <a:blip r:embed="rId4" cstate="print"/>
          <a:srcRect/>
          <a:stretch>
            <a:fillRect/>
          </a:stretch>
        </p:blipFill>
        <p:spPr bwMode="auto">
          <a:xfrm>
            <a:off x="2649538" y="246063"/>
            <a:ext cx="1847850" cy="1143000"/>
          </a:xfrm>
          <a:prstGeom prst="rect">
            <a:avLst/>
          </a:prstGeom>
          <a:noFill/>
        </p:spPr>
      </p:pic>
      <p:pic>
        <p:nvPicPr>
          <p:cNvPr id="9219" name="Picture 3" descr="C:\Users\svein.sorensen\Privat\2009 Objectware\Foredrag\Wiki.png"/>
          <p:cNvPicPr>
            <a:picLocks noChangeAspect="1" noChangeArrowheads="1"/>
          </p:cNvPicPr>
          <p:nvPr/>
        </p:nvPicPr>
        <p:blipFill>
          <a:blip r:embed="rId5" cstate="print"/>
          <a:srcRect/>
          <a:stretch>
            <a:fillRect/>
          </a:stretch>
        </p:blipFill>
        <p:spPr bwMode="auto">
          <a:xfrm>
            <a:off x="7003370" y="246063"/>
            <a:ext cx="1888217" cy="2167953"/>
          </a:xfrm>
          <a:prstGeom prst="rect">
            <a:avLst/>
          </a:prstGeom>
          <a:noFill/>
        </p:spPr>
      </p:pic>
      <p:sp>
        <p:nvSpPr>
          <p:cNvPr id="8" name="Left Arrow 7"/>
          <p:cNvSpPr/>
          <p:nvPr/>
        </p:nvSpPr>
        <p:spPr>
          <a:xfrm>
            <a:off x="5266944" y="630936"/>
            <a:ext cx="1472184" cy="62179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nb-NO" dirty="0" smtClean="0"/>
              <a:t> Open </a:t>
            </a:r>
            <a:r>
              <a:rPr lang="nb-NO" dirty="0" err="1" smtClean="0"/>
              <a:t>Streetmap</a:t>
            </a:r>
            <a:endParaRPr lang="nb-NO" dirty="0"/>
          </a:p>
        </p:txBody>
      </p:sp>
      <p:sp>
        <p:nvSpPr>
          <p:cNvPr id="7" name="Content Placeholder 6"/>
          <p:cNvSpPr>
            <a:spLocks noGrp="1"/>
          </p:cNvSpPr>
          <p:nvPr>
            <p:ph idx="1"/>
          </p:nvPr>
        </p:nvSpPr>
        <p:spPr>
          <a:xfrm>
            <a:off x="71438" y="1389063"/>
            <a:ext cx="8820150" cy="1838769"/>
          </a:xfrm>
        </p:spPr>
        <p:txBody>
          <a:bodyPr/>
          <a:lstStyle/>
          <a:p>
            <a:pPr marL="265113" indent="0">
              <a:buNone/>
            </a:pPr>
            <a:r>
              <a:rPr lang="en-US" dirty="0" err="1" smtClean="0"/>
              <a:t>OpenStreetMap</a:t>
            </a:r>
            <a:r>
              <a:rPr lang="en-US" dirty="0" smtClean="0"/>
              <a:t> is a free editable map of the whole world. </a:t>
            </a:r>
            <a:br>
              <a:rPr lang="en-US" dirty="0" smtClean="0"/>
            </a:br>
            <a:r>
              <a:rPr lang="en-US" dirty="0" smtClean="0"/>
              <a:t>It is made by people like you. </a:t>
            </a:r>
          </a:p>
          <a:p>
            <a:pPr marL="265113" indent="0">
              <a:buNone/>
            </a:pPr>
            <a:r>
              <a:rPr lang="en-US" dirty="0" err="1" smtClean="0"/>
              <a:t>OpenStreetMap</a:t>
            </a:r>
            <a:r>
              <a:rPr lang="en-US" dirty="0" smtClean="0"/>
              <a:t> allows you to view, edit and use geographical data in a collaborative way from anywhere on Earth. </a:t>
            </a:r>
          </a:p>
          <a:p>
            <a:pPr marL="265113" indent="0">
              <a:buNone/>
            </a:pPr>
            <a:r>
              <a:rPr lang="en-US" dirty="0" smtClean="0">
                <a:hlinkClick r:id="rId2"/>
              </a:rPr>
              <a:t>www.openstreetmap.org</a:t>
            </a:r>
            <a:r>
              <a:rPr lang="en-US" dirty="0" smtClean="0"/>
              <a:t> </a:t>
            </a:r>
            <a:endParaRPr lang="en-US" dirty="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13</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8194" name="Picture 2" descr="C:\Users\svein.sorensen\Privat\2009 Objectware\Foredrag\1218150545.png"/>
          <p:cNvPicPr>
            <a:picLocks noChangeAspect="1" noChangeArrowheads="1"/>
          </p:cNvPicPr>
          <p:nvPr/>
        </p:nvPicPr>
        <p:blipFill>
          <a:blip r:embed="rId3" cstate="print"/>
          <a:srcRect/>
          <a:stretch>
            <a:fillRect/>
          </a:stretch>
        </p:blipFill>
        <p:spPr bwMode="auto">
          <a:xfrm>
            <a:off x="7022592" y="246063"/>
            <a:ext cx="1676972" cy="1676972"/>
          </a:xfrm>
          <a:prstGeom prst="rect">
            <a:avLst/>
          </a:prstGeom>
          <a:noFill/>
        </p:spPr>
      </p:pic>
      <p:pic>
        <p:nvPicPr>
          <p:cNvPr id="8195" name="Picture 3"/>
          <p:cNvPicPr>
            <a:picLocks noChangeAspect="1" noChangeArrowheads="1"/>
          </p:cNvPicPr>
          <p:nvPr/>
        </p:nvPicPr>
        <p:blipFill>
          <a:blip r:embed="rId4" cstate="print"/>
          <a:srcRect/>
          <a:stretch>
            <a:fillRect/>
          </a:stretch>
        </p:blipFill>
        <p:spPr bwMode="auto">
          <a:xfrm>
            <a:off x="6215063" y="2877248"/>
            <a:ext cx="2676525" cy="2381250"/>
          </a:xfrm>
          <a:prstGeom prst="rect">
            <a:avLst/>
          </a:prstGeom>
          <a:noFill/>
          <a:ln w="9525">
            <a:noFill/>
            <a:miter lim="800000"/>
            <a:headEnd/>
            <a:tailEnd/>
          </a:ln>
          <a:effectLst/>
        </p:spPr>
      </p:pic>
      <p:sp>
        <p:nvSpPr>
          <p:cNvPr id="8" name="Title 5"/>
          <p:cNvSpPr txBox="1">
            <a:spLocks/>
          </p:cNvSpPr>
          <p:nvPr/>
        </p:nvSpPr>
        <p:spPr bwMode="auto">
          <a:xfrm>
            <a:off x="223838" y="2703512"/>
            <a:ext cx="8820150" cy="1008063"/>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nb-NO" sz="3000" b="1" i="0" u="none" strike="noStrike" kern="0" cap="none" spc="0" normalizeH="0" baseline="0" noProof="0" dirty="0" err="1" smtClean="0">
                <a:ln>
                  <a:noFill/>
                </a:ln>
                <a:solidFill>
                  <a:schemeClr val="tx2"/>
                </a:solidFill>
                <a:effectLst/>
                <a:uLnTx/>
                <a:uFillTx/>
                <a:latin typeface="+mj-lt"/>
                <a:ea typeface="+mj-ea"/>
                <a:cs typeface="+mj-cs"/>
              </a:rPr>
              <a:t>GeoNames</a:t>
            </a:r>
            <a:endParaRPr kumimoji="0" lang="nb-NO" sz="3000" b="1" i="0" u="none" strike="noStrike" kern="0" cap="none" spc="0" normalizeH="0" baseline="0" noProof="0" dirty="0">
              <a:ln>
                <a:noFill/>
              </a:ln>
              <a:solidFill>
                <a:schemeClr val="tx2"/>
              </a:solidFill>
              <a:effectLst/>
              <a:uLnTx/>
              <a:uFillTx/>
              <a:latin typeface="+mj-lt"/>
              <a:ea typeface="+mj-ea"/>
              <a:cs typeface="+mj-cs"/>
            </a:endParaRPr>
          </a:p>
        </p:txBody>
      </p:sp>
      <p:sp>
        <p:nvSpPr>
          <p:cNvPr id="10" name="Content Placeholder 6"/>
          <p:cNvSpPr txBox="1">
            <a:spLocks/>
          </p:cNvSpPr>
          <p:nvPr/>
        </p:nvSpPr>
        <p:spPr bwMode="auto">
          <a:xfrm>
            <a:off x="223839" y="3711575"/>
            <a:ext cx="5491161" cy="1838769"/>
          </a:xfrm>
          <a:prstGeom prst="rect">
            <a:avLst/>
          </a:prstGeom>
          <a:noFill/>
          <a:ln w="9525">
            <a:noFill/>
            <a:miter lim="800000"/>
            <a:headEnd/>
            <a:tailEnd/>
          </a:ln>
        </p:spPr>
        <p:txBody>
          <a:bodyPr vert="horz" wrap="square" lIns="91440" tIns="162000" rIns="91440" bIns="45720" numCol="1" anchor="t" anchorCtr="0" compatLnSpc="1">
            <a:prstTxWarp prst="textNoShape">
              <a:avLst/>
            </a:prstTxWarp>
          </a:bodyPr>
          <a:lstStyle/>
          <a:p>
            <a:pPr marL="96838" lvl="0" indent="-4763" eaLnBrk="0" hangingPunct="0">
              <a:spcBef>
                <a:spcPct val="20000"/>
              </a:spcBef>
            </a:pPr>
            <a:r>
              <a:rPr lang="en-US" sz="1600" dirty="0" smtClean="0"/>
              <a:t>The </a:t>
            </a:r>
            <a:r>
              <a:rPr lang="en-US" sz="1600" dirty="0" err="1" smtClean="0"/>
              <a:t>GeoNames</a:t>
            </a:r>
            <a:r>
              <a:rPr lang="en-US" sz="1600" dirty="0" smtClean="0"/>
              <a:t> geographical database is available for download free of charge under a creative commons attribution license. It contains over eight million geographical names and consists of 6.5 million unique features.</a:t>
            </a:r>
          </a:p>
          <a:p>
            <a:pPr marL="96838" lvl="0" indent="-4763" eaLnBrk="0" hangingPunct="0">
              <a:spcBef>
                <a:spcPct val="20000"/>
              </a:spcBef>
            </a:pPr>
            <a:r>
              <a:rPr kumimoji="0" lang="en-US" sz="1600" b="0" i="0" u="none" strike="noStrike" kern="0" cap="none" spc="0" normalizeH="0" baseline="0" noProof="0" dirty="0" smtClean="0">
                <a:ln>
                  <a:noFill/>
                </a:ln>
                <a:solidFill>
                  <a:schemeClr val="tx1"/>
                </a:solidFill>
                <a:effectLst/>
                <a:uLnTx/>
                <a:uFillTx/>
                <a:latin typeface="+mn-lt"/>
                <a:ea typeface="+mn-ea"/>
                <a:cs typeface="+mn-cs"/>
                <a:hlinkClick r:id="rId5"/>
              </a:rPr>
              <a:t>www.geonames.org</a:t>
            </a:r>
            <a:r>
              <a:rPr kumimoji="0" lang="en-US" sz="1600" b="0" i="0" u="none" strike="noStrike" kern="0" cap="none" spc="0" normalizeH="0" baseline="0" noProof="0" dirty="0" smtClean="0">
                <a:ln>
                  <a:noFill/>
                </a:ln>
                <a:solidFill>
                  <a:schemeClr val="tx1"/>
                </a:solidFill>
                <a:effectLst/>
                <a:uLnTx/>
                <a:uFillTx/>
                <a:latin typeface="+mn-lt"/>
                <a:ea typeface="+mn-ea"/>
                <a:cs typeface="+mn-cs"/>
              </a:rPr>
              <a:t> </a:t>
            </a:r>
            <a:endParaRPr kumimoji="0" lang="en-US" sz="16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438" y="146304"/>
            <a:ext cx="8820150" cy="1008063"/>
          </a:xfrm>
        </p:spPr>
        <p:txBody>
          <a:bodyPr/>
          <a:lstStyle/>
          <a:p>
            <a:r>
              <a:rPr lang="nb-NO" dirty="0" err="1" smtClean="0"/>
              <a:t>Creating</a:t>
            </a:r>
            <a:r>
              <a:rPr lang="nb-NO" dirty="0" smtClean="0"/>
              <a:t> Open Data</a:t>
            </a:r>
            <a:endParaRPr lang="nb-NO" dirty="0"/>
          </a:p>
        </p:txBody>
      </p:sp>
      <p:sp>
        <p:nvSpPr>
          <p:cNvPr id="3" name="Content Placeholder 2"/>
          <p:cNvSpPr>
            <a:spLocks noGrp="1"/>
          </p:cNvSpPr>
          <p:nvPr>
            <p:ph idx="1"/>
          </p:nvPr>
        </p:nvSpPr>
        <p:spPr>
          <a:xfrm>
            <a:off x="71438" y="1154367"/>
            <a:ext cx="8820150" cy="4938458"/>
          </a:xfrm>
        </p:spPr>
        <p:txBody>
          <a:bodyPr/>
          <a:lstStyle/>
          <a:p>
            <a:pPr marL="265113" indent="-265113"/>
            <a:r>
              <a:rPr lang="en-US" dirty="0" smtClean="0"/>
              <a:t>Public Domain – Only after the expiration of copyright</a:t>
            </a:r>
          </a:p>
          <a:p>
            <a:pPr marL="265113" indent="-265113"/>
            <a:r>
              <a:rPr lang="en-US" dirty="0" smtClean="0"/>
              <a:t>Science Commons protocol for open data</a:t>
            </a:r>
          </a:p>
          <a:p>
            <a:pPr marL="265113" indent="-265113"/>
            <a:endParaRPr lang="en-US" sz="800" dirty="0" smtClean="0"/>
          </a:p>
          <a:p>
            <a:pPr marL="454026" lvl="1" indent="-182563">
              <a:buFont typeface="Wingdings" pitchFamily="2" charset="2"/>
              <a:buChar char="Ø"/>
            </a:pPr>
            <a:r>
              <a:rPr lang="en-US" dirty="0" smtClean="0"/>
              <a:t> Creative Commons Zero (</a:t>
            </a:r>
            <a:r>
              <a:rPr lang="en-US" dirty="0" smtClean="0">
                <a:hlinkClick r:id="rId2"/>
              </a:rPr>
              <a:t>Link</a:t>
            </a:r>
            <a:r>
              <a:rPr lang="en-US" dirty="0" smtClean="0"/>
              <a:t>)</a:t>
            </a:r>
            <a:endParaRPr lang="nb-NO" dirty="0" smtClean="0"/>
          </a:p>
          <a:p>
            <a:pPr marL="454026" lvl="1" indent="-182563">
              <a:buFont typeface="Wingdings" pitchFamily="2" charset="2"/>
              <a:buChar char="Ø"/>
            </a:pPr>
            <a:r>
              <a:rPr lang="en-US" dirty="0" smtClean="0"/>
              <a:t> Public Domain Dedication &amp; </a:t>
            </a:r>
            <a:r>
              <a:rPr lang="en-US" dirty="0" err="1" smtClean="0"/>
              <a:t>Licence</a:t>
            </a:r>
            <a:r>
              <a:rPr lang="en-US" dirty="0" smtClean="0"/>
              <a:t> with </a:t>
            </a:r>
            <a:r>
              <a:rPr lang="nb-NO" dirty="0" err="1" smtClean="0"/>
              <a:t>Community</a:t>
            </a:r>
            <a:r>
              <a:rPr lang="nb-NO" dirty="0" smtClean="0"/>
              <a:t> Norms (</a:t>
            </a:r>
            <a:r>
              <a:rPr lang="nb-NO" dirty="0" smtClean="0">
                <a:hlinkClick r:id="rId3"/>
              </a:rPr>
              <a:t>Link</a:t>
            </a:r>
            <a:r>
              <a:rPr lang="nb-NO" dirty="0" smtClean="0"/>
              <a:t>)</a:t>
            </a:r>
            <a:endParaRPr lang="en-US" dirty="0" smtClean="0"/>
          </a:p>
          <a:p>
            <a:pPr>
              <a:buNone/>
            </a:pPr>
            <a:endParaRPr lang="nb-NO" b="1" dirty="0" smtClean="0"/>
          </a:p>
          <a:p>
            <a:pPr marL="709613" lvl="2" indent="-169863">
              <a:buFont typeface="Courier New" pitchFamily="49" charset="0"/>
              <a:buChar char="o"/>
            </a:pPr>
            <a:r>
              <a:rPr lang="en-US" b="1" dirty="0" smtClean="0"/>
              <a:t> Avoid Technical protection measures</a:t>
            </a:r>
            <a:endParaRPr lang="en-US" dirty="0" smtClean="0"/>
          </a:p>
          <a:p>
            <a:pPr marL="709613" lvl="2" indent="-169863">
              <a:buFont typeface="Courier New" pitchFamily="49" charset="0"/>
              <a:buChar char="o"/>
            </a:pPr>
            <a:r>
              <a:rPr lang="en-US" b="1" dirty="0" smtClean="0"/>
              <a:t> Give credit where credit’s due</a:t>
            </a:r>
            <a:endParaRPr lang="en-US" dirty="0" smtClean="0"/>
          </a:p>
          <a:p>
            <a:pPr marL="709613" lvl="2" indent="-169863">
              <a:buFont typeface="Courier New" pitchFamily="49" charset="0"/>
              <a:buChar char="o"/>
            </a:pPr>
            <a:r>
              <a:rPr lang="en-US" b="1" dirty="0" smtClean="0"/>
              <a:t> Use Open formats </a:t>
            </a:r>
            <a:endParaRPr lang="en-US" dirty="0" smtClean="0"/>
          </a:p>
          <a:p>
            <a:pPr marL="709613" lvl="2" indent="-169863">
              <a:buFont typeface="Courier New" pitchFamily="49" charset="0"/>
              <a:buChar char="o"/>
            </a:pPr>
            <a:r>
              <a:rPr lang="en-US" b="1" dirty="0" smtClean="0"/>
              <a:t> Let others know! </a:t>
            </a:r>
          </a:p>
          <a:p>
            <a:pPr marL="709613" lvl="2" indent="-169863">
              <a:buFont typeface="Courier New" pitchFamily="49" charset="0"/>
              <a:buChar char="o"/>
            </a:pPr>
            <a:r>
              <a:rPr lang="en-US" b="1" dirty="0" smtClean="0"/>
              <a:t> Share your work too!</a:t>
            </a:r>
            <a:r>
              <a:rPr lang="en-US" dirty="0" smtClean="0"/>
              <a:t> </a:t>
            </a:r>
            <a:endParaRPr lang="nb-NO" dirty="0"/>
          </a:p>
        </p:txBody>
      </p:sp>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14</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7170" name="Picture 2" descr="C:\Users\svein.sorensen\Privat\2009 Objectware\Foredrag\2512983749_ee38b41e0d.jpg"/>
          <p:cNvPicPr>
            <a:picLocks noChangeAspect="1" noChangeArrowheads="1"/>
          </p:cNvPicPr>
          <p:nvPr/>
        </p:nvPicPr>
        <p:blipFill>
          <a:blip r:embed="rId4" cstate="print"/>
          <a:srcRect/>
          <a:stretch>
            <a:fillRect/>
          </a:stretch>
        </p:blipFill>
        <p:spPr bwMode="auto">
          <a:xfrm>
            <a:off x="4069080" y="3691215"/>
            <a:ext cx="4822508" cy="2401610"/>
          </a:xfrm>
          <a:prstGeom prst="rect">
            <a:avLst/>
          </a:prstGeom>
          <a:noFill/>
        </p:spPr>
      </p:pic>
      <p:sp>
        <p:nvSpPr>
          <p:cNvPr id="7" name="TextBox 6"/>
          <p:cNvSpPr txBox="1"/>
          <p:nvPr/>
        </p:nvSpPr>
        <p:spPr>
          <a:xfrm>
            <a:off x="5207635" y="6118991"/>
            <a:ext cx="3801183" cy="215444"/>
          </a:xfrm>
          <a:prstGeom prst="rect">
            <a:avLst/>
          </a:prstGeom>
          <a:noFill/>
        </p:spPr>
        <p:txBody>
          <a:bodyPr wrap="square" rtlCol="0">
            <a:spAutoFit/>
          </a:bodyPr>
          <a:lstStyle/>
          <a:p>
            <a:pPr algn="r"/>
            <a:r>
              <a:rPr lang="nb-NO" sz="800" dirty="0" smtClean="0"/>
              <a:t>Photo by </a:t>
            </a:r>
            <a:r>
              <a:rPr lang="nb-NO" sz="800" dirty="0" err="1" smtClean="0">
                <a:hlinkClick r:id="rId5"/>
              </a:rPr>
              <a:t>suttonhoo</a:t>
            </a:r>
            <a:r>
              <a:rPr lang="nb-NO" sz="800" b="1" dirty="0" smtClean="0"/>
              <a:t> </a:t>
            </a:r>
            <a:r>
              <a:rPr lang="nb-NO" sz="800" dirty="0" smtClean="0"/>
              <a:t>@ </a:t>
            </a:r>
            <a:r>
              <a:rPr lang="nb-NO" sz="800" dirty="0" err="1" smtClean="0"/>
              <a:t>Flickr</a:t>
            </a:r>
            <a:r>
              <a:rPr lang="nb-NO" sz="800" dirty="0" smtClean="0"/>
              <a:t>, CC BY-NC-SA</a:t>
            </a:r>
            <a:endParaRPr lang="nb-NO" sz="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pPr>
              <a:defRPr/>
            </a:pPr>
            <a:fld id="{7490E6F3-8B1D-447C-A765-63813ECB5956}" type="slidenum">
              <a:rPr lang="nb-NO" smtClean="0"/>
              <a:pPr>
                <a:defRPr/>
              </a:pPr>
              <a:t>15</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1026" name="Picture 2" descr="C:\Users\Telcontar\Private Documents\Arbeid\2009 Objectware\Presentasjoner\Open Data\408347932_4053fd53cd_b.jpg"/>
          <p:cNvPicPr>
            <a:picLocks noChangeAspect="1" noChangeArrowheads="1"/>
          </p:cNvPicPr>
          <p:nvPr/>
        </p:nvPicPr>
        <p:blipFill>
          <a:blip r:embed="rId2" cstate="print"/>
          <a:srcRect/>
          <a:stretch>
            <a:fillRect/>
          </a:stretch>
        </p:blipFill>
        <p:spPr bwMode="auto">
          <a:xfrm>
            <a:off x="0" y="-1"/>
            <a:ext cx="9158806" cy="6090963"/>
          </a:xfrm>
          <a:prstGeom prst="rect">
            <a:avLst/>
          </a:prstGeom>
          <a:noFill/>
        </p:spPr>
      </p:pic>
      <p:sp>
        <p:nvSpPr>
          <p:cNvPr id="7" name="TextBox 6"/>
          <p:cNvSpPr txBox="1"/>
          <p:nvPr/>
        </p:nvSpPr>
        <p:spPr>
          <a:xfrm>
            <a:off x="0" y="460979"/>
            <a:ext cx="9158806" cy="1754326"/>
          </a:xfrm>
          <a:prstGeom prst="rect">
            <a:avLst/>
          </a:prstGeom>
          <a:noFill/>
        </p:spPr>
        <p:txBody>
          <a:bodyPr wrap="square" rtlCol="0">
            <a:spAutoFit/>
          </a:bodyPr>
          <a:lstStyle/>
          <a:p>
            <a:pPr algn="ctr"/>
            <a:r>
              <a:rPr lang="nb-NO" sz="5400" b="1" dirty="0" smtClean="0">
                <a:solidFill>
                  <a:schemeClr val="accent2">
                    <a:lumMod val="40000"/>
                    <a:lumOff val="60000"/>
                  </a:schemeClr>
                </a:solidFill>
                <a:latin typeface="Bradley Hand ITC" pitchFamily="66" charset="0"/>
              </a:rPr>
              <a:t>The road to open knowledge </a:t>
            </a:r>
          </a:p>
          <a:p>
            <a:pPr algn="ctr"/>
            <a:r>
              <a:rPr lang="nb-NO" sz="5400" b="1" dirty="0" smtClean="0">
                <a:solidFill>
                  <a:schemeClr val="accent2">
                    <a:lumMod val="40000"/>
                    <a:lumOff val="60000"/>
                  </a:schemeClr>
                </a:solidFill>
                <a:latin typeface="Bradley Hand ITC" pitchFamily="66" charset="0"/>
              </a:rPr>
              <a:t>starts here!</a:t>
            </a:r>
            <a:endParaRPr lang="nb-NO" sz="5400" b="1" dirty="0">
              <a:solidFill>
                <a:schemeClr val="accent2">
                  <a:lumMod val="40000"/>
                  <a:lumOff val="60000"/>
                </a:schemeClr>
              </a:solidFill>
              <a:latin typeface="Bradley Hand ITC" pitchFamily="66" charset="0"/>
            </a:endParaRPr>
          </a:p>
        </p:txBody>
      </p:sp>
      <p:sp>
        <p:nvSpPr>
          <p:cNvPr id="8" name="TextBox 7"/>
          <p:cNvSpPr txBox="1"/>
          <p:nvPr/>
        </p:nvSpPr>
        <p:spPr>
          <a:xfrm>
            <a:off x="5241216" y="6118991"/>
            <a:ext cx="3801183" cy="215444"/>
          </a:xfrm>
          <a:prstGeom prst="rect">
            <a:avLst/>
          </a:prstGeom>
          <a:noFill/>
        </p:spPr>
        <p:txBody>
          <a:bodyPr wrap="square" rtlCol="0">
            <a:spAutoFit/>
          </a:bodyPr>
          <a:lstStyle/>
          <a:p>
            <a:pPr algn="r"/>
            <a:r>
              <a:rPr lang="nb-NO" sz="800" dirty="0" smtClean="0"/>
              <a:t>Photo by </a:t>
            </a:r>
            <a:r>
              <a:rPr lang="nb-NO" sz="800" dirty="0" err="1" smtClean="0">
                <a:hlinkClick r:id="rId3"/>
              </a:rPr>
              <a:t>danesparza</a:t>
            </a:r>
            <a:r>
              <a:rPr lang="nb-NO" sz="800" dirty="0" smtClean="0"/>
              <a:t> @ </a:t>
            </a:r>
            <a:r>
              <a:rPr lang="nb-NO" sz="800" dirty="0" err="1" smtClean="0"/>
              <a:t>Flickr</a:t>
            </a:r>
            <a:r>
              <a:rPr lang="nb-NO" sz="800" dirty="0" smtClean="0"/>
              <a:t>, CC BY-ND</a:t>
            </a:r>
            <a:endParaRPr lang="nb-NO" sz="8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nb-NO" dirty="0" smtClean="0"/>
              <a:t>Svein-Magnus Sørensen</a:t>
            </a:r>
            <a:endParaRPr lang="nb-NO" dirty="0"/>
          </a:p>
        </p:txBody>
      </p:sp>
      <p:sp>
        <p:nvSpPr>
          <p:cNvPr id="7" name="Content Placeholder 6"/>
          <p:cNvSpPr>
            <a:spLocks noGrp="1"/>
          </p:cNvSpPr>
          <p:nvPr>
            <p:ph idx="1"/>
          </p:nvPr>
        </p:nvSpPr>
        <p:spPr/>
        <p:txBody>
          <a:bodyPr/>
          <a:lstStyle/>
          <a:p>
            <a:pPr marL="630238" indent="-271463">
              <a:buFont typeface="Wingdings" pitchFamily="2" charset="2"/>
              <a:buChar char="ü"/>
            </a:pPr>
            <a:r>
              <a:rPr lang="nb-NO" dirty="0" smtClean="0"/>
              <a:t>Master </a:t>
            </a:r>
            <a:r>
              <a:rPr lang="nb-NO" dirty="0" err="1" smtClean="0"/>
              <a:t>of</a:t>
            </a:r>
            <a:r>
              <a:rPr lang="nb-NO" dirty="0" smtClean="0"/>
              <a:t> Science in Communications </a:t>
            </a:r>
            <a:r>
              <a:rPr lang="nb-NO" dirty="0" err="1" smtClean="0"/>
              <a:t>Technology</a:t>
            </a:r>
            <a:r>
              <a:rPr lang="nb-NO" dirty="0" smtClean="0"/>
              <a:t> from NTNU</a:t>
            </a:r>
          </a:p>
          <a:p>
            <a:pPr marL="630238" indent="-271463">
              <a:buFont typeface="Wingdings" pitchFamily="2" charset="2"/>
              <a:buChar char="ü"/>
            </a:pPr>
            <a:r>
              <a:rPr lang="nb-NO" dirty="0" err="1" smtClean="0"/>
              <a:t>Graduate</a:t>
            </a:r>
            <a:r>
              <a:rPr lang="nb-NO" dirty="0" smtClean="0"/>
              <a:t> from </a:t>
            </a:r>
            <a:r>
              <a:rPr lang="nb-NO" dirty="0" err="1" smtClean="0"/>
              <a:t>the</a:t>
            </a:r>
            <a:r>
              <a:rPr lang="nb-NO" dirty="0" smtClean="0"/>
              <a:t> </a:t>
            </a:r>
            <a:r>
              <a:rPr lang="nb-NO" dirty="0" err="1" smtClean="0"/>
              <a:t>Norwegian</a:t>
            </a:r>
            <a:r>
              <a:rPr lang="nb-NO" dirty="0" smtClean="0"/>
              <a:t> </a:t>
            </a:r>
            <a:r>
              <a:rPr lang="nb-NO" dirty="0" err="1" smtClean="0"/>
              <a:t>School</a:t>
            </a:r>
            <a:r>
              <a:rPr lang="nb-NO" dirty="0" smtClean="0"/>
              <a:t> </a:t>
            </a:r>
            <a:r>
              <a:rPr lang="nb-NO" dirty="0" err="1" smtClean="0"/>
              <a:t>of</a:t>
            </a:r>
            <a:r>
              <a:rPr lang="nb-NO" dirty="0" smtClean="0"/>
              <a:t> </a:t>
            </a:r>
            <a:r>
              <a:rPr lang="nb-NO" dirty="0" err="1" smtClean="0"/>
              <a:t>Entrepreneurship</a:t>
            </a:r>
            <a:r>
              <a:rPr lang="nb-NO" dirty="0" smtClean="0"/>
              <a:t> (Gründerskolen)</a:t>
            </a:r>
          </a:p>
          <a:p>
            <a:pPr marL="630238" indent="-271463"/>
            <a:endParaRPr lang="nb-NO" dirty="0" smtClean="0"/>
          </a:p>
          <a:p>
            <a:pPr marL="884238" lvl="1" indent="-271463"/>
            <a:r>
              <a:rPr lang="nb-NO" dirty="0" err="1" smtClean="0"/>
              <a:t>Worked</a:t>
            </a:r>
            <a:r>
              <a:rPr lang="nb-NO" dirty="0" smtClean="0"/>
              <a:t> 2 </a:t>
            </a:r>
            <a:r>
              <a:rPr lang="nb-NO" dirty="0" err="1" smtClean="0"/>
              <a:t>years</a:t>
            </a:r>
            <a:r>
              <a:rPr lang="nb-NO" dirty="0" smtClean="0"/>
              <a:t> at </a:t>
            </a:r>
            <a:r>
              <a:rPr lang="nb-NO" dirty="0" err="1" smtClean="0"/>
              <a:t>Computas</a:t>
            </a:r>
            <a:r>
              <a:rPr lang="nb-NO" dirty="0" smtClean="0"/>
              <a:t> AS </a:t>
            </a:r>
            <a:r>
              <a:rPr lang="nb-NO" dirty="0" err="1" smtClean="0"/>
              <a:t>as</a:t>
            </a:r>
            <a:r>
              <a:rPr lang="nb-NO" dirty="0" smtClean="0"/>
              <a:t> a </a:t>
            </a:r>
            <a:r>
              <a:rPr lang="nb-NO" dirty="0" err="1" smtClean="0"/>
              <a:t>webdeveloper</a:t>
            </a:r>
            <a:endParaRPr lang="nb-NO" dirty="0" smtClean="0"/>
          </a:p>
          <a:p>
            <a:pPr marL="884238" lvl="1" indent="-271463"/>
            <a:r>
              <a:rPr lang="nb-NO" dirty="0" err="1" smtClean="0"/>
              <a:t>Currently</a:t>
            </a:r>
            <a:r>
              <a:rPr lang="nb-NO" dirty="0" smtClean="0"/>
              <a:t> </a:t>
            </a:r>
            <a:r>
              <a:rPr lang="nb-NO" dirty="0" err="1" smtClean="0"/>
              <a:t>working</a:t>
            </a:r>
            <a:r>
              <a:rPr lang="nb-NO" dirty="0" smtClean="0"/>
              <a:t> at </a:t>
            </a:r>
            <a:r>
              <a:rPr lang="nb-NO" dirty="0" err="1" smtClean="0"/>
              <a:t>Objectware</a:t>
            </a:r>
            <a:r>
              <a:rPr lang="nb-NO" dirty="0" smtClean="0"/>
              <a:t> AS </a:t>
            </a:r>
            <a:r>
              <a:rPr lang="nb-NO" dirty="0" err="1" smtClean="0"/>
              <a:t>as</a:t>
            </a:r>
            <a:r>
              <a:rPr lang="nb-NO" dirty="0" smtClean="0"/>
              <a:t> a business </a:t>
            </a:r>
            <a:r>
              <a:rPr lang="nb-NO" dirty="0" err="1" smtClean="0"/>
              <a:t>analyst</a:t>
            </a:r>
            <a:endParaRPr lang="nb-NO" dirty="0" smtClean="0"/>
          </a:p>
          <a:p>
            <a:pPr marL="630238" indent="-271463"/>
            <a:endParaRPr lang="nb-NO" dirty="0" smtClean="0"/>
          </a:p>
          <a:p>
            <a:pPr marL="1143000" lvl="2" indent="-271463">
              <a:buFont typeface="Wingdings" pitchFamily="2" charset="2"/>
              <a:buChar char="Ø"/>
            </a:pPr>
            <a:r>
              <a:rPr lang="nb-NO" dirty="0" err="1" smtClean="0"/>
              <a:t>Weblog</a:t>
            </a:r>
            <a:r>
              <a:rPr lang="nb-NO" dirty="0" smtClean="0"/>
              <a:t>: </a:t>
            </a:r>
            <a:r>
              <a:rPr lang="nb-NO" dirty="0" smtClean="0">
                <a:hlinkClick r:id="rId2"/>
              </a:rPr>
              <a:t>http://blog.menneske.org</a:t>
            </a:r>
            <a:endParaRPr lang="nb-NO" dirty="0" smtClean="0"/>
          </a:p>
          <a:p>
            <a:pPr marL="1143000" lvl="2" indent="-271463">
              <a:buFont typeface="Wingdings" pitchFamily="2" charset="2"/>
              <a:buChar char="Ø"/>
            </a:pPr>
            <a:r>
              <a:rPr lang="nb-NO" dirty="0" err="1" smtClean="0"/>
              <a:t>Twitter</a:t>
            </a:r>
            <a:r>
              <a:rPr lang="nb-NO" dirty="0" smtClean="0"/>
              <a:t>: </a:t>
            </a:r>
            <a:r>
              <a:rPr lang="nb-NO" dirty="0" smtClean="0">
                <a:hlinkClick r:id="rId3"/>
              </a:rPr>
              <a:t>http://twitter.com/sveinmagnus</a:t>
            </a:r>
            <a:endParaRPr lang="nb-NO" dirty="0" smtClean="0"/>
          </a:p>
          <a:p>
            <a:pPr marL="630238" indent="-271463"/>
            <a:endParaRPr lang="nb-NO" dirty="0" smtClean="0"/>
          </a:p>
          <a:p>
            <a:pPr marL="179388" indent="-179388"/>
            <a:endParaRPr lang="nb-NO" dirty="0"/>
          </a:p>
        </p:txBody>
      </p:sp>
      <p:sp>
        <p:nvSpPr>
          <p:cNvPr id="4" name="Slide Number Placeholder 3"/>
          <p:cNvSpPr>
            <a:spLocks noGrp="1"/>
          </p:cNvSpPr>
          <p:nvPr>
            <p:ph type="sldNum" sz="quarter" idx="10"/>
          </p:nvPr>
        </p:nvSpPr>
        <p:spPr/>
        <p:txBody>
          <a:bodyPr/>
          <a:lstStyle/>
          <a:p>
            <a:pPr>
              <a:defRPr/>
            </a:pPr>
            <a:fld id="{6D37894A-06A8-498A-938C-CD06C0F3182A}" type="slidenum">
              <a:rPr lang="nb-NO" smtClean="0"/>
              <a:pPr>
                <a:defRPr/>
              </a:pPr>
              <a:t>16</a:t>
            </a:fld>
            <a:endParaRPr lang="nb-NO"/>
          </a:p>
        </p:txBody>
      </p:sp>
      <p:sp>
        <p:nvSpPr>
          <p:cNvPr id="5" name="Footer Placeholder 4"/>
          <p:cNvSpPr>
            <a:spLocks noGrp="1"/>
          </p:cNvSpPr>
          <p:nvPr>
            <p:ph type="ftr" sz="quarter" idx="11"/>
          </p:nvPr>
        </p:nvSpPr>
        <p:spPr/>
        <p:txBody>
          <a:bodyPr/>
          <a:lstStyle/>
          <a:p>
            <a:pPr>
              <a:defRPr/>
            </a:pPr>
            <a:r>
              <a:rPr lang="en-US" smtClean="0"/>
              <a:t>A case for Open Data</a:t>
            </a:r>
            <a:endParaRPr lang="nb-NO" dirty="0"/>
          </a:p>
        </p:txBody>
      </p:sp>
      <p:pic>
        <p:nvPicPr>
          <p:cNvPr id="3074" name="Picture 2" descr="C:\Users\Telcontar\Private Documents\Arbeid\Karriere - CV Resume\sms-portrait.png"/>
          <p:cNvPicPr>
            <a:picLocks noChangeAspect="1" noChangeArrowheads="1"/>
          </p:cNvPicPr>
          <p:nvPr/>
        </p:nvPicPr>
        <p:blipFill>
          <a:blip r:embed="rId4" cstate="print"/>
          <a:srcRect/>
          <a:stretch>
            <a:fillRect/>
          </a:stretch>
        </p:blipFill>
        <p:spPr bwMode="auto">
          <a:xfrm flipH="1">
            <a:off x="6531891" y="3327305"/>
            <a:ext cx="2359697" cy="2946345"/>
          </a:xfrm>
          <a:prstGeom prst="rect">
            <a:avLst/>
          </a:prstGeom>
          <a:noFill/>
        </p:spPr>
      </p:pic>
    </p:spTree>
  </p:cSld>
  <p:clrMapOvr>
    <a:masterClrMapping/>
  </p:clrMapOvr>
</p:sld>
</file>

<file path=ppt/theme/theme1.xml><?xml version="1.0" encoding="utf-8"?>
<a:theme xmlns:a="http://schemas.openxmlformats.org/drawingml/2006/main" name="OW Powerpoint mal standard">
  <a:themeElements>
    <a:clrScheme name="Objectware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Objectwar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Objectware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Maxwidth">
  <a:themeElements>
    <a:clrScheme name="Maxwidth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Maxwidth">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axwidth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rown Default">
  <a:themeElements>
    <a:clrScheme name="Brown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Brown Defaul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Brown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Maxwidth Brown">
  <a:themeElements>
    <a:clrScheme name="Maxwidth Brown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Maxwidth Brow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axwidth Brown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Image Default">
  <a:themeElements>
    <a:clrScheme name="Image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Image Defaul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mage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Maxwidth Image">
  <a:themeElements>
    <a:clrScheme name="Maxwidth Image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Maxwidth Imag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axwidth Image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Image Brown Default">
  <a:themeElements>
    <a:clrScheme name="Image Brown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Image Brown Defaul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Image Brown Default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Maxwidth Image Brown">
  <a:themeElements>
    <a:clrScheme name="Maxwidth Image Brown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fontScheme name="Maxwidth Image Brow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Maxwidth Image Brown 1">
        <a:dk1>
          <a:srgbClr val="512B1B"/>
        </a:dk1>
        <a:lt1>
          <a:srgbClr val="FFFFFF"/>
        </a:lt1>
        <a:dk2>
          <a:srgbClr val="512B1B"/>
        </a:dk2>
        <a:lt2>
          <a:srgbClr val="988F86"/>
        </a:lt2>
        <a:accent1>
          <a:srgbClr val="DAD7CB"/>
        </a:accent1>
        <a:accent2>
          <a:srgbClr val="E8AF00"/>
        </a:accent2>
        <a:accent3>
          <a:srgbClr val="FFFFFF"/>
        </a:accent3>
        <a:accent4>
          <a:srgbClr val="442315"/>
        </a:accent4>
        <a:accent5>
          <a:srgbClr val="EAE8E2"/>
        </a:accent5>
        <a:accent6>
          <a:srgbClr val="D29E00"/>
        </a:accent6>
        <a:hlink>
          <a:srgbClr val="988F86"/>
        </a:hlink>
        <a:folHlink>
          <a:srgbClr val="D9E0E4"/>
        </a:folHlink>
      </a:clrScheme>
      <a:clrMap bg1="lt1" tx1="dk1" bg2="lt2" tx2="dk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LongProperties xmlns="http://schemas.microsoft.com/office/2006/metadata/long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143201894D1AF40818328706B9635D5" ma:contentTypeVersion="0" ma:contentTypeDescription="Create a new document." ma:contentTypeScope="" ma:versionID="6ad8c48ea8af51ff3835a600d5965b8b">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4.xml><?xml version="1.0" encoding="utf-8"?>
<p:properties xmlns:p="http://schemas.microsoft.com/office/2006/metadata/properties" xmlns:xsi="http://www.w3.org/2001/XMLSchema-instance">
  <documentManagement/>
</p:properties>
</file>

<file path=customXml/itemProps1.xml><?xml version="1.0" encoding="utf-8"?>
<ds:datastoreItem xmlns:ds="http://schemas.openxmlformats.org/officeDocument/2006/customXml" ds:itemID="{05835074-A370-43CB-BFE6-A1EB80502D70}">
  <ds:schemaRefs>
    <ds:schemaRef ds:uri="http://schemas.microsoft.com/sharepoint/v3/contenttype/forms"/>
  </ds:schemaRefs>
</ds:datastoreItem>
</file>

<file path=customXml/itemProps2.xml><?xml version="1.0" encoding="utf-8"?>
<ds:datastoreItem xmlns:ds="http://schemas.openxmlformats.org/officeDocument/2006/customXml" ds:itemID="{77476F08-861D-473E-8E95-164FA8615854}">
  <ds:schemaRefs>
    <ds:schemaRef ds:uri="http://schemas.microsoft.com/office/2006/metadata/longProperties"/>
  </ds:schemaRefs>
</ds:datastoreItem>
</file>

<file path=customXml/itemProps3.xml><?xml version="1.0" encoding="utf-8"?>
<ds:datastoreItem xmlns:ds="http://schemas.openxmlformats.org/officeDocument/2006/customXml" ds:itemID="{C6EA7A1A-BD80-4222-9F8B-5603D00826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customXml/itemProps4.xml><?xml version="1.0" encoding="utf-8"?>
<ds:datastoreItem xmlns:ds="http://schemas.openxmlformats.org/officeDocument/2006/customXml" ds:itemID="{C61417B9-BDCB-4C37-A5E9-60244EF0A4BB}">
  <ds:schemaRef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OW Powerpoint mal standard</Template>
  <TotalTime>7488</TotalTime>
  <Words>739</Words>
  <Application>Microsoft Office PowerPoint</Application>
  <PresentationFormat>On-screen Show (4:3)</PresentationFormat>
  <Paragraphs>160</Paragraphs>
  <Slides>16</Slides>
  <Notes>0</Notes>
  <HiddenSlides>0</HiddenSlides>
  <MMClips>0</MMClips>
  <ScaleCrop>false</ScaleCrop>
  <HeadingPairs>
    <vt:vector size="4" baseType="variant">
      <vt:variant>
        <vt:lpstr>Theme</vt:lpstr>
      </vt:variant>
      <vt:variant>
        <vt:i4>8</vt:i4>
      </vt:variant>
      <vt:variant>
        <vt:lpstr>Slide Titles</vt:lpstr>
      </vt:variant>
      <vt:variant>
        <vt:i4>16</vt:i4>
      </vt:variant>
    </vt:vector>
  </HeadingPairs>
  <TitlesOfParts>
    <vt:vector size="24" baseType="lpstr">
      <vt:lpstr>OW Powerpoint mal standard</vt:lpstr>
      <vt:lpstr>Maxwidth</vt:lpstr>
      <vt:lpstr>Brown Default</vt:lpstr>
      <vt:lpstr>Maxwidth Brown</vt:lpstr>
      <vt:lpstr>Image Default</vt:lpstr>
      <vt:lpstr>Maxwidth Image</vt:lpstr>
      <vt:lpstr>Image Brown Default</vt:lpstr>
      <vt:lpstr>Maxwidth Image Brown</vt:lpstr>
      <vt:lpstr>A case for Open Data</vt:lpstr>
      <vt:lpstr>Slide 2</vt:lpstr>
      <vt:lpstr>  Why isn’t it enough?</vt:lpstr>
      <vt:lpstr>Open data – real gold</vt:lpstr>
      <vt:lpstr>What is Open Data? </vt:lpstr>
      <vt:lpstr>Why should we create open data? </vt:lpstr>
      <vt:lpstr>Slide 7</vt:lpstr>
      <vt:lpstr>When should we demand Open Data? </vt:lpstr>
      <vt:lpstr>Current opportunities</vt:lpstr>
      <vt:lpstr>Slide 10</vt:lpstr>
      <vt:lpstr>Slide 11</vt:lpstr>
      <vt:lpstr>Slide 12</vt:lpstr>
      <vt:lpstr> Open Streetmap</vt:lpstr>
      <vt:lpstr>Creating Open Data</vt:lpstr>
      <vt:lpstr>Slide 15</vt:lpstr>
      <vt:lpstr>Svein-Magnus Sørensen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Hva med åpne data?</dc:title>
  <dc:creator>Svein-Magnus Sørensen</dc:creator>
  <dc:description>dev. by addpoint</dc:description>
  <cp:lastModifiedBy>Svein-Magnus Sørensen</cp:lastModifiedBy>
  <cp:revision>103</cp:revision>
  <dcterms:created xsi:type="dcterms:W3CDTF">2009-03-06T14:42:55Z</dcterms:created>
  <dcterms:modified xsi:type="dcterms:W3CDTF">2009-11-29T21:54:33Z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ev. by">
    <vt:lpwstr>addpoint.no</vt:lpwstr>
  </property>
  <property fmtid="{D5CDD505-2E9C-101B-9397-08002B2CF9AE}" pid="3" name="xd_Signature">
    <vt:lpwstr/>
  </property>
  <property fmtid="{D5CDD505-2E9C-101B-9397-08002B2CF9AE}" pid="4" name="TemplateUrl">
    <vt:lpwstr/>
  </property>
  <property fmtid="{D5CDD505-2E9C-101B-9397-08002B2CF9AE}" pid="5" name="xd_ProgID">
    <vt:lpwstr/>
  </property>
  <property fmtid="{D5CDD505-2E9C-101B-9397-08002B2CF9AE}" pid="6" name="_SourceUrl">
    <vt:lpwstr/>
  </property>
</Properties>
</file>
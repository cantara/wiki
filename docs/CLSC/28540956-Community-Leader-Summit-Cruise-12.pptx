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  <p:sldMasterId id="2147483744" r:id="rId2"/>
  </p:sldMasterIdLst>
  <p:handoutMasterIdLst>
    <p:handoutMasterId r:id="rId9"/>
  </p:handoutMasterIdLst>
  <p:sldIdLst>
    <p:sldId id="276" r:id="rId3"/>
    <p:sldId id="277" r:id="rId4"/>
    <p:sldId id="278" r:id="rId5"/>
    <p:sldId id="280" r:id="rId6"/>
    <p:sldId id="279" r:id="rId7"/>
    <p:sldId id="281" r:id="rId8"/>
  </p:sldIdLst>
  <p:sldSz cx="9144000" cy="6858000" type="screen4x3"/>
  <p:notesSz cx="6858000" cy="9144000"/>
  <p:defaultTextStyle>
    <a:defPPr>
      <a:defRPr lang="nn-NO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3124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84E427A-3D55-4303-BF80-6455036E1DE7}" styleName="Temastil 1 - uthevingsfarge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emastil 1 - uthevingsfarge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Temastil 1 - uthevingsfarge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5758FB7-9AC5-4552-8A53-C91805E547FA}" styleName="Temastil 1 - uthevingsfarge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8FB837D-C827-4EFA-A057-4D05807E0F7C}" styleName="Temastil 1 - uthevingsfarge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5940675A-B579-460E-94D1-54222C63F5DA}" styleName="Ingen stil, tabellrutenett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113A9D2-9D6B-4929-AA2D-F23B5EE8CBE7}" styleName="Temastil 2 - uthevingsfarge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8603FDC-E32A-4AB5-989C-0864C3EAD2B8}" styleName="Temastil 2 - uthevingsfarge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06799F8-075E-4A3A-A7F6-7FBC6576F1A4}" styleName="Temastil 2 - uthevingsfarge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269D01E-BC32-4049-B463-5C60D7B0CCD2}" styleName="Temastil 2 - uthevingsfarge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27F97BB-C833-4FB7-BDE5-3F7075034690}" styleName="Temastil 2 - uthevingsfarge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38B1855-1B75-4FBE-930C-398BA8C253C6}" styleName="Temastil 2 - uthevingsfarge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aximized">
    <p:restoredLeft sz="34587" autoAdjust="0"/>
    <p:restoredTop sz="94629" autoAdjust="0"/>
  </p:normalViewPr>
  <p:slideViewPr>
    <p:cSldViewPr snapToGrid="0" snapToObjects="1" showGuides="1">
      <p:cViewPr varScale="1">
        <p:scale>
          <a:sx n="111" d="100"/>
          <a:sy n="111" d="100"/>
        </p:scale>
        <p:origin x="-1614" y="-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op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3" name="Plassholder for dato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74DF56-042F-6A49-AEF4-FB92A62C0946}" type="datetimeFigureOut">
              <a:rPr lang="nb-NO" smtClean="0"/>
              <a:t>27.02.2012</a:t>
            </a:fld>
            <a:endParaRPr lang="nb-NO"/>
          </a:p>
        </p:txBody>
      </p:sp>
      <p:sp>
        <p:nvSpPr>
          <p:cNvPr id="4" name="Plassholder for bunntekst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5" name="Plassholder for lysbildenumm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333E9D-55E7-4C40-93E4-585269BB3241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72853515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tellysbil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nb-NO" smtClean="0"/>
              <a:t>Klikk for å redigere tittelstil</a:t>
            </a:r>
            <a:endParaRPr lang="nn-NO" dirty="0"/>
          </a:p>
        </p:txBody>
      </p:sp>
      <p:sp>
        <p:nvSpPr>
          <p:cNvPr id="3" name="Undertittel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nb-NO" smtClean="0"/>
              <a:t>Klikk for å redigere undertittelstil i malen</a:t>
            </a:r>
            <a:endParaRPr lang="nn-NO" dirty="0"/>
          </a:p>
        </p:txBody>
      </p:sp>
      <p:sp>
        <p:nvSpPr>
          <p:cNvPr id="4" name="Plassholder for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F956B-02C2-2242-BC44-3CDE7A01F20B}" type="datetimeFigureOut">
              <a:rPr lang="nb-NO" noProof="0" smtClean="0"/>
              <a:t>27.02.2012</a:t>
            </a:fld>
            <a:endParaRPr lang="nb-NO" noProof="0" dirty="0"/>
          </a:p>
        </p:txBody>
      </p:sp>
      <p:sp>
        <p:nvSpPr>
          <p:cNvPr id="5" name="Plassholder for bunn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 noProof="0" dirty="0"/>
          </a:p>
        </p:txBody>
      </p:sp>
      <p:sp>
        <p:nvSpPr>
          <p:cNvPr id="6" name="Plassholder for lysbil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2BCA07-E943-B643-A424-F6500F861DC5}" type="slidenum">
              <a:rPr lang="nb-NO" noProof="0" smtClean="0"/>
              <a:t>‹#›</a:t>
            </a:fld>
            <a:endParaRPr lang="nb-NO" noProof="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tel og innh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smtClean="0"/>
              <a:t>Klikk for å redigere tittelstil</a:t>
            </a:r>
            <a:endParaRPr lang="nn-NO" dirty="0"/>
          </a:p>
        </p:txBody>
      </p:sp>
      <p:sp>
        <p:nvSpPr>
          <p:cNvPr id="3" name="Plassholder for inn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b-NO" smtClean="0"/>
              <a:t>Klikk for å redigere tekststiler i malen</a:t>
            </a:r>
          </a:p>
          <a:p>
            <a:pPr lvl="1"/>
            <a:r>
              <a:rPr lang="nb-NO" smtClean="0"/>
              <a:t>Andre nivå</a:t>
            </a:r>
          </a:p>
          <a:p>
            <a:pPr lvl="2"/>
            <a:r>
              <a:rPr lang="nb-NO" smtClean="0"/>
              <a:t>Tredje nivå</a:t>
            </a:r>
          </a:p>
          <a:p>
            <a:pPr lvl="3"/>
            <a:r>
              <a:rPr lang="nb-NO" smtClean="0"/>
              <a:t>Fjerde nivå</a:t>
            </a:r>
          </a:p>
          <a:p>
            <a:pPr lvl="4"/>
            <a:r>
              <a:rPr lang="nb-NO" smtClean="0"/>
              <a:t>Femte nivå</a:t>
            </a:r>
            <a:endParaRPr lang="nn-NO" dirty="0"/>
          </a:p>
        </p:txBody>
      </p:sp>
      <p:sp>
        <p:nvSpPr>
          <p:cNvPr id="4" name="Plassholder for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F956B-02C2-2242-BC44-3CDE7A01F20B}" type="datetimeFigureOut">
              <a:rPr lang="nb-NO" noProof="0" smtClean="0"/>
              <a:t>27.02.2012</a:t>
            </a:fld>
            <a:endParaRPr lang="nb-NO" noProof="0" dirty="0"/>
          </a:p>
        </p:txBody>
      </p:sp>
      <p:sp>
        <p:nvSpPr>
          <p:cNvPr id="5" name="Plassholder for bunn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 noProof="0" dirty="0"/>
          </a:p>
        </p:txBody>
      </p:sp>
      <p:sp>
        <p:nvSpPr>
          <p:cNvPr id="6" name="Plassholder for lysbil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2BCA07-E943-B643-A424-F6500F861DC5}" type="slidenum">
              <a:rPr lang="nb-NO" noProof="0" smtClean="0"/>
              <a:t>‹#›</a:t>
            </a:fld>
            <a:endParaRPr lang="nb-NO" noProof="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ndeling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>
          <a:xfrm>
            <a:off x="722313" y="4406901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nb-NO" smtClean="0"/>
              <a:t>Klikk for å redigere tittelstil</a:t>
            </a:r>
            <a:endParaRPr lang="nn-NO" dirty="0"/>
          </a:p>
        </p:txBody>
      </p:sp>
      <p:sp>
        <p:nvSpPr>
          <p:cNvPr id="3" name="Plassholder for tekst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b-NO" smtClean="0"/>
              <a:t>Klikk for å redigere tekststiler i malen</a:t>
            </a:r>
          </a:p>
        </p:txBody>
      </p:sp>
      <p:sp>
        <p:nvSpPr>
          <p:cNvPr id="4" name="Plassholder for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F956B-02C2-2242-BC44-3CDE7A01F20B}" type="datetimeFigureOut">
              <a:rPr lang="nb-NO" noProof="0" smtClean="0"/>
              <a:t>27.02.2012</a:t>
            </a:fld>
            <a:endParaRPr lang="nb-NO" noProof="0" dirty="0"/>
          </a:p>
        </p:txBody>
      </p:sp>
      <p:sp>
        <p:nvSpPr>
          <p:cNvPr id="5" name="Plassholder for bunn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 noProof="0" dirty="0"/>
          </a:p>
        </p:txBody>
      </p:sp>
      <p:sp>
        <p:nvSpPr>
          <p:cNvPr id="6" name="Plassholder for lysbil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2BCA07-E943-B643-A424-F6500F861DC5}" type="slidenum">
              <a:rPr lang="nb-NO" noProof="0" smtClean="0"/>
              <a:t>‹#›</a:t>
            </a:fld>
            <a:endParaRPr lang="nb-NO" noProof="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nholdsdel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smtClean="0"/>
              <a:t>Klikk for å redigere tittelstil</a:t>
            </a:r>
            <a:endParaRPr lang="nn-NO" dirty="0"/>
          </a:p>
        </p:txBody>
      </p:sp>
      <p:sp>
        <p:nvSpPr>
          <p:cNvPr id="3" name="Plassholder for innhold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nb-NO" smtClean="0"/>
              <a:t>Klikk for å redigere tekststiler i malen</a:t>
            </a:r>
          </a:p>
          <a:p>
            <a:pPr lvl="1"/>
            <a:r>
              <a:rPr lang="nb-NO" smtClean="0"/>
              <a:t>Andre nivå</a:t>
            </a:r>
          </a:p>
          <a:p>
            <a:pPr lvl="2"/>
            <a:r>
              <a:rPr lang="nb-NO" smtClean="0"/>
              <a:t>Tredje nivå</a:t>
            </a:r>
          </a:p>
          <a:p>
            <a:pPr lvl="3"/>
            <a:r>
              <a:rPr lang="nb-NO" smtClean="0"/>
              <a:t>Fjerde nivå</a:t>
            </a:r>
          </a:p>
          <a:p>
            <a:pPr lvl="4"/>
            <a:r>
              <a:rPr lang="nb-NO" smtClean="0"/>
              <a:t>Femte nivå</a:t>
            </a:r>
            <a:endParaRPr lang="nn-NO" dirty="0"/>
          </a:p>
        </p:txBody>
      </p:sp>
      <p:sp>
        <p:nvSpPr>
          <p:cNvPr id="4" name="Plassholder for innhold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nb-NO" smtClean="0"/>
              <a:t>Klikk for å redigere tekststiler i malen</a:t>
            </a:r>
          </a:p>
          <a:p>
            <a:pPr lvl="1"/>
            <a:r>
              <a:rPr lang="nb-NO" smtClean="0"/>
              <a:t>Andre nivå</a:t>
            </a:r>
          </a:p>
          <a:p>
            <a:pPr lvl="2"/>
            <a:r>
              <a:rPr lang="nb-NO" smtClean="0"/>
              <a:t>Tredje nivå</a:t>
            </a:r>
          </a:p>
          <a:p>
            <a:pPr lvl="3"/>
            <a:r>
              <a:rPr lang="nb-NO" smtClean="0"/>
              <a:t>Fjerde nivå</a:t>
            </a:r>
          </a:p>
          <a:p>
            <a:pPr lvl="4"/>
            <a:r>
              <a:rPr lang="nb-NO" smtClean="0"/>
              <a:t>Femte nivå</a:t>
            </a:r>
            <a:endParaRPr lang="nn-NO" dirty="0"/>
          </a:p>
        </p:txBody>
      </p:sp>
      <p:sp>
        <p:nvSpPr>
          <p:cNvPr id="5" name="Plassholder for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F956B-02C2-2242-BC44-3CDE7A01F20B}" type="datetimeFigureOut">
              <a:rPr lang="nb-NO" noProof="0" smtClean="0"/>
              <a:t>27.02.2012</a:t>
            </a:fld>
            <a:endParaRPr lang="nb-NO" noProof="0" dirty="0"/>
          </a:p>
        </p:txBody>
      </p:sp>
      <p:sp>
        <p:nvSpPr>
          <p:cNvPr id="6" name="Plassholder for bunn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 noProof="0" dirty="0"/>
          </a:p>
        </p:txBody>
      </p:sp>
      <p:sp>
        <p:nvSpPr>
          <p:cNvPr id="7" name="Plassholder for lysbil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2BCA07-E943-B643-A424-F6500F861DC5}" type="slidenum">
              <a:rPr lang="nb-NO" noProof="0" smtClean="0"/>
              <a:t>‹#›</a:t>
            </a:fld>
            <a:endParaRPr lang="nb-NO" noProof="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nb-NO" smtClean="0"/>
              <a:t>Klikk for å redigere tittelstil</a:t>
            </a:r>
            <a:endParaRPr lang="nn-NO" dirty="0"/>
          </a:p>
        </p:txBody>
      </p:sp>
      <p:sp>
        <p:nvSpPr>
          <p:cNvPr id="3" name="Plassholder for tekst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b-NO" smtClean="0"/>
              <a:t>Klikk for å redigere tekststiler i malen</a:t>
            </a:r>
          </a:p>
        </p:txBody>
      </p:sp>
      <p:sp>
        <p:nvSpPr>
          <p:cNvPr id="4" name="Plassholder for innhold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nb-NO" smtClean="0"/>
              <a:t>Klikk for å redigere tekststiler i malen</a:t>
            </a:r>
          </a:p>
          <a:p>
            <a:pPr lvl="1"/>
            <a:r>
              <a:rPr lang="nb-NO" smtClean="0"/>
              <a:t>Andre nivå</a:t>
            </a:r>
          </a:p>
          <a:p>
            <a:pPr lvl="2"/>
            <a:r>
              <a:rPr lang="nb-NO" smtClean="0"/>
              <a:t>Tredje nivå</a:t>
            </a:r>
          </a:p>
          <a:p>
            <a:pPr lvl="3"/>
            <a:r>
              <a:rPr lang="nb-NO" smtClean="0"/>
              <a:t>Fjerde nivå</a:t>
            </a:r>
          </a:p>
          <a:p>
            <a:pPr lvl="4"/>
            <a:r>
              <a:rPr lang="nb-NO" smtClean="0"/>
              <a:t>Femte nivå</a:t>
            </a:r>
            <a:endParaRPr lang="nn-NO" dirty="0"/>
          </a:p>
        </p:txBody>
      </p:sp>
      <p:sp>
        <p:nvSpPr>
          <p:cNvPr id="5" name="Plassholder for tekst 4"/>
          <p:cNvSpPr>
            <a:spLocks noGrp="1"/>
          </p:cNvSpPr>
          <p:nvPr>
            <p:ph type="body" sz="quarter" idx="3"/>
          </p:nvPr>
        </p:nvSpPr>
        <p:spPr>
          <a:xfrm>
            <a:off x="4645027" y="1535113"/>
            <a:ext cx="4041775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b-NO" smtClean="0"/>
              <a:t>Klikk for å redigere tekststiler i malen</a:t>
            </a:r>
          </a:p>
        </p:txBody>
      </p:sp>
      <p:sp>
        <p:nvSpPr>
          <p:cNvPr id="6" name="Plassholder for innhold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nb-NO" smtClean="0"/>
              <a:t>Klikk for å redigere tekststiler i malen</a:t>
            </a:r>
          </a:p>
          <a:p>
            <a:pPr lvl="1"/>
            <a:r>
              <a:rPr lang="nb-NO" smtClean="0"/>
              <a:t>Andre nivå</a:t>
            </a:r>
          </a:p>
          <a:p>
            <a:pPr lvl="2"/>
            <a:r>
              <a:rPr lang="nb-NO" smtClean="0"/>
              <a:t>Tredje nivå</a:t>
            </a:r>
          </a:p>
          <a:p>
            <a:pPr lvl="3"/>
            <a:r>
              <a:rPr lang="nb-NO" smtClean="0"/>
              <a:t>Fjerde nivå</a:t>
            </a:r>
          </a:p>
          <a:p>
            <a:pPr lvl="4"/>
            <a:r>
              <a:rPr lang="nb-NO" smtClean="0"/>
              <a:t>Femte nivå</a:t>
            </a:r>
            <a:endParaRPr lang="nn-NO" dirty="0"/>
          </a:p>
        </p:txBody>
      </p:sp>
      <p:sp>
        <p:nvSpPr>
          <p:cNvPr id="7" name="Plassholder for dato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F956B-02C2-2242-BC44-3CDE7A01F20B}" type="datetimeFigureOut">
              <a:rPr lang="nb-NO" noProof="0" smtClean="0"/>
              <a:t>27.02.2012</a:t>
            </a:fld>
            <a:endParaRPr lang="nb-NO" noProof="0" dirty="0"/>
          </a:p>
        </p:txBody>
      </p:sp>
      <p:sp>
        <p:nvSpPr>
          <p:cNvPr id="8" name="Plassholder for bunntekst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 noProof="0" dirty="0"/>
          </a:p>
        </p:txBody>
      </p:sp>
      <p:sp>
        <p:nvSpPr>
          <p:cNvPr id="9" name="Plassholder for lysbildenumm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2BCA07-E943-B643-A424-F6500F861DC5}" type="slidenum">
              <a:rPr lang="nb-NO" noProof="0" smtClean="0"/>
              <a:t>‹#›</a:t>
            </a:fld>
            <a:endParaRPr lang="nb-NO" noProof="0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Bare ti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smtClean="0"/>
              <a:t>Klikk for å redigere tittelstil</a:t>
            </a:r>
            <a:endParaRPr lang="nn-NO"/>
          </a:p>
        </p:txBody>
      </p:sp>
      <p:sp>
        <p:nvSpPr>
          <p:cNvPr id="3" name="Plassholder for dato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F956B-02C2-2242-BC44-3CDE7A01F20B}" type="datetimeFigureOut">
              <a:rPr lang="nn-NO" smtClean="0"/>
              <a:t>27.02.2012</a:t>
            </a:fld>
            <a:endParaRPr lang="nn-NO"/>
          </a:p>
        </p:txBody>
      </p:sp>
      <p:sp>
        <p:nvSpPr>
          <p:cNvPr id="4" name="Plassholder for bunnteks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n-NO"/>
          </a:p>
        </p:txBody>
      </p:sp>
      <p:sp>
        <p:nvSpPr>
          <p:cNvPr id="5" name="Plassholder for lysbilde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2BCA07-E943-B643-A424-F6500F861DC5}" type="slidenum">
              <a:rPr lang="nn-NO" smtClean="0"/>
              <a:t>‹#›</a:t>
            </a:fld>
            <a:endParaRPr lang="nn-N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dato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F956B-02C2-2242-BC44-3CDE7A01F20B}" type="datetimeFigureOut">
              <a:rPr lang="nn-NO" smtClean="0"/>
              <a:t>27.02.2012</a:t>
            </a:fld>
            <a:endParaRPr lang="nn-NO"/>
          </a:p>
        </p:txBody>
      </p:sp>
      <p:sp>
        <p:nvSpPr>
          <p:cNvPr id="3" name="Plassholder for bunntekst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n-NO"/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2BCA07-E943-B643-A424-F6500F861DC5}" type="slidenum">
              <a:rPr lang="nn-NO" smtClean="0"/>
              <a:t>‹#›</a:t>
            </a:fld>
            <a:endParaRPr lang="nn-N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nhold med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>
          <a:xfrm>
            <a:off x="457202" y="273049"/>
            <a:ext cx="3008313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nb-NO" smtClean="0"/>
              <a:t>Klikk for å redigere tittelstil</a:t>
            </a:r>
            <a:endParaRPr lang="nn-NO"/>
          </a:p>
        </p:txBody>
      </p:sp>
      <p:sp>
        <p:nvSpPr>
          <p:cNvPr id="3" name="Plassholder for innhold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b-NO" smtClean="0"/>
              <a:t>Klikk for å redigere tekststiler i malen</a:t>
            </a:r>
          </a:p>
          <a:p>
            <a:pPr lvl="1"/>
            <a:r>
              <a:rPr lang="nb-NO" smtClean="0"/>
              <a:t>Andre nivå</a:t>
            </a:r>
          </a:p>
          <a:p>
            <a:pPr lvl="2"/>
            <a:r>
              <a:rPr lang="nb-NO" smtClean="0"/>
              <a:t>Tredje nivå</a:t>
            </a:r>
          </a:p>
          <a:p>
            <a:pPr lvl="3"/>
            <a:r>
              <a:rPr lang="nb-NO" smtClean="0"/>
              <a:t>Fjerde nivå</a:t>
            </a:r>
          </a:p>
          <a:p>
            <a:pPr lvl="4"/>
            <a:r>
              <a:rPr lang="nb-NO" smtClean="0"/>
              <a:t>Femte nivå</a:t>
            </a:r>
            <a:endParaRPr lang="nn-NO"/>
          </a:p>
        </p:txBody>
      </p:sp>
      <p:sp>
        <p:nvSpPr>
          <p:cNvPr id="4" name="Plassholder for tekst 3"/>
          <p:cNvSpPr>
            <a:spLocks noGrp="1"/>
          </p:cNvSpPr>
          <p:nvPr>
            <p:ph type="body" sz="half" idx="2"/>
          </p:nvPr>
        </p:nvSpPr>
        <p:spPr>
          <a:xfrm>
            <a:off x="457202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b-NO" smtClean="0"/>
              <a:t>Klikk for å redigere tekststiler i malen</a:t>
            </a:r>
          </a:p>
        </p:txBody>
      </p:sp>
      <p:sp>
        <p:nvSpPr>
          <p:cNvPr id="5" name="Plassholder for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F956B-02C2-2242-BC44-3CDE7A01F20B}" type="datetimeFigureOut">
              <a:rPr lang="nn-NO" smtClean="0"/>
              <a:t>27.02.2012</a:t>
            </a:fld>
            <a:endParaRPr lang="nn-NO"/>
          </a:p>
        </p:txBody>
      </p:sp>
      <p:sp>
        <p:nvSpPr>
          <p:cNvPr id="6" name="Plassholder for bunn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n-NO"/>
          </a:p>
        </p:txBody>
      </p:sp>
      <p:sp>
        <p:nvSpPr>
          <p:cNvPr id="7" name="Plassholder for lysbil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2BCA07-E943-B643-A424-F6500F861DC5}" type="slidenum">
              <a:rPr lang="nn-NO" smtClean="0"/>
              <a:t>‹#›</a:t>
            </a:fld>
            <a:endParaRPr lang="nn-N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e med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nb-NO" smtClean="0"/>
              <a:t>Klikk for å redigere tittelstil</a:t>
            </a:r>
            <a:endParaRPr lang="nn-NO" dirty="0"/>
          </a:p>
        </p:txBody>
      </p:sp>
      <p:sp>
        <p:nvSpPr>
          <p:cNvPr id="3" name="Plassholder for bild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nb-NO" smtClean="0"/>
              <a:t>Klikk ikonet for å legge til et bilde</a:t>
            </a:r>
            <a:endParaRPr lang="nn-NO"/>
          </a:p>
        </p:txBody>
      </p:sp>
      <p:sp>
        <p:nvSpPr>
          <p:cNvPr id="4" name="Plassholder for tekst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b-NO" smtClean="0"/>
              <a:t>Klikk for å redigere tekststiler i malen</a:t>
            </a:r>
          </a:p>
        </p:txBody>
      </p:sp>
      <p:sp>
        <p:nvSpPr>
          <p:cNvPr id="5" name="Plassholder for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F956B-02C2-2242-BC44-3CDE7A01F20B}" type="datetimeFigureOut">
              <a:rPr lang="nb-NO" noProof="0" smtClean="0"/>
              <a:t>27.02.2012</a:t>
            </a:fld>
            <a:endParaRPr lang="nb-NO" noProof="0" dirty="0"/>
          </a:p>
        </p:txBody>
      </p:sp>
      <p:sp>
        <p:nvSpPr>
          <p:cNvPr id="6" name="Plassholder for bunn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 noProof="0" dirty="0"/>
          </a:p>
        </p:txBody>
      </p:sp>
      <p:sp>
        <p:nvSpPr>
          <p:cNvPr id="7" name="Plassholder for lysbildenummer 6"/>
          <p:cNvSpPr>
            <a:spLocks noGrp="1"/>
          </p:cNvSpPr>
          <p:nvPr>
            <p:ph type="sldNum" sz="quarter" idx="12"/>
          </p:nvPr>
        </p:nvSpPr>
        <p:spPr>
          <a:xfrm>
            <a:off x="6557075" y="6356351"/>
            <a:ext cx="2133600" cy="365125"/>
          </a:xfrm>
        </p:spPr>
        <p:txBody>
          <a:bodyPr/>
          <a:lstStyle/>
          <a:p>
            <a:fld id="{882BCA07-E943-B643-A424-F6500F861DC5}" type="slidenum">
              <a:rPr lang="nb-NO" noProof="0" smtClean="0"/>
              <a:t>‹#›</a:t>
            </a:fld>
            <a:endParaRPr lang="nb-NO" noProof="0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Loddret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smtClean="0"/>
              <a:t>Klikk for å redigere tittelstil</a:t>
            </a:r>
            <a:endParaRPr lang="nn-NO" dirty="0"/>
          </a:p>
        </p:txBody>
      </p:sp>
      <p:sp>
        <p:nvSpPr>
          <p:cNvPr id="3" name="Plassholder for loddrett teks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b-NO" smtClean="0"/>
              <a:t>Klikk for å redigere tekststiler i malen</a:t>
            </a:r>
          </a:p>
          <a:p>
            <a:pPr lvl="1"/>
            <a:r>
              <a:rPr lang="nb-NO" smtClean="0"/>
              <a:t>Andre nivå</a:t>
            </a:r>
          </a:p>
          <a:p>
            <a:pPr lvl="2"/>
            <a:r>
              <a:rPr lang="nb-NO" smtClean="0"/>
              <a:t>Tredje nivå</a:t>
            </a:r>
          </a:p>
          <a:p>
            <a:pPr lvl="3"/>
            <a:r>
              <a:rPr lang="nb-NO" smtClean="0"/>
              <a:t>Fjerde nivå</a:t>
            </a:r>
          </a:p>
          <a:p>
            <a:pPr lvl="4"/>
            <a:r>
              <a:rPr lang="nb-NO" smtClean="0"/>
              <a:t>Femte nivå</a:t>
            </a:r>
            <a:endParaRPr lang="nn-NO" dirty="0"/>
          </a:p>
        </p:txBody>
      </p:sp>
      <p:sp>
        <p:nvSpPr>
          <p:cNvPr id="4" name="Plassholder for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F956B-02C2-2242-BC44-3CDE7A01F20B}" type="datetimeFigureOut">
              <a:rPr lang="nb-NO" noProof="0" smtClean="0"/>
              <a:t>27.02.2012</a:t>
            </a:fld>
            <a:endParaRPr lang="nb-NO" noProof="0" dirty="0"/>
          </a:p>
        </p:txBody>
      </p:sp>
      <p:sp>
        <p:nvSpPr>
          <p:cNvPr id="5" name="Plassholder for bunn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 noProof="0" dirty="0"/>
          </a:p>
        </p:txBody>
      </p:sp>
      <p:sp>
        <p:nvSpPr>
          <p:cNvPr id="6" name="Plassholder for lysbil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2BCA07-E943-B643-A424-F6500F861DC5}" type="slidenum">
              <a:rPr lang="nb-NO" noProof="0" smtClean="0"/>
              <a:t>‹#›</a:t>
            </a:fld>
            <a:endParaRPr lang="nb-NO" noProof="0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drett tit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drett tittel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nb-NO" smtClean="0"/>
              <a:t>Klikk for å redigere tittelstil</a:t>
            </a:r>
            <a:endParaRPr lang="nn-NO" dirty="0"/>
          </a:p>
        </p:txBody>
      </p:sp>
      <p:sp>
        <p:nvSpPr>
          <p:cNvPr id="3" name="Plassholder for loddrett tekst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nb-NO" smtClean="0"/>
              <a:t>Klikk for å redigere tekststiler i malen</a:t>
            </a:r>
          </a:p>
          <a:p>
            <a:pPr lvl="1"/>
            <a:r>
              <a:rPr lang="nb-NO" smtClean="0"/>
              <a:t>Andre nivå</a:t>
            </a:r>
          </a:p>
          <a:p>
            <a:pPr lvl="2"/>
            <a:r>
              <a:rPr lang="nb-NO" smtClean="0"/>
              <a:t>Tredje nivå</a:t>
            </a:r>
          </a:p>
          <a:p>
            <a:pPr lvl="3"/>
            <a:r>
              <a:rPr lang="nb-NO" smtClean="0"/>
              <a:t>Fjerde nivå</a:t>
            </a:r>
          </a:p>
          <a:p>
            <a:pPr lvl="4"/>
            <a:r>
              <a:rPr lang="nb-NO" smtClean="0"/>
              <a:t>Femte nivå</a:t>
            </a:r>
            <a:endParaRPr lang="nn-NO" dirty="0"/>
          </a:p>
        </p:txBody>
      </p:sp>
      <p:sp>
        <p:nvSpPr>
          <p:cNvPr id="4" name="Plassholder for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F956B-02C2-2242-BC44-3CDE7A01F20B}" type="datetimeFigureOut">
              <a:rPr lang="nb-NO" noProof="0" smtClean="0"/>
              <a:t>27.02.2012</a:t>
            </a:fld>
            <a:endParaRPr lang="nb-NO" noProof="0" dirty="0"/>
          </a:p>
        </p:txBody>
      </p:sp>
      <p:sp>
        <p:nvSpPr>
          <p:cNvPr id="5" name="Plassholder for bunn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 noProof="0" dirty="0"/>
          </a:p>
        </p:txBody>
      </p:sp>
      <p:sp>
        <p:nvSpPr>
          <p:cNvPr id="6" name="Plassholder for lysbil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2BCA07-E943-B643-A424-F6500F861DC5}" type="slidenum">
              <a:rPr lang="nb-NO" noProof="0" smtClean="0"/>
              <a:t>‹#›</a:t>
            </a:fld>
            <a:endParaRPr lang="nb-NO" noProof="0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tellysbil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1000"/>
                </a:schemeClr>
              </a:gs>
              <a:gs pos="37000">
                <a:schemeClr val="bg1">
                  <a:alpha val="76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89000"/>
                </a:schemeClr>
              </a:gs>
              <a:gs pos="48000">
                <a:schemeClr val="bg1">
                  <a:alpha val="62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0" y="2652311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73795" y="5052545"/>
            <a:ext cx="5637010" cy="882119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nb-NO" smtClean="0"/>
              <a:t>Klikk for å redigere undertittelstil i malen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14C03-058D-427D-8D5C-9BD04AC72197}" type="datetimeFigureOut">
              <a:rPr lang="nb-NO" smtClean="0"/>
              <a:t>27.02.2012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99E1A-89E1-494F-A24D-15B0087B27C2}" type="slidenum">
              <a:rPr lang="nb-NO" smtClean="0"/>
              <a:t>‹#›</a:t>
            </a:fld>
            <a:endParaRPr lang="nb-NO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7581" y="3132290"/>
            <a:ext cx="7175351" cy="1793167"/>
          </a:xfrm>
          <a:effectLst/>
        </p:spPr>
        <p:txBody>
          <a:bodyPr>
            <a:noAutofit/>
          </a:bodyPr>
          <a:lstStyle>
            <a:lvl1pPr marL="640080" indent="-457200" algn="l">
              <a:defRPr sz="5400"/>
            </a:lvl1pPr>
          </a:lstStyle>
          <a:p>
            <a:r>
              <a:rPr lang="nb-NO" smtClean="0"/>
              <a:t>Klikk for å redigere tittelstil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tel og innh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F956B-02C2-2242-BC44-3CDE7A01F20B}" type="datetimeFigureOut">
              <a:rPr lang="nb-NO" noProof="0" smtClean="0"/>
              <a:t>27.02.2012</a:t>
            </a:fld>
            <a:endParaRPr lang="nb-NO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2BCA07-E943-B643-A424-F6500F861DC5}" type="slidenum">
              <a:rPr lang="nb-NO" noProof="0" smtClean="0"/>
              <a:t>‹#›</a:t>
            </a:fld>
            <a:endParaRPr lang="nb-NO" noProof="0" dirty="0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smtClean="0"/>
              <a:t>Klikk for å redigere tittelstil</a:t>
            </a:r>
            <a:endParaRPr lang="en-US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3"/>
          </p:nvPr>
        </p:nvSpPr>
        <p:spPr>
          <a:xfrm>
            <a:off x="1143000" y="731520"/>
            <a:ext cx="6400800" cy="3474720"/>
          </a:xfrm>
        </p:spPr>
        <p:txBody>
          <a:bodyPr/>
          <a:lstStyle/>
          <a:p>
            <a:pPr lvl="0"/>
            <a:r>
              <a:rPr lang="nb-NO" smtClean="0"/>
              <a:t>Klikk for å redigere tekststiler i malen</a:t>
            </a:r>
          </a:p>
          <a:p>
            <a:pPr lvl="1"/>
            <a:r>
              <a:rPr lang="nb-NO" smtClean="0"/>
              <a:t>Andre nivå</a:t>
            </a:r>
          </a:p>
          <a:p>
            <a:pPr lvl="2"/>
            <a:r>
              <a:rPr lang="nb-NO" smtClean="0"/>
              <a:t>Tredje nivå</a:t>
            </a:r>
          </a:p>
          <a:p>
            <a:pPr lvl="3"/>
            <a:r>
              <a:rPr lang="nb-NO" smtClean="0"/>
              <a:t>Fjerde nivå</a:t>
            </a:r>
          </a:p>
          <a:p>
            <a:pPr lvl="4"/>
            <a:r>
              <a:rPr lang="nb-NO" smtClean="0"/>
              <a:t>Femte nivå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Del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2000"/>
                </a:schemeClr>
              </a:gs>
              <a:gs pos="37000">
                <a:schemeClr val="bg1">
                  <a:alpha val="77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90000"/>
                </a:schemeClr>
              </a:gs>
              <a:gs pos="48000">
                <a:schemeClr val="bg1">
                  <a:alpha val="63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0" y="2652311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3195" y="2172648"/>
            <a:ext cx="5966666" cy="2423346"/>
          </a:xfrm>
          <a:effectLst/>
        </p:spPr>
        <p:txBody>
          <a:bodyPr anchor="b"/>
          <a:lstStyle>
            <a:lvl1pPr algn="r">
              <a:defRPr sz="4600" b="1" cap="none" baseline="0"/>
            </a:lvl1pPr>
          </a:lstStyle>
          <a:p>
            <a:r>
              <a:rPr lang="nb-NO" smtClean="0"/>
              <a:t>Klikk for å redigere tittelstil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22438" y="4607511"/>
            <a:ext cx="5970494" cy="835460"/>
          </a:xfrm>
        </p:spPr>
        <p:txBody>
          <a:bodyPr anchor="t"/>
          <a:lstStyle>
            <a:lvl1pPr marL="0" indent="0" algn="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b-NO" smtClean="0"/>
              <a:t>Klikk for å redigere tekststiler i malen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F956B-02C2-2242-BC44-3CDE7A01F20B}" type="datetimeFigureOut">
              <a:rPr lang="nb-NO" noProof="0" smtClean="0"/>
              <a:t>27.02.2012</a:t>
            </a:fld>
            <a:endParaRPr lang="nb-NO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2BCA07-E943-B643-A424-F6500F861DC5}" type="slidenum">
              <a:rPr lang="nb-NO" noProof="0" smtClean="0"/>
              <a:t>‹#›</a:t>
            </a:fld>
            <a:endParaRPr lang="nb-NO" noProof="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nholdsdel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F956B-02C2-2242-BC44-3CDE7A01F20B}" type="datetimeFigureOut">
              <a:rPr lang="nb-NO" noProof="0" smtClean="0"/>
              <a:t>27.02.2012</a:t>
            </a:fld>
            <a:endParaRPr lang="nb-NO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2BCA07-E943-B643-A424-F6500F861DC5}" type="slidenum">
              <a:rPr lang="nb-NO" noProof="0" smtClean="0"/>
              <a:t>‹#›</a:t>
            </a:fld>
            <a:endParaRPr lang="nb-NO" noProof="0" dirty="0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smtClean="0"/>
              <a:t>Klikk for å redigere tittelstil</a:t>
            </a:r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142999" y="731519"/>
            <a:ext cx="3346704" cy="3474720"/>
          </a:xfrm>
        </p:spPr>
        <p:txBody>
          <a:bodyPr/>
          <a:lstStyle/>
          <a:p>
            <a:pPr lvl="0"/>
            <a:r>
              <a:rPr lang="nb-NO" smtClean="0"/>
              <a:t>Klikk for å redigere tekststiler i malen</a:t>
            </a:r>
          </a:p>
          <a:p>
            <a:pPr lvl="1"/>
            <a:r>
              <a:rPr lang="nb-NO" smtClean="0"/>
              <a:t>Andre nivå</a:t>
            </a:r>
          </a:p>
          <a:p>
            <a:pPr lvl="2"/>
            <a:r>
              <a:rPr lang="nb-NO" smtClean="0"/>
              <a:t>Tredje nivå</a:t>
            </a:r>
          </a:p>
          <a:p>
            <a:pPr lvl="3"/>
            <a:r>
              <a:rPr lang="nb-NO" smtClean="0"/>
              <a:t>Fjerde nivå</a:t>
            </a:r>
          </a:p>
          <a:p>
            <a:pPr lvl="4"/>
            <a:r>
              <a:rPr lang="nb-NO" smtClean="0"/>
              <a:t>Femte nivå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731520"/>
            <a:ext cx="3346704" cy="3474720"/>
          </a:xfrm>
        </p:spPr>
        <p:txBody>
          <a:bodyPr/>
          <a:lstStyle/>
          <a:p>
            <a:pPr lvl="0"/>
            <a:r>
              <a:rPr lang="nb-NO" smtClean="0"/>
              <a:t>Klikk for å redigere tekststiler i malen</a:t>
            </a:r>
          </a:p>
          <a:p>
            <a:pPr lvl="1"/>
            <a:r>
              <a:rPr lang="nb-NO" smtClean="0"/>
              <a:t>Andre nivå</a:t>
            </a:r>
          </a:p>
          <a:p>
            <a:pPr lvl="2"/>
            <a:r>
              <a:rPr lang="nb-NO" smtClean="0"/>
              <a:t>Tredje nivå</a:t>
            </a:r>
          </a:p>
          <a:p>
            <a:pPr lvl="3"/>
            <a:r>
              <a:rPr lang="nb-NO" smtClean="0"/>
              <a:t>Fjerde nivå</a:t>
            </a:r>
          </a:p>
          <a:p>
            <a:pPr lvl="4"/>
            <a:r>
              <a:rPr lang="nb-NO" smtClean="0"/>
              <a:t>Femte nivå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731520"/>
            <a:ext cx="3346704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lang="en-US" sz="2400" b="1" i="0" kern="1200" dirty="0" smtClean="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b-NO" smtClean="0"/>
              <a:t>Klikk for å redigere tekststiler i malen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6447" y="1400327"/>
            <a:ext cx="3346704" cy="2743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nb-NO" smtClean="0"/>
              <a:t>Klikk for å redigere tekststiler i malen</a:t>
            </a:r>
          </a:p>
          <a:p>
            <a:pPr lvl="1"/>
            <a:r>
              <a:rPr lang="nb-NO" smtClean="0"/>
              <a:t>Andre nivå</a:t>
            </a:r>
          </a:p>
          <a:p>
            <a:pPr lvl="2"/>
            <a:r>
              <a:rPr lang="nb-NO" smtClean="0"/>
              <a:t>Tredje nivå</a:t>
            </a:r>
          </a:p>
          <a:p>
            <a:pPr lvl="3"/>
            <a:r>
              <a:rPr lang="nb-NO" smtClean="0"/>
              <a:t>Fjerde nivå</a:t>
            </a:r>
          </a:p>
          <a:p>
            <a:pPr lvl="4"/>
            <a:r>
              <a:rPr lang="nb-NO" smtClean="0"/>
              <a:t>Femte nivå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7302" y="731520"/>
            <a:ext cx="3346704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lang="en-US" sz="2400" b="1" i="0" kern="1200" dirty="0" smtClean="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ctr" defTabSz="914400" rtl="0" eaLnBrk="1" latinLnBrk="0" hangingPunct="1">
              <a:spcBef>
                <a:spcPct val="20000"/>
              </a:spcBef>
              <a:spcAft>
                <a:spcPts val="300"/>
              </a:spcAft>
              <a:buClr>
                <a:schemeClr val="accent6">
                  <a:lumMod val="75000"/>
                </a:schemeClr>
              </a:buClr>
              <a:buSzPct val="130000"/>
              <a:buFont typeface="Georgia" pitchFamily="18" charset="0"/>
              <a:buNone/>
            </a:pPr>
            <a:r>
              <a:rPr lang="nb-NO" smtClean="0"/>
              <a:t>Klikk for å redigere tekststiler i malen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399032"/>
            <a:ext cx="3346704" cy="2743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nb-NO" smtClean="0"/>
              <a:t>Klikk for å redigere tekststiler i malen</a:t>
            </a:r>
          </a:p>
          <a:p>
            <a:pPr lvl="1"/>
            <a:r>
              <a:rPr lang="nb-NO" smtClean="0"/>
              <a:t>Andre nivå</a:t>
            </a:r>
          </a:p>
          <a:p>
            <a:pPr lvl="2"/>
            <a:r>
              <a:rPr lang="nb-NO" smtClean="0"/>
              <a:t>Tredje nivå</a:t>
            </a:r>
          </a:p>
          <a:p>
            <a:pPr lvl="3"/>
            <a:r>
              <a:rPr lang="nb-NO" smtClean="0"/>
              <a:t>Fjerde nivå</a:t>
            </a:r>
          </a:p>
          <a:p>
            <a:pPr lvl="4"/>
            <a:r>
              <a:rPr lang="nb-NO" smtClean="0"/>
              <a:t>Femte nivå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F956B-02C2-2242-BC44-3CDE7A01F20B}" type="datetimeFigureOut">
              <a:rPr lang="nb-NO" noProof="0" smtClean="0"/>
              <a:t>27.02.2012</a:t>
            </a:fld>
            <a:endParaRPr lang="nb-NO" noProof="0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2BCA07-E943-B643-A424-F6500F861DC5}" type="slidenum">
              <a:rPr lang="nb-NO" noProof="0" smtClean="0"/>
              <a:t>‹#›</a:t>
            </a:fld>
            <a:endParaRPr lang="nb-NO" noProof="0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smtClean="0"/>
              <a:t>Klikk for å redigere tittelstil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Bare ti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smtClean="0"/>
              <a:t>Klikk for å redigere tittelstil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F956B-02C2-2242-BC44-3CDE7A01F20B}" type="datetimeFigureOut">
              <a:rPr lang="nn-NO" smtClean="0"/>
              <a:t>27.02.2012</a:t>
            </a:fld>
            <a:endParaRPr lang="nn-N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2BCA07-E943-B643-A424-F6500F861DC5}" type="slidenum">
              <a:rPr lang="nn-NO" smtClean="0"/>
              <a:t>‹#›</a:t>
            </a:fld>
            <a:endParaRPr lang="nn-N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F956B-02C2-2242-BC44-3CDE7A01F20B}" type="datetimeFigureOut">
              <a:rPr lang="nb-NO" noProof="0" smtClean="0"/>
              <a:t>27.02.2012</a:t>
            </a:fld>
            <a:endParaRPr lang="nb-NO" noProof="0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2BCA07-E943-B643-A424-F6500F861DC5}" type="slidenum">
              <a:rPr lang="nb-NO" noProof="0" smtClean="0"/>
              <a:t>‹#›</a:t>
            </a:fld>
            <a:endParaRPr lang="nb-NO" noProof="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nhold med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095" y="2209800"/>
            <a:ext cx="3636085" cy="1258493"/>
          </a:xfrm>
          <a:effectLst/>
        </p:spPr>
        <p:txBody>
          <a:bodyPr anchor="b">
            <a:noAutofit/>
          </a:bodyPr>
          <a:lstStyle>
            <a:lvl1pPr marL="228600" indent="-228600" algn="l">
              <a:defRPr sz="2800" b="1">
                <a:effectLst/>
              </a:defRPr>
            </a:lvl1pPr>
          </a:lstStyle>
          <a:p>
            <a:r>
              <a:rPr lang="nb-NO" smtClean="0"/>
              <a:t>Klikk for å redigere tittelstil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93515" y="731520"/>
            <a:ext cx="4017085" cy="4894730"/>
          </a:xfrm>
        </p:spPr>
        <p:txBody>
          <a:bodyPr anchor="ctr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b-NO" smtClean="0"/>
              <a:t>Klikk for å redigere tekststiler i malen</a:t>
            </a:r>
          </a:p>
          <a:p>
            <a:pPr lvl="1"/>
            <a:r>
              <a:rPr lang="nb-NO" smtClean="0"/>
              <a:t>Andre nivå</a:t>
            </a:r>
          </a:p>
          <a:p>
            <a:pPr lvl="2"/>
            <a:r>
              <a:rPr lang="nb-NO" smtClean="0"/>
              <a:t>Tredje nivå</a:t>
            </a:r>
          </a:p>
          <a:p>
            <a:pPr lvl="3"/>
            <a:r>
              <a:rPr lang="nb-NO" smtClean="0"/>
              <a:t>Fjerde nivå</a:t>
            </a:r>
          </a:p>
          <a:p>
            <a:pPr lvl="4"/>
            <a:r>
              <a:rPr lang="nb-NO" smtClean="0"/>
              <a:t>Femte nivå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5765" y="3497802"/>
            <a:ext cx="3388660" cy="213951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b-NO" smtClean="0"/>
              <a:t>Klikk for å redigere tekststiler i malen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F956B-02C2-2242-BC44-3CDE7A01F20B}" type="datetimeFigureOut">
              <a:rPr lang="nn-NO" smtClean="0"/>
              <a:t>27.02.2012</a:t>
            </a:fld>
            <a:endParaRPr lang="nn-N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2BCA07-E943-B643-A424-F6500F861DC5}" type="slidenum">
              <a:rPr lang="nn-NO" smtClean="0"/>
              <a:t>‹#›</a:t>
            </a:fld>
            <a:endParaRPr lang="nn-N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Bilde med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2000"/>
                </a:schemeClr>
              </a:gs>
              <a:gs pos="37000">
                <a:schemeClr val="bg1">
                  <a:alpha val="77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90000"/>
                </a:schemeClr>
              </a:gs>
              <a:gs pos="48000">
                <a:schemeClr val="bg1">
                  <a:alpha val="63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0" y="2652311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475175" y="1143000"/>
            <a:ext cx="4114800" cy="3127806"/>
          </a:xfrm>
          <a:prstGeom prst="roundRect">
            <a:avLst>
              <a:gd name="adj" fmla="val 4230"/>
            </a:avLst>
          </a:prstGeom>
          <a:solidFill>
            <a:schemeClr val="bg2">
              <a:lumMod val="90000"/>
            </a:schemeClr>
          </a:solidFill>
          <a:effectLst>
            <a:reflection blurRad="4350" stA="23000" endA="300" endPos="28000" dir="5400000" sy="-100000" algn="bl" rotWithShape="0"/>
          </a:effectLst>
          <a:scene3d>
            <a:camera prst="perspectiveContrastingLeftFacing" fov="1800000">
              <a:rot lat="300000" lon="2100000" rev="0"/>
            </a:camera>
            <a:lightRig rig="balanced" dir="t"/>
          </a:scene3d>
          <a:sp3d>
            <a:bevelT w="50800" h="50800"/>
          </a:sp3d>
        </p:spPr>
        <p:txBody>
          <a:bodyPr>
            <a:normAutofit/>
            <a:flatTx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nb-NO" smtClean="0"/>
              <a:t>Klikk ikonet for å legge til et bilde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77887" y="1010486"/>
            <a:ext cx="3694114" cy="2163020"/>
          </a:xfrm>
        </p:spPr>
        <p:txBody>
          <a:bodyPr anchor="b"/>
          <a:lstStyle>
            <a:lvl1pPr marL="182880" indent="-182880">
              <a:buFont typeface="Georgia" pitchFamily="18" charset="0"/>
              <a:buChar char="*"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b-NO" smtClean="0"/>
              <a:t>Klikk for å redigere tekststiler i malen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F956B-02C2-2242-BC44-3CDE7A01F20B}" type="datetimeFigureOut">
              <a:rPr lang="nb-NO" noProof="0" smtClean="0"/>
              <a:t>27.02.2012</a:t>
            </a:fld>
            <a:endParaRPr lang="nb-NO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2BCA07-E943-B643-A424-F6500F861DC5}" type="slidenum">
              <a:rPr lang="nb-NO" noProof="0" smtClean="0"/>
              <a:t>‹#›</a:t>
            </a:fld>
            <a:endParaRPr lang="nb-NO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7268" y="4464421"/>
            <a:ext cx="6383538" cy="1143000"/>
          </a:xfrm>
        </p:spPr>
        <p:txBody>
          <a:bodyPr anchor="b">
            <a:noAutofit/>
          </a:bodyPr>
          <a:lstStyle>
            <a:lvl1pPr algn="l">
              <a:defRPr sz="4600" b="1"/>
            </a:lvl1pPr>
          </a:lstStyle>
          <a:p>
            <a:r>
              <a:rPr lang="nb-NO" smtClean="0"/>
              <a:t>Klikk for å redigere tittelstil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Loddret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smtClean="0"/>
              <a:t>Klikk for å redigere tittelstil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05000" y="731519"/>
            <a:ext cx="6400800" cy="3474720"/>
          </a:xfrm>
        </p:spPr>
        <p:txBody>
          <a:bodyPr vert="eaVert"/>
          <a:lstStyle/>
          <a:p>
            <a:pPr lvl="0"/>
            <a:r>
              <a:rPr lang="nb-NO" smtClean="0"/>
              <a:t>Klikk for å redigere tekststiler i malen</a:t>
            </a:r>
          </a:p>
          <a:p>
            <a:pPr lvl="1"/>
            <a:r>
              <a:rPr lang="nb-NO" smtClean="0"/>
              <a:t>Andre nivå</a:t>
            </a:r>
          </a:p>
          <a:p>
            <a:pPr lvl="2"/>
            <a:r>
              <a:rPr lang="nb-NO" smtClean="0"/>
              <a:t>Tredje nivå</a:t>
            </a:r>
          </a:p>
          <a:p>
            <a:pPr lvl="3"/>
            <a:r>
              <a:rPr lang="nb-NO" smtClean="0"/>
              <a:t>Fjerde nivå</a:t>
            </a:r>
          </a:p>
          <a:p>
            <a:pPr lvl="4"/>
            <a:r>
              <a:rPr lang="nb-NO" smtClean="0"/>
              <a:t>Femte nivå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F956B-02C2-2242-BC44-3CDE7A01F20B}" type="datetimeFigureOut">
              <a:rPr lang="nb-NO" noProof="0" smtClean="0"/>
              <a:t>27.02.2012</a:t>
            </a:fld>
            <a:endParaRPr lang="nb-NO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2BCA07-E943-B643-A424-F6500F861DC5}" type="slidenum">
              <a:rPr lang="nb-NO" noProof="0" smtClean="0"/>
              <a:t>‹#›</a:t>
            </a:fld>
            <a:endParaRPr lang="nb-NO" noProof="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drett tit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53758" y="376517"/>
            <a:ext cx="2057400" cy="5238339"/>
          </a:xfrm>
          <a:effectLst/>
        </p:spPr>
        <p:txBody>
          <a:bodyPr vert="eaVert"/>
          <a:lstStyle>
            <a:lvl1pPr algn="l">
              <a:defRPr/>
            </a:lvl1pPr>
          </a:lstStyle>
          <a:p>
            <a:r>
              <a:rPr lang="nb-NO" smtClean="0"/>
              <a:t>Klikk for å redigere tittelstil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324113" y="731519"/>
            <a:ext cx="4829287" cy="4894729"/>
          </a:xfrm>
        </p:spPr>
        <p:txBody>
          <a:bodyPr vert="eaVert"/>
          <a:lstStyle/>
          <a:p>
            <a:pPr lvl="0"/>
            <a:r>
              <a:rPr lang="nb-NO" smtClean="0"/>
              <a:t>Klikk for å redigere tekststiler i malen</a:t>
            </a:r>
          </a:p>
          <a:p>
            <a:pPr lvl="1"/>
            <a:r>
              <a:rPr lang="nb-NO" smtClean="0"/>
              <a:t>Andre nivå</a:t>
            </a:r>
          </a:p>
          <a:p>
            <a:pPr lvl="2"/>
            <a:r>
              <a:rPr lang="nb-NO" smtClean="0"/>
              <a:t>Tredje nivå</a:t>
            </a:r>
          </a:p>
          <a:p>
            <a:pPr lvl="3"/>
            <a:r>
              <a:rPr lang="nb-NO" smtClean="0"/>
              <a:t>Fjerde nivå</a:t>
            </a:r>
          </a:p>
          <a:p>
            <a:pPr lvl="4"/>
            <a:r>
              <a:rPr lang="nb-NO" smtClean="0"/>
              <a:t>Femte nivå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F956B-02C2-2242-BC44-3CDE7A01F20B}" type="datetimeFigureOut">
              <a:rPr lang="nb-NO" noProof="0" smtClean="0"/>
              <a:t>27.02.2012</a:t>
            </a:fld>
            <a:endParaRPr lang="nb-NO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2BCA07-E943-B643-A424-F6500F861DC5}" type="slidenum">
              <a:rPr lang="nb-NO" noProof="0" smtClean="0"/>
              <a:t>‹#›</a:t>
            </a:fld>
            <a:endParaRPr lang="nb-NO" noProof="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1">
          <a:blip r:embed="rId1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ittel 1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b-NO" dirty="0" smtClean="0"/>
              <a:t>Klikk for å redigere tittelstil</a:t>
            </a:r>
            <a:endParaRPr lang="nn-NO" dirty="0"/>
          </a:p>
        </p:txBody>
      </p:sp>
      <p:sp>
        <p:nvSpPr>
          <p:cNvPr id="3" name="Plassholder for tekst 2"/>
          <p:cNvSpPr>
            <a:spLocks noGrp="1"/>
          </p:cNvSpPr>
          <p:nvPr>
            <p:ph type="body" idx="1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b-NO" dirty="0" smtClean="0"/>
              <a:t>Klikk for å redigere tekststiler i malen</a:t>
            </a:r>
          </a:p>
          <a:p>
            <a:pPr lvl="1"/>
            <a:r>
              <a:rPr lang="nb-NO" dirty="0" smtClean="0"/>
              <a:t>Andre nivå</a:t>
            </a:r>
          </a:p>
          <a:p>
            <a:pPr lvl="2"/>
            <a:r>
              <a:rPr lang="nb-NO" dirty="0" smtClean="0"/>
              <a:t>Tredje nivå</a:t>
            </a:r>
          </a:p>
          <a:p>
            <a:pPr lvl="3"/>
            <a:r>
              <a:rPr lang="nb-NO" dirty="0" smtClean="0"/>
              <a:t>Fjerde nivå</a:t>
            </a:r>
          </a:p>
          <a:p>
            <a:pPr lvl="4"/>
            <a:r>
              <a:rPr lang="nb-NO" dirty="0" smtClean="0"/>
              <a:t>Femte nivå</a:t>
            </a:r>
            <a:endParaRPr lang="nn-NO" dirty="0"/>
          </a:p>
        </p:txBody>
      </p:sp>
      <p:sp>
        <p:nvSpPr>
          <p:cNvPr id="4" name="Plassholder for dato 3"/>
          <p:cNvSpPr>
            <a:spLocks noGrp="1"/>
          </p:cNvSpPr>
          <p:nvPr>
            <p:ph type="dt" sz="half" idx="2"/>
          </p:nvPr>
        </p:nvSpPr>
        <p:spPr>
          <a:xfrm>
            <a:off x="1884218" y="6356351"/>
            <a:ext cx="11331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BF956B-02C2-2242-BC44-3CDE7A01F20B}" type="datetimeFigureOut">
              <a:rPr lang="nb-NO" noProof="0" smtClean="0"/>
              <a:t>27.02.2012</a:t>
            </a:fld>
            <a:endParaRPr lang="nb-NO" noProof="0" dirty="0"/>
          </a:p>
        </p:txBody>
      </p:sp>
      <p:sp>
        <p:nvSpPr>
          <p:cNvPr id="5" name="Plassholder for bunntekst 4"/>
          <p:cNvSpPr>
            <a:spLocks noGrp="1"/>
          </p:cNvSpPr>
          <p:nvPr>
            <p:ph type="ftr" sz="quarter" idx="3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b-NO" noProof="0" dirty="0"/>
          </a:p>
        </p:txBody>
      </p:sp>
      <p:sp>
        <p:nvSpPr>
          <p:cNvPr id="6" name="Plassholder for lysbildenummer 5"/>
          <p:cNvSpPr>
            <a:spLocks noGrp="1"/>
          </p:cNvSpPr>
          <p:nvPr>
            <p:ph type="sldNum" sz="quarter" idx="4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2BCA07-E943-B643-A424-F6500F861DC5}" type="slidenum">
              <a:rPr lang="nb-NO" noProof="0" smtClean="0"/>
              <a:t>‹#›</a:t>
            </a:fld>
            <a:endParaRPr lang="nb-NO" noProof="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rgbClr val="D31245"/>
          </a:solidFill>
          <a:latin typeface="Times"/>
          <a:ea typeface="+mj-ea"/>
          <a:cs typeface="Times"/>
        </a:defRPr>
      </a:lvl1pPr>
    </p:titleStyle>
    <p:bodyStyle>
      <a:lvl1pPr marL="457200" indent="-457200" algn="l" defTabSz="457200" rtl="0" eaLnBrk="1" latinLnBrk="0" hangingPunct="1">
        <a:spcBef>
          <a:spcPct val="20000"/>
        </a:spcBef>
        <a:buClr>
          <a:srgbClr val="D31245"/>
        </a:buClr>
        <a:buFont typeface="Wingdings" charset="2"/>
        <a:buChar char="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indent="-457200" algn="l" defTabSz="457200" rtl="0" eaLnBrk="1" latinLnBrk="0" hangingPunct="1">
        <a:spcBef>
          <a:spcPct val="20000"/>
        </a:spcBef>
        <a:buClr>
          <a:srgbClr val="D31245"/>
        </a:buClr>
        <a:buFont typeface="Wingdings" charset="2"/>
        <a:buChar char=""/>
        <a:defRPr sz="28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2pPr>
      <a:lvl3pPr marL="1257300" indent="-342900" algn="l" defTabSz="457200" rtl="0" eaLnBrk="1" latinLnBrk="0" hangingPunct="1">
        <a:spcBef>
          <a:spcPct val="20000"/>
        </a:spcBef>
        <a:buClr>
          <a:srgbClr val="D31245"/>
        </a:buClr>
        <a:buFont typeface="Wingdings" charset="2"/>
        <a:buChar char=""/>
        <a:defRPr sz="2400" kern="1200">
          <a:solidFill>
            <a:srgbClr val="A6A6A6"/>
          </a:solidFill>
          <a:latin typeface="+mn-lt"/>
          <a:ea typeface="+mn-ea"/>
          <a:cs typeface="+mn-cs"/>
        </a:defRPr>
      </a:lvl3pPr>
      <a:lvl4pPr marL="1714500" indent="-342900" algn="l" defTabSz="457200" rtl="0" eaLnBrk="1" latinLnBrk="0" hangingPunct="1">
        <a:spcBef>
          <a:spcPct val="20000"/>
        </a:spcBef>
        <a:buClr>
          <a:srgbClr val="D31245"/>
        </a:buClr>
        <a:buFont typeface="Wingdings" charset="2"/>
        <a:buChar char=""/>
        <a:defRPr sz="2000" kern="1200">
          <a:solidFill>
            <a:srgbClr val="A6A6A6"/>
          </a:solidFill>
          <a:latin typeface="+mn-lt"/>
          <a:ea typeface="+mn-ea"/>
          <a:cs typeface="+mn-cs"/>
        </a:defRPr>
      </a:lvl4pPr>
      <a:lvl5pPr marL="2171700" indent="-342900" algn="l" defTabSz="457200" rtl="0" eaLnBrk="1" latinLnBrk="0" hangingPunct="1">
        <a:spcBef>
          <a:spcPct val="20000"/>
        </a:spcBef>
        <a:buClr>
          <a:srgbClr val="D31245"/>
        </a:buClr>
        <a:buFont typeface="Wingdings" charset="2"/>
        <a:buChar char=""/>
        <a:defRPr sz="2000" kern="1200">
          <a:solidFill>
            <a:srgbClr val="A6A6A6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n-NO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5105400"/>
            <a:ext cx="9144000" cy="1752600"/>
          </a:xfrm>
          <a:prstGeom prst="rect">
            <a:avLst/>
          </a:prstGeom>
          <a:gradFill>
            <a:gsLst>
              <a:gs pos="0">
                <a:schemeClr val="bg1">
                  <a:alpha val="91000"/>
                </a:schemeClr>
              </a:gs>
              <a:gs pos="37000">
                <a:schemeClr val="bg1">
                  <a:alpha val="76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51054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89000"/>
                </a:schemeClr>
              </a:gs>
              <a:gs pos="48000">
                <a:schemeClr val="bg1">
                  <a:alpha val="62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0" y="3768304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6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93289" y="4372168"/>
            <a:ext cx="6512511" cy="1143000"/>
          </a:xfrm>
          <a:prstGeom prst="rect">
            <a:avLst/>
          </a:prstGeom>
          <a:effectLst/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nb-NO" smtClean="0"/>
              <a:t>Klikk for å redigere tittelstil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732260"/>
            <a:ext cx="6400800" cy="34747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b-NO" smtClean="0"/>
              <a:t>Klikk for å redigere tekststiler i malen</a:t>
            </a:r>
          </a:p>
          <a:p>
            <a:pPr lvl="1"/>
            <a:r>
              <a:rPr lang="nb-NO" smtClean="0"/>
              <a:t>Andre nivå</a:t>
            </a:r>
          </a:p>
          <a:p>
            <a:pPr lvl="2"/>
            <a:r>
              <a:rPr lang="nb-NO" smtClean="0"/>
              <a:t>Tredje nivå</a:t>
            </a:r>
          </a:p>
          <a:p>
            <a:pPr lvl="3"/>
            <a:r>
              <a:rPr lang="nb-NO" smtClean="0"/>
              <a:t>Fjerde nivå</a:t>
            </a:r>
          </a:p>
          <a:p>
            <a:pPr lvl="4"/>
            <a:r>
              <a:rPr lang="nb-NO" smtClean="0"/>
              <a:t>Femte nivå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172200" y="6172200"/>
            <a:ext cx="2514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35BF956B-02C2-2242-BC44-3CDE7A01F20B}" type="datetimeFigureOut">
              <a:rPr lang="nb-NO" noProof="0" smtClean="0"/>
              <a:t>27.02.2012</a:t>
            </a:fld>
            <a:endParaRPr lang="nb-NO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199" y="6172200"/>
            <a:ext cx="33528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nb-NO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810000" y="6172200"/>
            <a:ext cx="1828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882BCA07-E943-B643-A424-F6500F861DC5}" type="slidenum">
              <a:rPr lang="nb-NO" noProof="0" smtClean="0"/>
              <a:t>‹#›</a:t>
            </a:fld>
            <a:endParaRPr lang="nb-NO" noProof="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iming>
    <p:tnLst>
      <p:par>
        <p:cTn id="1" dur="indefinite" restart="never" nodeType="tmRoot"/>
      </p:par>
    </p:tnLst>
  </p:timing>
  <p:txStyles>
    <p:titleStyle>
      <a:lvl1pPr marL="320040" indent="-320040" algn="r" defTabSz="914400" rtl="0" eaLnBrk="1" latinLnBrk="0" hangingPunct="1">
        <a:spcBef>
          <a:spcPct val="0"/>
        </a:spcBef>
        <a:buClr>
          <a:schemeClr val="accent6">
            <a:lumMod val="75000"/>
          </a:schemeClr>
        </a:buClr>
        <a:buSzPct val="128000"/>
        <a:buFont typeface="Georgia" pitchFamily="18" charset="0"/>
        <a:buChar char="*"/>
        <a:defRPr sz="4600" b="1" i="0" kern="1200">
          <a:gradFill>
            <a:gsLst>
              <a:gs pos="0">
                <a:schemeClr val="tx1"/>
              </a:gs>
              <a:gs pos="40000">
                <a:schemeClr val="tx1">
                  <a:lumMod val="75000"/>
                  <a:lumOff val="25000"/>
                </a:schemeClr>
              </a:gs>
              <a:gs pos="100000">
                <a:schemeClr val="tx2">
                  <a:alpha val="65000"/>
                </a:schemeClr>
              </a:gs>
            </a:gsLst>
            <a:lin ang="5400000" scaled="0"/>
          </a:gradFill>
          <a:effectLst>
            <a:reflection blurRad="6350" stA="55000" endA="300" endPos="45500" dir="5400000" sy="-100000" algn="bl" rotWithShape="0"/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2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4864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2296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09728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389888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664208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96596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8600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587752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Undertittel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nb-NO" dirty="0"/>
          </a:p>
        </p:txBody>
      </p:sp>
      <p:sp>
        <p:nvSpPr>
          <p:cNvPr id="2" name="Tittel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b-NO" dirty="0" smtClean="0"/>
              <a:t>Community Leader Summit Cruise 12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33750960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tel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 smtClean="0"/>
              <a:t>Agenda</a:t>
            </a:r>
            <a:endParaRPr lang="nb-NO" dirty="0"/>
          </a:p>
        </p:txBody>
      </p:sp>
      <p:sp>
        <p:nvSpPr>
          <p:cNvPr id="7" name="Plassholder for innhold 6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nb-NO" dirty="0" smtClean="0"/>
          </a:p>
          <a:p>
            <a:r>
              <a:rPr lang="nb-NO" dirty="0" smtClean="0"/>
              <a:t>Velkommen</a:t>
            </a:r>
          </a:p>
          <a:p>
            <a:r>
              <a:rPr lang="nb-NO" dirty="0" smtClean="0"/>
              <a:t>Runde Rundt </a:t>
            </a:r>
            <a:r>
              <a:rPr lang="nb-NO" dirty="0"/>
              <a:t>B</a:t>
            </a:r>
            <a:r>
              <a:rPr lang="nb-NO" dirty="0" smtClean="0"/>
              <a:t>ordet</a:t>
            </a:r>
          </a:p>
          <a:p>
            <a:r>
              <a:rPr lang="nb-NO" dirty="0" smtClean="0"/>
              <a:t>Konsept</a:t>
            </a:r>
          </a:p>
          <a:p>
            <a:r>
              <a:rPr lang="nb-NO" dirty="0" smtClean="0"/>
              <a:t>Når og Hvor</a:t>
            </a:r>
          </a:p>
          <a:p>
            <a:r>
              <a:rPr lang="nb-NO" dirty="0" smtClean="0"/>
              <a:t>Løs Plan</a:t>
            </a:r>
          </a:p>
          <a:p>
            <a:r>
              <a:rPr lang="nb-NO" dirty="0" smtClean="0"/>
              <a:t>Planen Videre</a:t>
            </a:r>
          </a:p>
          <a:p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27154909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 smtClean="0"/>
              <a:t>Konsept</a:t>
            </a:r>
            <a:endParaRPr lang="nb-NO" dirty="0"/>
          </a:p>
        </p:txBody>
      </p:sp>
      <p:sp>
        <p:nvSpPr>
          <p:cNvPr id="3" name="Plassholder for innhold 2"/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20000"/>
          </a:bodyPr>
          <a:lstStyle/>
          <a:p>
            <a:endParaRPr lang="nb-NO" dirty="0" smtClean="0"/>
          </a:p>
          <a:p>
            <a:r>
              <a:rPr lang="nb-NO" dirty="0" smtClean="0"/>
              <a:t>katalysere </a:t>
            </a:r>
            <a:r>
              <a:rPr lang="nb-NO" dirty="0" err="1"/>
              <a:t>community</a:t>
            </a:r>
            <a:r>
              <a:rPr lang="nb-NO" dirty="0"/>
              <a:t> ildsjelene som står for brorparten av it bransjens etterutdanning og teknologivalg</a:t>
            </a:r>
          </a:p>
          <a:p>
            <a:r>
              <a:rPr lang="nb-NO" dirty="0"/>
              <a:t>mye moro og løs latter</a:t>
            </a:r>
          </a:p>
          <a:p>
            <a:r>
              <a:rPr lang="nb-NO" dirty="0"/>
              <a:t>bli kjent og jobbe sammen</a:t>
            </a:r>
          </a:p>
          <a:p>
            <a:r>
              <a:rPr lang="nb-NO" dirty="0"/>
              <a:t>god nok tid til felles arbeid slik at folk vet hva andre er gode </a:t>
            </a:r>
            <a:r>
              <a:rPr lang="nb-NO" dirty="0" smtClean="0"/>
              <a:t>for </a:t>
            </a:r>
          </a:p>
          <a:p>
            <a:r>
              <a:rPr lang="nb-NO" dirty="0" smtClean="0"/>
              <a:t>felles </a:t>
            </a:r>
            <a:r>
              <a:rPr lang="nb-NO" dirty="0"/>
              <a:t>"case" </a:t>
            </a:r>
            <a:r>
              <a:rPr lang="nb-NO" dirty="0" smtClean="0"/>
              <a:t>for å jobber </a:t>
            </a:r>
            <a:r>
              <a:rPr lang="nb-NO" dirty="0"/>
              <a:t>sammen </a:t>
            </a:r>
            <a:r>
              <a:rPr lang="nb-NO" dirty="0" smtClean="0"/>
              <a:t>på endel </a:t>
            </a:r>
            <a:r>
              <a:rPr lang="nb-NO" dirty="0"/>
              <a:t>av de vanlige </a:t>
            </a:r>
            <a:r>
              <a:rPr lang="nb-NO" dirty="0" err="1" smtClean="0"/>
              <a:t>community</a:t>
            </a:r>
            <a:r>
              <a:rPr lang="nb-NO" dirty="0" smtClean="0"/>
              <a:t> oppgaver </a:t>
            </a:r>
            <a:r>
              <a:rPr lang="nb-NO" dirty="0"/>
              <a:t>og </a:t>
            </a:r>
            <a:r>
              <a:rPr lang="nb-NO" dirty="0" smtClean="0"/>
              <a:t>utfordringer </a:t>
            </a:r>
            <a:r>
              <a:rPr lang="nb-NO" dirty="0"/>
              <a:t>man </a:t>
            </a:r>
            <a:r>
              <a:rPr lang="nb-NO" dirty="0" smtClean="0"/>
              <a:t>har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1794985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 smtClean="0"/>
              <a:t>Når og Hvor</a:t>
            </a:r>
            <a:endParaRPr lang="nb-NO" dirty="0"/>
          </a:p>
        </p:txBody>
      </p:sp>
      <p:sp>
        <p:nvSpPr>
          <p:cNvPr id="3" name="Plassholder for innhold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nb-NO" dirty="0" smtClean="0"/>
          </a:p>
          <a:p>
            <a:r>
              <a:rPr lang="nb-NO" dirty="0" smtClean="0"/>
              <a:t>28 – 30 april</a:t>
            </a:r>
          </a:p>
          <a:p>
            <a:r>
              <a:rPr lang="nb-NO" dirty="0" err="1" smtClean="0"/>
              <a:t>Colorline</a:t>
            </a:r>
            <a:r>
              <a:rPr lang="nb-NO" dirty="0" smtClean="0"/>
              <a:t> Oslo – Kiel</a:t>
            </a:r>
          </a:p>
          <a:p>
            <a:endParaRPr lang="nb-NO" dirty="0" smtClean="0"/>
          </a:p>
          <a:p>
            <a:pPr marL="45720" indent="0">
              <a:buNone/>
            </a:pPr>
            <a:endParaRPr lang="nb-NO" dirty="0" smtClean="0"/>
          </a:p>
          <a:p>
            <a:endParaRPr lang="nb-NO" dirty="0" smtClean="0"/>
          </a:p>
          <a:p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579939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 smtClean="0"/>
              <a:t>Løs Plan</a:t>
            </a:r>
            <a:endParaRPr lang="nb-NO" dirty="0"/>
          </a:p>
        </p:txBody>
      </p:sp>
      <p:sp>
        <p:nvSpPr>
          <p:cNvPr id="3" name="Plassholder for innhold 2"/>
          <p:cNvSpPr>
            <a:spLocks noGrp="1"/>
          </p:cNvSpPr>
          <p:nvPr>
            <p:ph sz="quarter" idx="13"/>
          </p:nvPr>
        </p:nvSpPr>
        <p:spPr/>
        <p:txBody>
          <a:bodyPr>
            <a:normAutofit fontScale="32500" lnSpcReduction="20000"/>
          </a:bodyPr>
          <a:lstStyle/>
          <a:p>
            <a:r>
              <a:rPr lang="nb-NO" sz="2500" b="1" dirty="0" smtClean="0"/>
              <a:t>Lørdag - </a:t>
            </a:r>
            <a:r>
              <a:rPr lang="nb-NO" sz="2500" i="1" dirty="0" smtClean="0"/>
              <a:t>Start 12:00? </a:t>
            </a:r>
            <a:r>
              <a:rPr lang="nb-NO" sz="2500" i="1" dirty="0"/>
              <a:t>(Båten drar </a:t>
            </a:r>
            <a:r>
              <a:rPr lang="nb-NO" sz="2500" i="1" dirty="0" smtClean="0"/>
              <a:t>1400)</a:t>
            </a:r>
            <a:endParaRPr lang="nb-NO" sz="2500" i="1" dirty="0"/>
          </a:p>
          <a:p>
            <a:pPr lvl="1"/>
            <a:r>
              <a:rPr lang="nb-NO" sz="2500" dirty="0"/>
              <a:t>Personlige lyntaler</a:t>
            </a:r>
          </a:p>
          <a:p>
            <a:pPr lvl="2"/>
            <a:r>
              <a:rPr lang="nb-NO" sz="2200" dirty="0"/>
              <a:t>hvem er jeg</a:t>
            </a:r>
          </a:p>
          <a:p>
            <a:pPr lvl="2"/>
            <a:r>
              <a:rPr lang="nb-NO" sz="2200" dirty="0"/>
              <a:t>hvilke </a:t>
            </a:r>
            <a:r>
              <a:rPr lang="nb-NO" sz="2200" dirty="0" err="1"/>
              <a:t>community</a:t>
            </a:r>
            <a:r>
              <a:rPr lang="nb-NO" sz="2200" dirty="0"/>
              <a:t> roller er mine sentrale</a:t>
            </a:r>
          </a:p>
          <a:p>
            <a:pPr lvl="2"/>
            <a:r>
              <a:rPr lang="nb-NO" sz="2200" dirty="0"/>
              <a:t>hva er målene mine med mitt </a:t>
            </a:r>
            <a:r>
              <a:rPr lang="nb-NO" sz="2200" dirty="0" err="1"/>
              <a:t>community</a:t>
            </a:r>
            <a:r>
              <a:rPr lang="nb-NO" sz="2200" dirty="0"/>
              <a:t> engasjement</a:t>
            </a:r>
          </a:p>
          <a:p>
            <a:pPr lvl="2"/>
            <a:r>
              <a:rPr lang="nb-NO" sz="2200" dirty="0"/>
              <a:t>hva er de største utfordringene jeg har i mitt </a:t>
            </a:r>
            <a:r>
              <a:rPr lang="nb-NO" sz="2200" dirty="0" err="1"/>
              <a:t>community</a:t>
            </a:r>
            <a:r>
              <a:rPr lang="nb-NO" sz="2200" dirty="0"/>
              <a:t> engasjement</a:t>
            </a:r>
          </a:p>
          <a:p>
            <a:pPr lvl="1"/>
            <a:r>
              <a:rPr lang="nb-NO" sz="2500" dirty="0"/>
              <a:t>Noen enkle "</a:t>
            </a:r>
            <a:r>
              <a:rPr lang="nb-NO" sz="2500" dirty="0" err="1"/>
              <a:t>teambuilding</a:t>
            </a:r>
            <a:r>
              <a:rPr lang="nb-NO" sz="2500" dirty="0"/>
              <a:t>" øvelser for å skape </a:t>
            </a:r>
            <a:r>
              <a:rPr lang="nb-NO" sz="2500" dirty="0" err="1" smtClean="0"/>
              <a:t>initielle</a:t>
            </a:r>
            <a:r>
              <a:rPr lang="nb-NO" sz="2500" dirty="0" smtClean="0"/>
              <a:t> grupper</a:t>
            </a:r>
          </a:p>
          <a:p>
            <a:pPr lvl="1"/>
            <a:r>
              <a:rPr lang="nb-NO" sz="2500" dirty="0" err="1" smtClean="0"/>
              <a:t>Lunch</a:t>
            </a:r>
            <a:r>
              <a:rPr lang="nb-NO" sz="2500" dirty="0" smtClean="0"/>
              <a:t> - 1530? </a:t>
            </a:r>
            <a:endParaRPr lang="nb-NO" sz="2500" dirty="0"/>
          </a:p>
          <a:p>
            <a:pPr lvl="1"/>
            <a:r>
              <a:rPr lang="nb-NO" sz="2500" dirty="0"/>
              <a:t>Presentasjon av CASE/utfordring</a:t>
            </a:r>
          </a:p>
          <a:p>
            <a:pPr lvl="1"/>
            <a:r>
              <a:rPr lang="nb-NO" sz="2500" dirty="0"/>
              <a:t>Middag/sosialt </a:t>
            </a:r>
            <a:r>
              <a:rPr lang="nb-NO" sz="2500" dirty="0" smtClean="0"/>
              <a:t>- 20:00</a:t>
            </a:r>
            <a:endParaRPr lang="nb-NO" sz="2500" dirty="0"/>
          </a:p>
          <a:p>
            <a:r>
              <a:rPr lang="nb-NO" sz="2700" b="1" dirty="0" smtClean="0"/>
              <a:t>Søndag</a:t>
            </a:r>
            <a:r>
              <a:rPr lang="nb-NO" sz="2700" dirty="0" smtClean="0"/>
              <a:t> </a:t>
            </a:r>
            <a:r>
              <a:rPr lang="nb-NO" sz="2500" i="1" dirty="0" smtClean="0"/>
              <a:t>– Start 10:00</a:t>
            </a:r>
            <a:endParaRPr lang="nb-NO" sz="2500" i="1" dirty="0"/>
          </a:p>
          <a:p>
            <a:pPr lvl="1"/>
            <a:r>
              <a:rPr lang="nb-NO" sz="2500" dirty="0"/>
              <a:t>Arbeid i forskjellige former på deler av casen i grupper (i flere bolker)</a:t>
            </a:r>
          </a:p>
          <a:p>
            <a:pPr lvl="2"/>
            <a:r>
              <a:rPr lang="nb-NO" sz="2200" dirty="0"/>
              <a:t>presentasjoner og sparringer</a:t>
            </a:r>
          </a:p>
          <a:p>
            <a:pPr lvl="1"/>
            <a:r>
              <a:rPr lang="nb-NO" sz="2500" dirty="0" err="1"/>
              <a:t>Fishbowl</a:t>
            </a:r>
            <a:r>
              <a:rPr lang="nb-NO" sz="2500" dirty="0"/>
              <a:t> - </a:t>
            </a:r>
            <a:r>
              <a:rPr lang="nb-NO" sz="2500" dirty="0" err="1"/>
              <a:t>mentoring</a:t>
            </a:r>
            <a:endParaRPr lang="nb-NO" sz="2500" dirty="0"/>
          </a:p>
          <a:p>
            <a:pPr lvl="1"/>
            <a:r>
              <a:rPr lang="nb-NO" sz="2500" dirty="0"/>
              <a:t>Mere </a:t>
            </a:r>
            <a:r>
              <a:rPr lang="nb-NO" sz="2500" dirty="0" smtClean="0"/>
              <a:t>case-arbeid</a:t>
            </a:r>
          </a:p>
          <a:p>
            <a:pPr lvl="1"/>
            <a:r>
              <a:rPr lang="nb-NO" sz="2500" dirty="0" err="1" smtClean="0"/>
              <a:t>Lunch</a:t>
            </a:r>
            <a:r>
              <a:rPr lang="nb-NO" sz="2500" dirty="0" smtClean="0"/>
              <a:t> - 1530</a:t>
            </a:r>
            <a:endParaRPr lang="nb-NO" sz="2500" dirty="0"/>
          </a:p>
          <a:p>
            <a:pPr lvl="1"/>
            <a:r>
              <a:rPr lang="nb-NO" sz="2500" dirty="0"/>
              <a:t>Presentasjoner og dokumentasjon</a:t>
            </a:r>
          </a:p>
          <a:p>
            <a:pPr lvl="1"/>
            <a:r>
              <a:rPr lang="nb-NO" sz="2500" dirty="0"/>
              <a:t>Høytidelig avslutning med signering: "Dette blir helmaks!"</a:t>
            </a:r>
          </a:p>
          <a:p>
            <a:pPr lvl="1"/>
            <a:r>
              <a:rPr lang="nb-NO" sz="2500" dirty="0" smtClean="0"/>
              <a:t>Middag/sosialt - 20:00</a:t>
            </a:r>
            <a:r>
              <a:rPr lang="nb-NO" sz="2500" dirty="0"/>
              <a:t> </a:t>
            </a:r>
            <a:endParaRPr lang="nb-NO" sz="2500" dirty="0"/>
          </a:p>
          <a:p>
            <a:r>
              <a:rPr lang="nb-NO" sz="2700" b="1" dirty="0" smtClean="0"/>
              <a:t>Mandag</a:t>
            </a:r>
            <a:r>
              <a:rPr lang="nb-NO" sz="2700" dirty="0" smtClean="0"/>
              <a:t> </a:t>
            </a:r>
            <a:r>
              <a:rPr lang="nb-NO" sz="2500" i="1" dirty="0" smtClean="0"/>
              <a:t>– Ankomst 10:00</a:t>
            </a:r>
            <a:endParaRPr lang="nb-NO" sz="2500" i="1" dirty="0"/>
          </a:p>
          <a:p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37223550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 smtClean="0"/>
              <a:t>Planen Videre</a:t>
            </a:r>
            <a:endParaRPr lang="nb-NO" dirty="0"/>
          </a:p>
        </p:txBody>
      </p:sp>
      <p:sp>
        <p:nvSpPr>
          <p:cNvPr id="3" name="Plassholder for innhold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nb-NO" dirty="0" smtClean="0"/>
          </a:p>
          <a:p>
            <a:r>
              <a:rPr lang="nb-NO" dirty="0" smtClean="0"/>
              <a:t>Blir du med å planlegge clsc12</a:t>
            </a:r>
          </a:p>
          <a:p>
            <a:r>
              <a:rPr lang="nb-NO" dirty="0" smtClean="0"/>
              <a:t>Utarbeidelse av case</a:t>
            </a:r>
          </a:p>
          <a:p>
            <a:r>
              <a:rPr lang="nb-NO" dirty="0" smtClean="0"/>
              <a:t>Sponsor</a:t>
            </a:r>
          </a:p>
          <a:p>
            <a:r>
              <a:rPr lang="nb-NO" dirty="0" smtClean="0"/>
              <a:t>Deltakere – alle </a:t>
            </a:r>
            <a:r>
              <a:rPr lang="nb-NO" dirty="0" err="1" smtClean="0"/>
              <a:t>communities</a:t>
            </a:r>
            <a:r>
              <a:rPr lang="nb-NO" dirty="0" smtClean="0"/>
              <a:t> i Oslo?</a:t>
            </a:r>
          </a:p>
          <a:p>
            <a:r>
              <a:rPr lang="nb-NO" dirty="0" smtClean="0"/>
              <a:t>Annet?</a:t>
            </a:r>
          </a:p>
          <a:p>
            <a:endParaRPr lang="nb-NO" dirty="0" smtClean="0"/>
          </a:p>
        </p:txBody>
      </p:sp>
    </p:spTree>
    <p:extLst>
      <p:ext uri="{BB962C8B-B14F-4D97-AF65-F5344CB8AC3E}">
        <p14:creationId xmlns:p14="http://schemas.microsoft.com/office/powerpoint/2010/main" val="35623779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lank">
  <a:themeElements>
    <a:clrScheme name="Egendefinert 6">
      <a:dk1>
        <a:sysClr val="windowText" lastClr="000000"/>
      </a:dk1>
      <a:lt1>
        <a:sysClr val="window" lastClr="FFFFFF"/>
      </a:lt1>
      <a:dk2>
        <a:srgbClr val="404040"/>
      </a:dk2>
      <a:lt2>
        <a:srgbClr val="EEECE1"/>
      </a:lt2>
      <a:accent1>
        <a:srgbClr val="CC0033"/>
      </a:accent1>
      <a:accent2>
        <a:srgbClr val="BFBFBF"/>
      </a:accent2>
      <a:accent3>
        <a:srgbClr val="404040"/>
      </a:accent3>
      <a:accent4>
        <a:srgbClr val="B2AA7E"/>
      </a:accent4>
      <a:accent5>
        <a:srgbClr val="EFE5C4"/>
      </a:accent5>
      <a:accent6>
        <a:srgbClr val="F79646"/>
      </a:accent6>
      <a:hlink>
        <a:srgbClr val="0087D5"/>
      </a:hlink>
      <a:folHlink>
        <a:srgbClr val="F26639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Integrert">
  <a:themeElements>
    <a:clrScheme name="Integrert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Integrert">
      <a:majorFont>
        <a:latin typeface="Trebuchet MS"/>
        <a:ea typeface=""/>
        <a:cs typeface=""/>
        <a:font script="Jpan" typeface="HGｺﾞｼｯｸM"/>
        <a:font script="Hang" typeface="HY그래픽B"/>
        <a:font script="Hans" typeface="方正姚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HGｺﾞｼｯｸM"/>
        <a:font script="Hang" typeface="HY그래픽M"/>
        <a:font script="Hans" typeface="方正姚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ntegrert">
      <a:fillStyleLst>
        <a:solidFill>
          <a:schemeClr val="phClr"/>
        </a:solidFill>
        <a:gradFill rotWithShape="1">
          <a:gsLst>
            <a:gs pos="28000">
              <a:schemeClr val="phClr">
                <a:tint val="18000"/>
                <a:satMod val="120000"/>
                <a:lumMod val="88000"/>
              </a:schemeClr>
            </a:gs>
            <a:gs pos="100000">
              <a:schemeClr val="phClr">
                <a:tint val="40000"/>
                <a:satMod val="100000"/>
                <a:lumMod val="7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lumMod val="95000"/>
              </a:schemeClr>
            </a:gs>
            <a:gs pos="100000">
              <a:schemeClr val="phClr">
                <a:shade val="82000"/>
                <a:satMod val="125000"/>
                <a:lumMod val="74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satMod val="125000"/>
              <a:lumMod val="7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50800" dir="5400000" sx="98000" sy="98000" rotWithShape="0">
              <a:srgbClr val="000000">
                <a:alpha val="20000"/>
              </a:srgbClr>
            </a:outerShdw>
          </a:effectLst>
        </a:effectStyle>
        <a:effectStyle>
          <a:effectLst>
            <a:outerShdw blurRad="40005" dist="22984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alanced" dir="tr"/>
          </a:scene3d>
          <a:sp3d prstMaterial="matte">
            <a:bevelT w="19050" h="38100"/>
          </a:sp3d>
        </a:effectStyle>
        <a:effectStyle>
          <a:effectLst>
            <a:reflection blurRad="38100" stA="26000" endPos="23000" dist="25400" dir="5400000" sy="-100000" rotWithShape="0"/>
          </a:effectLst>
          <a:scene3d>
            <a:camera prst="orthographicFront">
              <a:rot lat="0" lon="0" rev="0"/>
            </a:camera>
            <a:lightRig rig="balanced" dir="tr"/>
          </a:scene3d>
          <a:sp3d contourW="14605" prstMaterial="plastic">
            <a:bevelT w="50800"/>
            <a:contourClr>
              <a:schemeClr val="phClr">
                <a:shade val="30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shade val="90000"/>
                <a:satMod val="160000"/>
                <a:lumMod val="100000"/>
              </a:schemeClr>
            </a:gs>
            <a:gs pos="60000">
              <a:schemeClr val="phClr">
                <a:tint val="95000"/>
                <a:shade val="100000"/>
                <a:satMod val="130000"/>
                <a:lumMod val="130000"/>
              </a:schemeClr>
            </a:gs>
            <a:gs pos="100000">
              <a:schemeClr val="phClr">
                <a:tint val="97000"/>
                <a:shade val="100000"/>
                <a:hueMod val="100000"/>
                <a:satMod val="140000"/>
                <a:lumMod val="80000"/>
              </a:schemeClr>
            </a:gs>
          </a:gsLst>
          <a:path path="circle">
            <a:fillToRect l="20000" t="10000" r="20000" b="60000"/>
          </a:path>
        </a:gradFill>
        <a:gradFill rotWithShape="1">
          <a:gsLst>
            <a:gs pos="0">
              <a:schemeClr val="phClr">
                <a:tint val="94000"/>
                <a:satMod val="160000"/>
                <a:lumMod val="160000"/>
              </a:schemeClr>
            </a:gs>
            <a:gs pos="42000">
              <a:schemeClr val="phClr">
                <a:tint val="94000"/>
                <a:shade val="94000"/>
                <a:satMod val="160000"/>
                <a:lumMod val="130000"/>
              </a:schemeClr>
            </a:gs>
            <a:gs pos="100000">
              <a:schemeClr val="phClr">
                <a:tint val="97000"/>
                <a:shade val="94000"/>
                <a:satMod val="180000"/>
                <a:lumMod val="84000"/>
              </a:schemeClr>
            </a:gs>
          </a:gsLst>
          <a:path path="circle">
            <a:fillToRect l="24000" t="44000" r="24000" b="12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</TotalTime>
  <Words>221</Words>
  <Application>Microsoft Office PowerPoint</Application>
  <PresentationFormat>Skjermfremvisning (4:3)</PresentationFormat>
  <Paragraphs>50</Paragraphs>
  <Slides>6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2</vt:i4>
      </vt:variant>
      <vt:variant>
        <vt:lpstr>Lysbildetitler</vt:lpstr>
      </vt:variant>
      <vt:variant>
        <vt:i4>6</vt:i4>
      </vt:variant>
    </vt:vector>
  </HeadingPairs>
  <TitlesOfParts>
    <vt:vector size="8" baseType="lpstr">
      <vt:lpstr>blank</vt:lpstr>
      <vt:lpstr>Integrert</vt:lpstr>
      <vt:lpstr>Community Leader Summit Cruise 12</vt:lpstr>
      <vt:lpstr>Agenda</vt:lpstr>
      <vt:lpstr>Konsept</vt:lpstr>
      <vt:lpstr>Når og Hvor</vt:lpstr>
      <vt:lpstr>Løs Plan</vt:lpstr>
      <vt:lpstr>Planen Videre</vt:lpstr>
    </vt:vector>
  </TitlesOfParts>
  <Company>Statnett SF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Community Leader Summit Cruise 12</dc:title>
  <dc:creator>Ingvild Meyer Pedersen</dc:creator>
  <cp:lastModifiedBy>Ingvild Meyer Pedersen</cp:lastModifiedBy>
  <cp:revision>4</cp:revision>
  <dcterms:created xsi:type="dcterms:W3CDTF">2012-02-27T07:35:59Z</dcterms:created>
  <dcterms:modified xsi:type="dcterms:W3CDTF">2012-02-27T08:07:56Z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ddo_DocID">
    <vt:lpwstr>f3ae5f61-0668-47df-b333-c9fb5462fda5</vt:lpwstr>
  </property>
</Properties>
</file>